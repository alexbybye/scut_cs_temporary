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17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880"/>
        <p:guide pos="17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1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4286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005840" algn="l"/>
          <a:tab pos="1005840" algn="l"/>
          <a:tab pos="1005840" algn="l"/>
          <a:tab pos="1005840" algn="l"/>
        </a:tabLst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7143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0001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2858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image" Target="../media/image1.png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信息论基础（第</a:t>
            </a:r>
            <a:r>
              <a:rPr lang="en-US" altLang="zh-CN"/>
              <a:t>4</a:t>
            </a:r>
            <a:r>
              <a:rPr lang="zh-CN" altLang="en-US"/>
              <a:t>章）作业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 anchorCtr="1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100</a:t>
            </a:r>
            <a:endParaRPr lang="en-US" altLang="zh-CN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rtlCol="0" anchor="ctr">
            <a:noAutofit/>
          </a:bodyPr>
          <a:p>
            <a:pPr lvl="0" algn="l">
              <a:buNone/>
            </a:pPr>
            <a:r>
              <a:rPr lang="en-US" altLang="en-US" sz="2000">
                <a:solidFill>
                  <a:srgbClr val="FF0000"/>
                </a:solidFill>
              </a:rPr>
              <a:t>*</a:t>
            </a:r>
            <a:r>
              <a:rPr lang="zh-CN" altLang="en-US" sz="2000">
                <a:solidFill>
                  <a:srgbClr val="FF0000"/>
                </a:solidFill>
              </a:rPr>
              <a:t>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章习题：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4.1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4.2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4.11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4.17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4.29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5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E0EC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1445"/>
            <a:ext cx="5715000" cy="17005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2815"/>
            <a:ext cx="5715000" cy="5130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6735"/>
            <a:ext cx="5448300" cy="2066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51930"/>
            <a:ext cx="5715000" cy="6083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265420"/>
            <a:ext cx="5715000" cy="8210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" y="7550150"/>
            <a:ext cx="5505450" cy="14192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APER" val="PaperScore"/>
</p:tagLst>
</file>

<file path=ppt/tags/tag3.xml><?xml version="1.0" encoding="utf-8"?>
<p:tagLst xmlns:p="http://schemas.openxmlformats.org/presentationml/2006/main">
  <p:tag name="RAINPAPER" val="PaperTitle"/>
</p:tagLst>
</file>

<file path=ppt/tags/tag4.xml><?xml version="1.0" encoding="utf-8"?>
<p:tagLst xmlns:p="http://schemas.openxmlformats.org/presentationml/2006/main">
  <p:tag name="RAINPROBLEM" val="ProblemBody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" val="ProblemSetting"/>
  <p:tag name="RAINPROBLEMTYPE" val="ShortAnswer"/>
</p:tagLst>
</file>

<file path=ppt/tags/tag11.xml><?xml version="1.0" encoding="utf-8"?>
<p:tagLst xmlns:p="http://schemas.openxmlformats.org/presentationml/2006/main">
  <p:tag name="RAINPROBLEM" val="ShortAnswer"/>
  <p:tag name="PROBLEMSCORE" val="100.0"/>
  <p:tag name="PROBLEMVOICEALLOWED" val="Fals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WPS 演示</Application>
  <PresentationFormat>宽屏</PresentationFormat>
  <Paragraphs>13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信息论基础（第4章）作业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cs</dc:creator>
  <cp:lastModifiedBy>JLONG</cp:lastModifiedBy>
  <cp:revision>161</cp:revision>
  <dcterms:created xsi:type="dcterms:W3CDTF">2019-06-19T02:08:00Z</dcterms:created>
  <dcterms:modified xsi:type="dcterms:W3CDTF">2025-11-17T07:54:06Z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48312F77A1034502A49411F5FC0E77A4_11</vt:lpwstr>
  </property>
</Properties>
</file>