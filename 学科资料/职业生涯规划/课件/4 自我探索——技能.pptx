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diagrams/drawing2.xml" ContentType="application/vnd.ms-office.drawingml.diagramDrawing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docProps/custom.xml" ContentType="application/vnd.openxmlformats-officedocument.custom-properties+xml"/>
  <Override PartName="/ppt/notesSlides/notesSlide12.xml" ContentType="application/vnd.openxmlformats-officedocument.presentationml.notesSlide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diagrams/colors4.xml" ContentType="application/vnd.openxmlformats-officedocument.drawingml.diagramColors+xml"/>
  <Override PartName="/ppt/diagrams/drawing5.xml" ContentType="application/vnd.ms-office.drawingml.diagramDrawing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Override PartName="/ppt/notesSlides/notesSlide3.xml" ContentType="application/vnd.openxmlformats-officedocument.presentationml.notesSlide+xml"/>
  <Override PartName="/ppt/diagrams/quickStyle5.xml" ContentType="application/vnd.openxmlformats-officedocument.drawingml.diagramStyle+xml"/>
  <Default Extension="png" ContentType="image/png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quickStyle3.xml" ContentType="application/vnd.openxmlformats-officedocument.drawingml.diagramStyle+xml"/>
  <Override PartName="/ppt/notesSlides/notesSlide19.xml" ContentType="application/vnd.openxmlformats-officedocument.presentationml.notesSlid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diagrams/layout6.xml" ContentType="application/vnd.openxmlformats-officedocument.drawingml.diagram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diagrams/layout4.xml" ContentType="application/vnd.openxmlformats-officedocument.drawingml.diagram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5.xml" ContentType="application/vnd.openxmlformats-officedocument.drawingml.diagramData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diagrams/drawing6.xml" ContentType="application/vnd.ms-office.drawingml.diagramDrawing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diagrams/data1.xml" ContentType="application/vnd.openxmlformats-officedocument.drawingml.diagramData+xml"/>
  <Override PartName="/ppt/notesSlides/notesSlide4.xml" ContentType="application/vnd.openxmlformats-officedocument.presentationml.notesSlide+xml"/>
  <Override PartName="/ppt/diagrams/colors3.xml" ContentType="application/vnd.openxmlformats-officedocument.drawingml.diagramColors+xml"/>
  <Override PartName="/ppt/diagrams/quickStyle6.xml" ContentType="application/vnd.openxmlformats-officedocument.drawingml.diagramStyle+xml"/>
  <Override PartName="/docProps/core.xml" ContentType="application/vnd.openxmlformats-package.core-properties+xml"/>
  <Override PartName="/ppt/diagrams/drawing4.xml" ContentType="application/vnd.ms-office.drawingml.diagramDrawing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Default Extension="wmf" ContentType="image/x-wmf"/>
  <Override PartName="/ppt/notesSlides/notesSlide18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notesSlides/notesSlide21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colors6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5"/>
  </p:notesMasterIdLst>
  <p:sldIdLst>
    <p:sldId id="319" r:id="rId2"/>
    <p:sldId id="277" r:id="rId3"/>
    <p:sldId id="378" r:id="rId4"/>
    <p:sldId id="278" r:id="rId5"/>
    <p:sldId id="279" r:id="rId6"/>
    <p:sldId id="348" r:id="rId7"/>
    <p:sldId id="349" r:id="rId8"/>
    <p:sldId id="328" r:id="rId9"/>
    <p:sldId id="329" r:id="rId10"/>
    <p:sldId id="330" r:id="rId11"/>
    <p:sldId id="331" r:id="rId12"/>
    <p:sldId id="350" r:id="rId13"/>
    <p:sldId id="351" r:id="rId14"/>
    <p:sldId id="352" r:id="rId15"/>
    <p:sldId id="361" r:id="rId16"/>
    <p:sldId id="353" r:id="rId17"/>
    <p:sldId id="354" r:id="rId18"/>
    <p:sldId id="355" r:id="rId19"/>
    <p:sldId id="356" r:id="rId20"/>
    <p:sldId id="357" r:id="rId21"/>
    <p:sldId id="359" r:id="rId22"/>
    <p:sldId id="358" r:id="rId23"/>
    <p:sldId id="376" r:id="rId24"/>
    <p:sldId id="377" r:id="rId25"/>
    <p:sldId id="336" r:id="rId26"/>
    <p:sldId id="366" r:id="rId27"/>
    <p:sldId id="362" r:id="rId28"/>
    <p:sldId id="363" r:id="rId29"/>
    <p:sldId id="364" r:id="rId30"/>
    <p:sldId id="337" r:id="rId31"/>
    <p:sldId id="338" r:id="rId32"/>
    <p:sldId id="339" r:id="rId33"/>
    <p:sldId id="340" r:id="rId34"/>
    <p:sldId id="341" r:id="rId35"/>
    <p:sldId id="368" r:id="rId36"/>
    <p:sldId id="369" r:id="rId37"/>
    <p:sldId id="370" r:id="rId38"/>
    <p:sldId id="372" r:id="rId39"/>
    <p:sldId id="371" r:id="rId40"/>
    <p:sldId id="343" r:id="rId41"/>
    <p:sldId id="344" r:id="rId42"/>
    <p:sldId id="345" r:id="rId43"/>
    <p:sldId id="373" r:id="rId44"/>
    <p:sldId id="374" r:id="rId45"/>
    <p:sldId id="375" r:id="rId46"/>
    <p:sldId id="296" r:id="rId47"/>
    <p:sldId id="346" r:id="rId48"/>
    <p:sldId id="347" r:id="rId49"/>
    <p:sldId id="379" r:id="rId50"/>
    <p:sldId id="307" r:id="rId51"/>
    <p:sldId id="308" r:id="rId52"/>
    <p:sldId id="310" r:id="rId53"/>
    <p:sldId id="274" r:id="rId54"/>
  </p:sldIdLst>
  <p:sldSz cx="9144000" cy="6858000" type="screen4x3"/>
  <p:notesSz cx="6858000" cy="9144000"/>
  <p:embeddedFontLst>
    <p:embeddedFont>
      <p:font typeface="Calibri Light" pitchFamily="34" charset="0"/>
      <p:regular r:id="rId56"/>
      <p:italic r:id="rId57"/>
    </p:embeddedFont>
    <p:embeddedFont>
      <p:font typeface="微软雅黑" pitchFamily="34" charset="-122"/>
      <p:regular r:id="rId58"/>
      <p:bold r:id="rId59"/>
    </p:embeddedFont>
    <p:embeddedFont>
      <p:font typeface="方正粗黑宋简体" pitchFamily="2" charset="-122"/>
      <p:regular r:id="rId60"/>
    </p:embeddedFont>
    <p:embeddedFont>
      <p:font typeface="华文楷体" pitchFamily="2" charset="-122"/>
      <p:regular r:id="rId61"/>
    </p:embeddedFont>
    <p:embeddedFont>
      <p:font typeface="黑体" pitchFamily="49" charset="-122"/>
      <p:regular r:id="rId62"/>
    </p:embeddedFont>
    <p:embeddedFont>
      <p:font typeface="Calibri" pitchFamily="34" charset="0"/>
      <p:regular r:id="rId63"/>
      <p:bold r:id="rId64"/>
      <p:italic r:id="rId65"/>
      <p:boldItalic r:id="rId66"/>
    </p:embeddedFont>
    <p:embeddedFont>
      <p:font typeface="楷体" pitchFamily="49" charset="-122"/>
      <p:regular r:id="rId67"/>
    </p:embeddedFont>
    <p:embeddedFont>
      <p:font typeface="Arial Unicode MS" pitchFamily="34" charset="-122"/>
      <p:regular r:id="rId68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5A7C"/>
    <a:srgbClr val="2E678E"/>
    <a:srgbClr val="3980B1"/>
    <a:srgbClr val="B2B2B2"/>
    <a:srgbClr val="005E66"/>
    <a:srgbClr val="F08300"/>
    <a:srgbClr val="D9D9D9"/>
    <a:srgbClr val="FF6565"/>
    <a:srgbClr val="5C0000"/>
    <a:srgbClr val="E8382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2017" autoAdjust="0"/>
    <p:restoredTop sz="96685" autoAdjust="0"/>
  </p:normalViewPr>
  <p:slideViewPr>
    <p:cSldViewPr snapToGrid="0">
      <p:cViewPr varScale="1">
        <p:scale>
          <a:sx n="110" d="100"/>
          <a:sy n="110" d="100"/>
        </p:scale>
        <p:origin x="-182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5208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63" Type="http://schemas.openxmlformats.org/officeDocument/2006/relationships/font" Target="fonts/font8.fntdata"/><Relationship Id="rId68" Type="http://schemas.openxmlformats.org/officeDocument/2006/relationships/font" Target="fonts/font13.fntdata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3.fntdata"/><Relationship Id="rId66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2.fntdata"/><Relationship Id="rId61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5.fntdata"/><Relationship Id="rId65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1.fntdata"/><Relationship Id="rId64" Type="http://schemas.openxmlformats.org/officeDocument/2006/relationships/font" Target="fonts/font9.fntdata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4.fntdata"/><Relationship Id="rId67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7.fntdata"/><Relationship Id="rId7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#1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#1">
  <dgm:title val=""/>
  <dgm:desc val=""/>
  <dgm:catLst>
    <dgm:cat type="colorful" pri="10300"/>
  </dgm:catLst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#2">
  <dgm:title val=""/>
  <dgm:desc val=""/>
  <dgm:catLst>
    <dgm:cat type="colorful" pri="10300"/>
  </dgm:catLst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#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2841AF-DF7C-46C3-BDEA-40E24A7366BD}" type="doc">
      <dgm:prSet loTypeId="urn:microsoft.com/office/officeart/2005/8/layout/hierarchy2#1" loCatId="hierarchy" qsTypeId="urn:microsoft.com/office/officeart/2005/8/quickstyle/simple1#1" qsCatId="simple" csTypeId="urn:microsoft.com/office/officeart/2005/8/colors/colorful4#1" csCatId="colorful" phldr="1"/>
      <dgm:spPr/>
      <dgm:t>
        <a:bodyPr/>
        <a:lstStyle/>
        <a:p>
          <a:endParaRPr lang="en-US"/>
        </a:p>
      </dgm:t>
    </dgm:pt>
    <dgm:pt modelId="{6D0ABDBA-9612-4978-A012-5087F2A1745C}">
      <dgm:prSet phldrT="[文本]" custT="1"/>
      <dgm:spPr/>
      <dgm:t>
        <a:bodyPr/>
        <a:lstStyle/>
        <a:p>
          <a:r>
            <a:rPr lang="zh-CN" altLang="en-US" sz="28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能力</a:t>
          </a:r>
          <a:endParaRPr lang="en-US" sz="2800" b="1" dirty="0">
            <a:solidFill>
              <a:srgbClr val="FF0000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9831713-ED55-410F-9491-AF1DA40BFE9A}" type="parTrans" cxnId="{75CEF73F-8262-41B4-91CB-385022E6B16B}">
      <dgm:prSet/>
      <dgm:spPr/>
      <dgm:t>
        <a:bodyPr/>
        <a:lstStyle/>
        <a:p>
          <a:endParaRPr lang="en-US" sz="2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D7D8B4E-BE35-47CB-8BA1-342914B11A66}" type="sibTrans" cxnId="{75CEF73F-8262-41B4-91CB-385022E6B16B}">
      <dgm:prSet/>
      <dgm:spPr/>
      <dgm:t>
        <a:bodyPr/>
        <a:lstStyle/>
        <a:p>
          <a:endParaRPr lang="en-US" sz="2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F3F1E0C-84F1-4D6A-A7B9-8E0E013FDA46}">
      <dgm:prSet phldrT="[文本]" custT="1"/>
      <dgm:spPr/>
      <dgm:t>
        <a:bodyPr/>
        <a:lstStyle/>
        <a:p>
          <a:r>
            <a:rPr lang="zh-CN" altLang="en-US" sz="28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先天</a:t>
          </a:r>
          <a:endParaRPr lang="en-US" sz="28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6F40C94-EF68-4006-8672-E2F13AE5A184}" type="parTrans" cxnId="{20A9D836-3A39-40E7-B3E6-1CC81926DE3D}">
      <dgm:prSet custT="1"/>
      <dgm:spPr/>
      <dgm:t>
        <a:bodyPr/>
        <a:lstStyle/>
        <a:p>
          <a:endParaRPr lang="en-US" sz="2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6B5713B-6D4A-4F7A-A653-587EF95903A1}" type="sibTrans" cxnId="{20A9D836-3A39-40E7-B3E6-1CC81926DE3D}">
      <dgm:prSet/>
      <dgm:spPr/>
      <dgm:t>
        <a:bodyPr/>
        <a:lstStyle/>
        <a:p>
          <a:endParaRPr lang="en-US" sz="2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D843C02-C4AB-49B6-A8AA-CF6CF4823018}">
      <dgm:prSet phldrT="[文本]" custT="1"/>
      <dgm:spPr/>
      <dgm:t>
        <a:bodyPr/>
        <a:lstStyle/>
        <a:p>
          <a:r>
            <a:rPr lang="zh-CN" altLang="en-US" sz="28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后天</a:t>
          </a:r>
          <a:endParaRPr lang="en-US" sz="28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968891D-8D6C-4130-BE5F-F0DF8B9A03B0}" type="parTrans" cxnId="{250812A7-0882-4E46-9856-5AB38051C97A}">
      <dgm:prSet custT="1"/>
      <dgm:spPr/>
      <dgm:t>
        <a:bodyPr/>
        <a:lstStyle/>
        <a:p>
          <a:endParaRPr lang="en-US" sz="2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9A6555E-44CC-4ABD-9B99-616B7A333387}" type="sibTrans" cxnId="{250812A7-0882-4E46-9856-5AB38051C97A}">
      <dgm:prSet/>
      <dgm:spPr/>
      <dgm:t>
        <a:bodyPr/>
        <a:lstStyle/>
        <a:p>
          <a:endParaRPr lang="en-US" sz="2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B2353A0-5367-4FD4-B6D5-FB3FDA84DCE2}">
      <dgm:prSet custT="1"/>
      <dgm:spPr/>
      <dgm:t>
        <a:bodyPr/>
        <a:lstStyle/>
        <a:p>
          <a:r>
            <a:rPr lang="zh-CN" altLang="en-US" sz="28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技能</a:t>
          </a:r>
          <a:endParaRPr lang="en-US" sz="28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66421BE-18F1-4E18-99B4-043FD240F409}" type="parTrans" cxnId="{2D33B263-007D-4362-828E-3431F720FD6D}">
      <dgm:prSet custT="1"/>
      <dgm:spPr/>
      <dgm:t>
        <a:bodyPr/>
        <a:lstStyle/>
        <a:p>
          <a:endParaRPr lang="en-US" sz="2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A5935D5-C691-4ADA-8ED9-D553869CEAAD}" type="sibTrans" cxnId="{2D33B263-007D-4362-828E-3431F720FD6D}">
      <dgm:prSet/>
      <dgm:spPr/>
      <dgm:t>
        <a:bodyPr/>
        <a:lstStyle/>
        <a:p>
          <a:endParaRPr lang="en-US" sz="2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79A3599-7A64-4181-8670-034A0F2A5512}" type="pres">
      <dgm:prSet presAssocID="{6A2841AF-DF7C-46C3-BDEA-40E24A7366BD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E60D0BA-725E-4C33-B2EA-D6FCCBDF3DC9}" type="pres">
      <dgm:prSet presAssocID="{6D0ABDBA-9612-4978-A012-5087F2A1745C}" presName="root1" presStyleCnt="0"/>
      <dgm:spPr/>
      <dgm:t>
        <a:bodyPr/>
        <a:lstStyle/>
        <a:p>
          <a:endParaRPr lang="zh-CN" altLang="en-US"/>
        </a:p>
      </dgm:t>
    </dgm:pt>
    <dgm:pt modelId="{F90014B8-2B88-4026-8E0E-D89A5EBB96F0}" type="pres">
      <dgm:prSet presAssocID="{6D0ABDBA-9612-4978-A012-5087F2A1745C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105E57E-6008-426B-A6BA-26A02F428B0A}" type="pres">
      <dgm:prSet presAssocID="{6D0ABDBA-9612-4978-A012-5087F2A1745C}" presName="level2hierChild" presStyleCnt="0"/>
      <dgm:spPr/>
      <dgm:t>
        <a:bodyPr/>
        <a:lstStyle/>
        <a:p>
          <a:endParaRPr lang="zh-CN" altLang="en-US"/>
        </a:p>
      </dgm:t>
    </dgm:pt>
    <dgm:pt modelId="{8943C180-46FC-4D67-BADB-9B21924BEBE8}" type="pres">
      <dgm:prSet presAssocID="{D6F40C94-EF68-4006-8672-E2F13AE5A184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665D9F8F-6E73-4BD3-A41E-691AE0095258}" type="pres">
      <dgm:prSet presAssocID="{D6F40C94-EF68-4006-8672-E2F13AE5A184}" presName="connTx" presStyleLbl="parChTrans1D2" presStyleIdx="0" presStyleCnt="2"/>
      <dgm:spPr/>
      <dgm:t>
        <a:bodyPr/>
        <a:lstStyle/>
        <a:p>
          <a:endParaRPr lang="en-US"/>
        </a:p>
      </dgm:t>
    </dgm:pt>
    <dgm:pt modelId="{E624CC55-0B19-4DF8-B77C-C4DD984D75BF}" type="pres">
      <dgm:prSet presAssocID="{FF3F1E0C-84F1-4D6A-A7B9-8E0E013FDA46}" presName="root2" presStyleCnt="0"/>
      <dgm:spPr/>
      <dgm:t>
        <a:bodyPr/>
        <a:lstStyle/>
        <a:p>
          <a:endParaRPr lang="zh-CN" altLang="en-US"/>
        </a:p>
      </dgm:t>
    </dgm:pt>
    <dgm:pt modelId="{F926FC46-21A8-44E0-8B68-71F56C3408F4}" type="pres">
      <dgm:prSet presAssocID="{FF3F1E0C-84F1-4D6A-A7B9-8E0E013FDA46}" presName="LevelTwoTextNode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F243442-85C2-4242-B155-CD4C37847F79}" type="pres">
      <dgm:prSet presAssocID="{FF3F1E0C-84F1-4D6A-A7B9-8E0E013FDA46}" presName="level3hierChild" presStyleCnt="0"/>
      <dgm:spPr/>
      <dgm:t>
        <a:bodyPr/>
        <a:lstStyle/>
        <a:p>
          <a:endParaRPr lang="zh-CN" altLang="en-US"/>
        </a:p>
      </dgm:t>
    </dgm:pt>
    <dgm:pt modelId="{546F4616-3083-443C-A5D5-6DDFD31BD255}" type="pres">
      <dgm:prSet presAssocID="{C968891D-8D6C-4130-BE5F-F0DF8B9A03B0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C68A46E9-2D95-44F4-B7A8-399E820D1F2E}" type="pres">
      <dgm:prSet presAssocID="{C968891D-8D6C-4130-BE5F-F0DF8B9A03B0}" presName="connTx" presStyleLbl="parChTrans1D2" presStyleIdx="1" presStyleCnt="2"/>
      <dgm:spPr/>
      <dgm:t>
        <a:bodyPr/>
        <a:lstStyle/>
        <a:p>
          <a:endParaRPr lang="en-US"/>
        </a:p>
      </dgm:t>
    </dgm:pt>
    <dgm:pt modelId="{7C59F1FA-3008-41E0-B072-D435B8707316}" type="pres">
      <dgm:prSet presAssocID="{7D843C02-C4AB-49B6-A8AA-CF6CF4823018}" presName="root2" presStyleCnt="0"/>
      <dgm:spPr/>
      <dgm:t>
        <a:bodyPr/>
        <a:lstStyle/>
        <a:p>
          <a:endParaRPr lang="zh-CN" altLang="en-US"/>
        </a:p>
      </dgm:t>
    </dgm:pt>
    <dgm:pt modelId="{C3F97541-776E-442F-A7E6-336125AA160B}" type="pres">
      <dgm:prSet presAssocID="{7D843C02-C4AB-49B6-A8AA-CF6CF4823018}" presName="LevelTwoTextNode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0F38CD2-C279-4114-81FF-95C29AD74435}" type="pres">
      <dgm:prSet presAssocID="{7D843C02-C4AB-49B6-A8AA-CF6CF4823018}" presName="level3hierChild" presStyleCnt="0"/>
      <dgm:spPr/>
      <dgm:t>
        <a:bodyPr/>
        <a:lstStyle/>
        <a:p>
          <a:endParaRPr lang="zh-CN" altLang="en-US"/>
        </a:p>
      </dgm:t>
    </dgm:pt>
    <dgm:pt modelId="{A4E86DCF-45C4-4493-8A9E-6C8EE80C2C28}" type="pres">
      <dgm:prSet presAssocID="{D66421BE-18F1-4E18-99B4-043FD240F409}" presName="conn2-1" presStyleLbl="parChTrans1D3" presStyleIdx="0" presStyleCnt="1"/>
      <dgm:spPr/>
      <dgm:t>
        <a:bodyPr/>
        <a:lstStyle/>
        <a:p>
          <a:endParaRPr lang="en-US"/>
        </a:p>
      </dgm:t>
    </dgm:pt>
    <dgm:pt modelId="{DB63B873-9795-4B7A-9392-68A7811CBAD4}" type="pres">
      <dgm:prSet presAssocID="{D66421BE-18F1-4E18-99B4-043FD240F409}" presName="connTx" presStyleLbl="parChTrans1D3" presStyleIdx="0" presStyleCnt="1"/>
      <dgm:spPr/>
      <dgm:t>
        <a:bodyPr/>
        <a:lstStyle/>
        <a:p>
          <a:endParaRPr lang="en-US"/>
        </a:p>
      </dgm:t>
    </dgm:pt>
    <dgm:pt modelId="{01463081-65CF-462A-8B5E-A4F569AA616E}" type="pres">
      <dgm:prSet presAssocID="{4B2353A0-5367-4FD4-B6D5-FB3FDA84DCE2}" presName="root2" presStyleCnt="0"/>
      <dgm:spPr/>
      <dgm:t>
        <a:bodyPr/>
        <a:lstStyle/>
        <a:p>
          <a:endParaRPr lang="zh-CN" altLang="en-US"/>
        </a:p>
      </dgm:t>
    </dgm:pt>
    <dgm:pt modelId="{86F7BA9C-207D-40BB-AA91-E4F319E71E20}" type="pres">
      <dgm:prSet presAssocID="{4B2353A0-5367-4FD4-B6D5-FB3FDA84DCE2}" presName="LevelTwoTextNode" presStyleLbl="node3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86E6244-B8A2-4D2B-A88B-938EEDE7A4D3}" type="pres">
      <dgm:prSet presAssocID="{4B2353A0-5367-4FD4-B6D5-FB3FDA84DCE2}" presName="level3hierChild" presStyleCnt="0"/>
      <dgm:spPr/>
      <dgm:t>
        <a:bodyPr/>
        <a:lstStyle/>
        <a:p>
          <a:endParaRPr lang="zh-CN" altLang="en-US"/>
        </a:p>
      </dgm:t>
    </dgm:pt>
  </dgm:ptLst>
  <dgm:cxnLst>
    <dgm:cxn modelId="{703F098E-10D4-49AE-88E5-F8AA5020C55E}" type="presOf" srcId="{D6F40C94-EF68-4006-8672-E2F13AE5A184}" destId="{8943C180-46FC-4D67-BADB-9B21924BEBE8}" srcOrd="0" destOrd="0" presId="urn:microsoft.com/office/officeart/2005/8/layout/hierarchy2#1"/>
    <dgm:cxn modelId="{9C5A6DFA-0C70-480F-B901-5E8107ABAFBD}" type="presOf" srcId="{C968891D-8D6C-4130-BE5F-F0DF8B9A03B0}" destId="{C68A46E9-2D95-44F4-B7A8-399E820D1F2E}" srcOrd="1" destOrd="0" presId="urn:microsoft.com/office/officeart/2005/8/layout/hierarchy2#1"/>
    <dgm:cxn modelId="{1F7C1514-681A-4D9E-8135-CC865DBAC253}" type="presOf" srcId="{D66421BE-18F1-4E18-99B4-043FD240F409}" destId="{DB63B873-9795-4B7A-9392-68A7811CBAD4}" srcOrd="1" destOrd="0" presId="urn:microsoft.com/office/officeart/2005/8/layout/hierarchy2#1"/>
    <dgm:cxn modelId="{875A99E9-BB5D-458B-A88F-530A3FC48641}" type="presOf" srcId="{C968891D-8D6C-4130-BE5F-F0DF8B9A03B0}" destId="{546F4616-3083-443C-A5D5-6DDFD31BD255}" srcOrd="0" destOrd="0" presId="urn:microsoft.com/office/officeart/2005/8/layout/hierarchy2#1"/>
    <dgm:cxn modelId="{ECB29118-BF12-4121-8A9C-BC7C698599B0}" type="presOf" srcId="{FF3F1E0C-84F1-4D6A-A7B9-8E0E013FDA46}" destId="{F926FC46-21A8-44E0-8B68-71F56C3408F4}" srcOrd="0" destOrd="0" presId="urn:microsoft.com/office/officeart/2005/8/layout/hierarchy2#1"/>
    <dgm:cxn modelId="{250812A7-0882-4E46-9856-5AB38051C97A}" srcId="{6D0ABDBA-9612-4978-A012-5087F2A1745C}" destId="{7D843C02-C4AB-49B6-A8AA-CF6CF4823018}" srcOrd="1" destOrd="0" parTransId="{C968891D-8D6C-4130-BE5F-F0DF8B9A03B0}" sibTransId="{29A6555E-44CC-4ABD-9B99-616B7A333387}"/>
    <dgm:cxn modelId="{DECD429B-589C-420A-8A24-D3348210C23A}" type="presOf" srcId="{6A2841AF-DF7C-46C3-BDEA-40E24A7366BD}" destId="{979A3599-7A64-4181-8670-034A0F2A5512}" srcOrd="0" destOrd="0" presId="urn:microsoft.com/office/officeart/2005/8/layout/hierarchy2#1"/>
    <dgm:cxn modelId="{591D5F4D-358B-4722-85C9-9013967C4EC2}" type="presOf" srcId="{4B2353A0-5367-4FD4-B6D5-FB3FDA84DCE2}" destId="{86F7BA9C-207D-40BB-AA91-E4F319E71E20}" srcOrd="0" destOrd="0" presId="urn:microsoft.com/office/officeart/2005/8/layout/hierarchy2#1"/>
    <dgm:cxn modelId="{20A9D836-3A39-40E7-B3E6-1CC81926DE3D}" srcId="{6D0ABDBA-9612-4978-A012-5087F2A1745C}" destId="{FF3F1E0C-84F1-4D6A-A7B9-8E0E013FDA46}" srcOrd="0" destOrd="0" parTransId="{D6F40C94-EF68-4006-8672-E2F13AE5A184}" sibTransId="{A6B5713B-6D4A-4F7A-A653-587EF95903A1}"/>
    <dgm:cxn modelId="{03678C5B-9ADA-41A1-BB9B-D0B7666C0F8C}" type="presOf" srcId="{D66421BE-18F1-4E18-99B4-043FD240F409}" destId="{A4E86DCF-45C4-4493-8A9E-6C8EE80C2C28}" srcOrd="0" destOrd="0" presId="urn:microsoft.com/office/officeart/2005/8/layout/hierarchy2#1"/>
    <dgm:cxn modelId="{2D33B263-007D-4362-828E-3431F720FD6D}" srcId="{7D843C02-C4AB-49B6-A8AA-CF6CF4823018}" destId="{4B2353A0-5367-4FD4-B6D5-FB3FDA84DCE2}" srcOrd="0" destOrd="0" parTransId="{D66421BE-18F1-4E18-99B4-043FD240F409}" sibTransId="{3A5935D5-C691-4ADA-8ED9-D553869CEAAD}"/>
    <dgm:cxn modelId="{53D1FD27-5617-48A8-80CE-5F2DEC9464A9}" type="presOf" srcId="{7D843C02-C4AB-49B6-A8AA-CF6CF4823018}" destId="{C3F97541-776E-442F-A7E6-336125AA160B}" srcOrd="0" destOrd="0" presId="urn:microsoft.com/office/officeart/2005/8/layout/hierarchy2#1"/>
    <dgm:cxn modelId="{75CEF73F-8262-41B4-91CB-385022E6B16B}" srcId="{6A2841AF-DF7C-46C3-BDEA-40E24A7366BD}" destId="{6D0ABDBA-9612-4978-A012-5087F2A1745C}" srcOrd="0" destOrd="0" parTransId="{69831713-ED55-410F-9491-AF1DA40BFE9A}" sibTransId="{0D7D8B4E-BE35-47CB-8BA1-342914B11A66}"/>
    <dgm:cxn modelId="{B6FDFD2D-2731-4AA2-9D48-F5EF294356F5}" type="presOf" srcId="{6D0ABDBA-9612-4978-A012-5087F2A1745C}" destId="{F90014B8-2B88-4026-8E0E-D89A5EBB96F0}" srcOrd="0" destOrd="0" presId="urn:microsoft.com/office/officeart/2005/8/layout/hierarchy2#1"/>
    <dgm:cxn modelId="{377E8FD9-A443-4C78-BD36-48EAF3B68C58}" type="presOf" srcId="{D6F40C94-EF68-4006-8672-E2F13AE5A184}" destId="{665D9F8F-6E73-4BD3-A41E-691AE0095258}" srcOrd="1" destOrd="0" presId="urn:microsoft.com/office/officeart/2005/8/layout/hierarchy2#1"/>
    <dgm:cxn modelId="{531E499E-062B-4AD8-9ED0-FCF32D87437D}" type="presParOf" srcId="{979A3599-7A64-4181-8670-034A0F2A5512}" destId="{7E60D0BA-725E-4C33-B2EA-D6FCCBDF3DC9}" srcOrd="0" destOrd="0" presId="urn:microsoft.com/office/officeart/2005/8/layout/hierarchy2#1"/>
    <dgm:cxn modelId="{E70D0377-0700-467D-9251-E1DB6947F72B}" type="presParOf" srcId="{7E60D0BA-725E-4C33-B2EA-D6FCCBDF3DC9}" destId="{F90014B8-2B88-4026-8E0E-D89A5EBB96F0}" srcOrd="0" destOrd="0" presId="urn:microsoft.com/office/officeart/2005/8/layout/hierarchy2#1"/>
    <dgm:cxn modelId="{D107B325-AAAD-427C-8642-122DC09B0B72}" type="presParOf" srcId="{7E60D0BA-725E-4C33-B2EA-D6FCCBDF3DC9}" destId="{3105E57E-6008-426B-A6BA-26A02F428B0A}" srcOrd="1" destOrd="0" presId="urn:microsoft.com/office/officeart/2005/8/layout/hierarchy2#1"/>
    <dgm:cxn modelId="{3EDCE231-372D-420D-9BC2-752B56059635}" type="presParOf" srcId="{3105E57E-6008-426B-A6BA-26A02F428B0A}" destId="{8943C180-46FC-4D67-BADB-9B21924BEBE8}" srcOrd="0" destOrd="0" presId="urn:microsoft.com/office/officeart/2005/8/layout/hierarchy2#1"/>
    <dgm:cxn modelId="{3744209F-7390-4D46-8522-76F41A01C90B}" type="presParOf" srcId="{8943C180-46FC-4D67-BADB-9B21924BEBE8}" destId="{665D9F8F-6E73-4BD3-A41E-691AE0095258}" srcOrd="0" destOrd="0" presId="urn:microsoft.com/office/officeart/2005/8/layout/hierarchy2#1"/>
    <dgm:cxn modelId="{F495E60B-10A3-42D2-9023-CBFE864BB68F}" type="presParOf" srcId="{3105E57E-6008-426B-A6BA-26A02F428B0A}" destId="{E624CC55-0B19-4DF8-B77C-C4DD984D75BF}" srcOrd="1" destOrd="0" presId="urn:microsoft.com/office/officeart/2005/8/layout/hierarchy2#1"/>
    <dgm:cxn modelId="{88C9F081-6125-4F81-BC2C-1CDDA41977A8}" type="presParOf" srcId="{E624CC55-0B19-4DF8-B77C-C4DD984D75BF}" destId="{F926FC46-21A8-44E0-8B68-71F56C3408F4}" srcOrd="0" destOrd="0" presId="urn:microsoft.com/office/officeart/2005/8/layout/hierarchy2#1"/>
    <dgm:cxn modelId="{67DD48B7-8793-4507-B850-36C2157915AB}" type="presParOf" srcId="{E624CC55-0B19-4DF8-B77C-C4DD984D75BF}" destId="{3F243442-85C2-4242-B155-CD4C37847F79}" srcOrd="1" destOrd="0" presId="urn:microsoft.com/office/officeart/2005/8/layout/hierarchy2#1"/>
    <dgm:cxn modelId="{CE3C3D72-A037-4444-B7D6-1FF2713B89C9}" type="presParOf" srcId="{3105E57E-6008-426B-A6BA-26A02F428B0A}" destId="{546F4616-3083-443C-A5D5-6DDFD31BD255}" srcOrd="2" destOrd="0" presId="urn:microsoft.com/office/officeart/2005/8/layout/hierarchy2#1"/>
    <dgm:cxn modelId="{B432BA4B-04FC-4F04-9452-3A843F151DDB}" type="presParOf" srcId="{546F4616-3083-443C-A5D5-6DDFD31BD255}" destId="{C68A46E9-2D95-44F4-B7A8-399E820D1F2E}" srcOrd="0" destOrd="0" presId="urn:microsoft.com/office/officeart/2005/8/layout/hierarchy2#1"/>
    <dgm:cxn modelId="{EC8A684E-8D56-487E-80A9-F3C85356D856}" type="presParOf" srcId="{3105E57E-6008-426B-A6BA-26A02F428B0A}" destId="{7C59F1FA-3008-41E0-B072-D435B8707316}" srcOrd="3" destOrd="0" presId="urn:microsoft.com/office/officeart/2005/8/layout/hierarchy2#1"/>
    <dgm:cxn modelId="{494C6751-ED9E-45E2-8CFF-D14BBA2BA5ED}" type="presParOf" srcId="{7C59F1FA-3008-41E0-B072-D435B8707316}" destId="{C3F97541-776E-442F-A7E6-336125AA160B}" srcOrd="0" destOrd="0" presId="urn:microsoft.com/office/officeart/2005/8/layout/hierarchy2#1"/>
    <dgm:cxn modelId="{842F6EB5-6EED-4604-8A82-6E7C60A779C1}" type="presParOf" srcId="{7C59F1FA-3008-41E0-B072-D435B8707316}" destId="{30F38CD2-C279-4114-81FF-95C29AD74435}" srcOrd="1" destOrd="0" presId="urn:microsoft.com/office/officeart/2005/8/layout/hierarchy2#1"/>
    <dgm:cxn modelId="{0F7D232A-6E04-499A-8196-D6498CC93A51}" type="presParOf" srcId="{30F38CD2-C279-4114-81FF-95C29AD74435}" destId="{A4E86DCF-45C4-4493-8A9E-6C8EE80C2C28}" srcOrd="0" destOrd="0" presId="urn:microsoft.com/office/officeart/2005/8/layout/hierarchy2#1"/>
    <dgm:cxn modelId="{86BE0D41-9B07-43A8-AFCA-732FFCF832E9}" type="presParOf" srcId="{A4E86DCF-45C4-4493-8A9E-6C8EE80C2C28}" destId="{DB63B873-9795-4B7A-9392-68A7811CBAD4}" srcOrd="0" destOrd="0" presId="urn:microsoft.com/office/officeart/2005/8/layout/hierarchy2#1"/>
    <dgm:cxn modelId="{3B32FD6F-4F64-4365-828D-E21B80BECB06}" type="presParOf" srcId="{30F38CD2-C279-4114-81FF-95C29AD74435}" destId="{01463081-65CF-462A-8B5E-A4F569AA616E}" srcOrd="1" destOrd="0" presId="urn:microsoft.com/office/officeart/2005/8/layout/hierarchy2#1"/>
    <dgm:cxn modelId="{C940A8EC-E2B4-499A-97F2-353E4C2C520D}" type="presParOf" srcId="{01463081-65CF-462A-8B5E-A4F569AA616E}" destId="{86F7BA9C-207D-40BB-AA91-E4F319E71E20}" srcOrd="0" destOrd="0" presId="urn:microsoft.com/office/officeart/2005/8/layout/hierarchy2#1"/>
    <dgm:cxn modelId="{44CBA1AF-28EE-4A52-9A09-69EE5EB3F7C8}" type="presParOf" srcId="{01463081-65CF-462A-8B5E-A4F569AA616E}" destId="{A86E6244-B8A2-4D2B-A88B-938EEDE7A4D3}" srcOrd="1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F0409E9-8A80-4EDF-9AD1-A9544ED32371}" type="doc">
      <dgm:prSet loTypeId="urn:microsoft.com/office/officeart/2005/8/layout/hierarchy6" loCatId="hierarchy" qsTypeId="urn:microsoft.com/office/officeart/2005/8/quickstyle/simple1#2" qsCatId="simple" csTypeId="urn:microsoft.com/office/officeart/2005/8/colors/colorful2#1" csCatId="colorful" phldr="1"/>
      <dgm:spPr/>
      <dgm:t>
        <a:bodyPr/>
        <a:lstStyle/>
        <a:p>
          <a:endParaRPr lang="en-US"/>
        </a:p>
      </dgm:t>
    </dgm:pt>
    <dgm:pt modelId="{53333469-AE40-4573-A320-42250F1F3C18}">
      <dgm:prSet phldrT="[文本]" custT="1"/>
      <dgm:spPr>
        <a:solidFill>
          <a:srgbClr val="C00000"/>
        </a:solidFill>
      </dgm:spPr>
      <dgm:t>
        <a:bodyPr/>
        <a:lstStyle/>
        <a:p>
          <a:r>
            <a:rPr lang="zh-CN" altLang="en-US" sz="32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职业技能</a:t>
          </a:r>
          <a:endParaRPr lang="en-US" sz="32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C79A729-F37E-4782-8EC3-D141FD6B0730}" type="parTrans" cxnId="{498FDE4F-9211-4B96-B7BE-C93EDB6B70B7}">
      <dgm:prSet/>
      <dgm:spPr/>
      <dgm:t>
        <a:bodyPr/>
        <a:lstStyle/>
        <a:p>
          <a:endParaRPr lang="en-US" sz="32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345AAF6-A196-405D-82A0-4DFDAE1454B9}" type="sibTrans" cxnId="{498FDE4F-9211-4B96-B7BE-C93EDB6B70B7}">
      <dgm:prSet/>
      <dgm:spPr/>
      <dgm:t>
        <a:bodyPr/>
        <a:lstStyle/>
        <a:p>
          <a:endParaRPr lang="en-US" sz="32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785ECA9-F4BA-4E84-877C-D8A1643321C5}">
      <dgm:prSet phldrT="[文本]" custT="1"/>
      <dgm:spPr>
        <a:solidFill>
          <a:srgbClr val="0070C0"/>
        </a:solidFill>
      </dgm:spPr>
      <dgm:t>
        <a:bodyPr/>
        <a:lstStyle/>
        <a:p>
          <a:r>
            <a:rPr lang="zh-CN" altLang="en-US" sz="32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专业知识技能</a:t>
          </a:r>
          <a:endParaRPr lang="en-US" sz="32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B48FF2A-46A3-4E23-96C9-144440321214}" type="parTrans" cxnId="{8E40C7AF-7D41-42A6-91F4-4E0B6DCAB6E9}">
      <dgm:prSet custT="1"/>
      <dgm:spPr/>
      <dgm:t>
        <a:bodyPr/>
        <a:lstStyle/>
        <a:p>
          <a:endParaRPr lang="en-US" sz="32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699B210-0C2D-44BD-AB9E-E71A677D53F7}" type="sibTrans" cxnId="{8E40C7AF-7D41-42A6-91F4-4E0B6DCAB6E9}">
      <dgm:prSet/>
      <dgm:spPr/>
      <dgm:t>
        <a:bodyPr/>
        <a:lstStyle/>
        <a:p>
          <a:endParaRPr lang="en-US" sz="32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3BA9EFA-A33B-407B-BE3F-476BC273E795}">
      <dgm:prSet phldrT="[文本]" custT="1"/>
      <dgm:spPr>
        <a:solidFill>
          <a:srgbClr val="0070C0"/>
        </a:solidFill>
      </dgm:spPr>
      <dgm:t>
        <a:bodyPr/>
        <a:lstStyle/>
        <a:p>
          <a:r>
            <a:rPr lang="zh-CN" altLang="en-US" sz="32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可迁移</a:t>
          </a:r>
          <a:r>
            <a:rPr lang="en-US" altLang="zh-CN" sz="32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/>
          </a:r>
          <a:br>
            <a:rPr lang="en-US" altLang="zh-CN" sz="32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</a:br>
          <a:r>
            <a:rPr lang="zh-CN" altLang="en-US" sz="32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技能</a:t>
          </a:r>
          <a:endParaRPr lang="en-US" sz="32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2993742-F9A4-4464-836B-EE7E8A8EFB51}" type="parTrans" cxnId="{F81DB794-6BA8-4697-A4D8-73E594F2C1CC}">
      <dgm:prSet custT="1"/>
      <dgm:spPr/>
      <dgm:t>
        <a:bodyPr/>
        <a:lstStyle/>
        <a:p>
          <a:endParaRPr lang="en-US" sz="32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0562D81-0661-46E0-866C-DC3F69785045}" type="sibTrans" cxnId="{F81DB794-6BA8-4697-A4D8-73E594F2C1CC}">
      <dgm:prSet/>
      <dgm:spPr/>
      <dgm:t>
        <a:bodyPr/>
        <a:lstStyle/>
        <a:p>
          <a:endParaRPr lang="en-US" sz="32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170DB81-A16D-46A8-98DD-E5DDA827F20F}">
      <dgm:prSet phldrT="[文本]" custT="1"/>
      <dgm:spPr>
        <a:solidFill>
          <a:srgbClr val="0070C0"/>
        </a:solidFill>
      </dgm:spPr>
      <dgm:t>
        <a:bodyPr/>
        <a:lstStyle/>
        <a:p>
          <a:r>
            <a:rPr lang="zh-CN" altLang="en-US" sz="32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自我管理技能</a:t>
          </a:r>
          <a:endParaRPr lang="en-US" sz="32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5943EB6-ADD6-4944-95CF-31CBF1D27660}" type="parTrans" cxnId="{DB98A13B-6962-4C1C-8CE5-1940CD19A1F7}">
      <dgm:prSet custT="1"/>
      <dgm:spPr/>
      <dgm:t>
        <a:bodyPr/>
        <a:lstStyle/>
        <a:p>
          <a:endParaRPr lang="en-US" sz="32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D3C7EAA-37C3-4712-9A7A-02C8B78B8F33}" type="sibTrans" cxnId="{DB98A13B-6962-4C1C-8CE5-1940CD19A1F7}">
      <dgm:prSet/>
      <dgm:spPr/>
      <dgm:t>
        <a:bodyPr/>
        <a:lstStyle/>
        <a:p>
          <a:endParaRPr lang="en-US" sz="32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D42E93F-7604-4B57-9B9F-77CA01F0EDAA}" type="pres">
      <dgm:prSet presAssocID="{7F0409E9-8A80-4EDF-9AD1-A9544ED32371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E5118F0-9C9A-45C5-A819-C0567B807DD1}" type="pres">
      <dgm:prSet presAssocID="{7F0409E9-8A80-4EDF-9AD1-A9544ED32371}" presName="hierFlow" presStyleCnt="0"/>
      <dgm:spPr/>
      <dgm:t>
        <a:bodyPr/>
        <a:lstStyle/>
        <a:p>
          <a:endParaRPr lang="zh-CN" altLang="en-US"/>
        </a:p>
      </dgm:t>
    </dgm:pt>
    <dgm:pt modelId="{676EAE63-9B15-4BC8-87E7-2C8490AEE0A4}" type="pres">
      <dgm:prSet presAssocID="{7F0409E9-8A80-4EDF-9AD1-A9544ED32371}" presName="hierChild1" presStyleCnt="0">
        <dgm:presLayoutVars>
          <dgm:chPref val="1"/>
          <dgm:animOne val="branch"/>
          <dgm:animLvl val="lvl"/>
        </dgm:presLayoutVars>
      </dgm:prSet>
      <dgm:spPr/>
      <dgm:t>
        <a:bodyPr/>
        <a:lstStyle/>
        <a:p>
          <a:endParaRPr lang="zh-CN" altLang="en-US"/>
        </a:p>
      </dgm:t>
    </dgm:pt>
    <dgm:pt modelId="{92B1552A-C1B0-4B31-95F1-C08D171EC038}" type="pres">
      <dgm:prSet presAssocID="{53333469-AE40-4573-A320-42250F1F3C18}" presName="Name14" presStyleCnt="0"/>
      <dgm:spPr/>
      <dgm:t>
        <a:bodyPr/>
        <a:lstStyle/>
        <a:p>
          <a:endParaRPr lang="zh-CN" altLang="en-US"/>
        </a:p>
      </dgm:t>
    </dgm:pt>
    <dgm:pt modelId="{87459076-1143-4CD5-88DE-30ED5436DE4A}" type="pres">
      <dgm:prSet presAssocID="{53333469-AE40-4573-A320-42250F1F3C18}" presName="level1Shap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6E9CF5C-1A15-4276-9F44-D6EFDDACC060}" type="pres">
      <dgm:prSet presAssocID="{53333469-AE40-4573-A320-42250F1F3C18}" presName="hierChild2" presStyleCnt="0"/>
      <dgm:spPr/>
      <dgm:t>
        <a:bodyPr/>
        <a:lstStyle/>
        <a:p>
          <a:endParaRPr lang="zh-CN" altLang="en-US"/>
        </a:p>
      </dgm:t>
    </dgm:pt>
    <dgm:pt modelId="{7EAC7505-CAD2-4515-A645-0AF7F7D58ED2}" type="pres">
      <dgm:prSet presAssocID="{4B48FF2A-46A3-4E23-96C9-144440321214}" presName="Name19" presStyleLbl="parChTrans1D2" presStyleIdx="0" presStyleCnt="3"/>
      <dgm:spPr/>
      <dgm:t>
        <a:bodyPr/>
        <a:lstStyle/>
        <a:p>
          <a:endParaRPr lang="en-US"/>
        </a:p>
      </dgm:t>
    </dgm:pt>
    <dgm:pt modelId="{55B92D58-0B6D-47F3-8268-E0A205C375FA}" type="pres">
      <dgm:prSet presAssocID="{9785ECA9-F4BA-4E84-877C-D8A1643321C5}" presName="Name21" presStyleCnt="0"/>
      <dgm:spPr/>
      <dgm:t>
        <a:bodyPr/>
        <a:lstStyle/>
        <a:p>
          <a:endParaRPr lang="zh-CN" altLang="en-US"/>
        </a:p>
      </dgm:t>
    </dgm:pt>
    <dgm:pt modelId="{4E67C824-D2D6-4C89-B1B0-3A9CFF3CC0E5}" type="pres">
      <dgm:prSet presAssocID="{9785ECA9-F4BA-4E84-877C-D8A1643321C5}" presName="level2Shape" presStyleLbl="node2" presStyleIdx="0" presStyleCnt="3"/>
      <dgm:spPr/>
      <dgm:t>
        <a:bodyPr/>
        <a:lstStyle/>
        <a:p>
          <a:endParaRPr lang="en-US"/>
        </a:p>
      </dgm:t>
    </dgm:pt>
    <dgm:pt modelId="{5061D141-2AA9-45D2-AC5E-AB90041AEB68}" type="pres">
      <dgm:prSet presAssocID="{9785ECA9-F4BA-4E84-877C-D8A1643321C5}" presName="hierChild3" presStyleCnt="0"/>
      <dgm:spPr/>
      <dgm:t>
        <a:bodyPr/>
        <a:lstStyle/>
        <a:p>
          <a:endParaRPr lang="zh-CN" altLang="en-US"/>
        </a:p>
      </dgm:t>
    </dgm:pt>
    <dgm:pt modelId="{68D3F45D-C1D9-46DE-BF29-BDE761B3E596}" type="pres">
      <dgm:prSet presAssocID="{C2993742-F9A4-4464-836B-EE7E8A8EFB51}" presName="Name19" presStyleLbl="parChTrans1D2" presStyleIdx="1" presStyleCnt="3"/>
      <dgm:spPr/>
      <dgm:t>
        <a:bodyPr/>
        <a:lstStyle/>
        <a:p>
          <a:endParaRPr lang="en-US"/>
        </a:p>
      </dgm:t>
    </dgm:pt>
    <dgm:pt modelId="{82425E04-427E-4EA6-98D4-3A10F2693BCC}" type="pres">
      <dgm:prSet presAssocID="{43BA9EFA-A33B-407B-BE3F-476BC273E795}" presName="Name21" presStyleCnt="0"/>
      <dgm:spPr/>
      <dgm:t>
        <a:bodyPr/>
        <a:lstStyle/>
        <a:p>
          <a:endParaRPr lang="zh-CN" altLang="en-US"/>
        </a:p>
      </dgm:t>
    </dgm:pt>
    <dgm:pt modelId="{2ECE52FB-9B4F-455B-831B-75C2350AE354}" type="pres">
      <dgm:prSet presAssocID="{43BA9EFA-A33B-407B-BE3F-476BC273E795}" presName="level2Shape" presStyleLbl="node2" presStyleIdx="1" presStyleCnt="3"/>
      <dgm:spPr/>
      <dgm:t>
        <a:bodyPr/>
        <a:lstStyle/>
        <a:p>
          <a:endParaRPr lang="en-US"/>
        </a:p>
      </dgm:t>
    </dgm:pt>
    <dgm:pt modelId="{D4D9E372-84FD-4AAC-93E3-D3054140D85E}" type="pres">
      <dgm:prSet presAssocID="{43BA9EFA-A33B-407B-BE3F-476BC273E795}" presName="hierChild3" presStyleCnt="0"/>
      <dgm:spPr/>
      <dgm:t>
        <a:bodyPr/>
        <a:lstStyle/>
        <a:p>
          <a:endParaRPr lang="zh-CN" altLang="en-US"/>
        </a:p>
      </dgm:t>
    </dgm:pt>
    <dgm:pt modelId="{C0B50B1A-3095-49E3-8E66-35C14A3DF1DA}" type="pres">
      <dgm:prSet presAssocID="{85943EB6-ADD6-4944-95CF-31CBF1D27660}" presName="Name19" presStyleLbl="parChTrans1D2" presStyleIdx="2" presStyleCnt="3"/>
      <dgm:spPr/>
      <dgm:t>
        <a:bodyPr/>
        <a:lstStyle/>
        <a:p>
          <a:endParaRPr lang="en-US"/>
        </a:p>
      </dgm:t>
    </dgm:pt>
    <dgm:pt modelId="{B143BD16-5A99-43F8-8E40-A6E0E8C0C5E3}" type="pres">
      <dgm:prSet presAssocID="{D170DB81-A16D-46A8-98DD-E5DDA827F20F}" presName="Name21" presStyleCnt="0"/>
      <dgm:spPr/>
      <dgm:t>
        <a:bodyPr/>
        <a:lstStyle/>
        <a:p>
          <a:endParaRPr lang="zh-CN" altLang="en-US"/>
        </a:p>
      </dgm:t>
    </dgm:pt>
    <dgm:pt modelId="{D3C7B78A-D74C-40E3-967A-C8F9EB3280DF}" type="pres">
      <dgm:prSet presAssocID="{D170DB81-A16D-46A8-98DD-E5DDA827F20F}" presName="level2Shape" presStyleLbl="node2" presStyleIdx="2" presStyleCnt="3"/>
      <dgm:spPr/>
      <dgm:t>
        <a:bodyPr/>
        <a:lstStyle/>
        <a:p>
          <a:endParaRPr lang="en-US"/>
        </a:p>
      </dgm:t>
    </dgm:pt>
    <dgm:pt modelId="{BC506A09-E659-48F0-AACE-269CBFDA1208}" type="pres">
      <dgm:prSet presAssocID="{D170DB81-A16D-46A8-98DD-E5DDA827F20F}" presName="hierChild3" presStyleCnt="0"/>
      <dgm:spPr/>
      <dgm:t>
        <a:bodyPr/>
        <a:lstStyle/>
        <a:p>
          <a:endParaRPr lang="zh-CN" altLang="en-US"/>
        </a:p>
      </dgm:t>
    </dgm:pt>
    <dgm:pt modelId="{CDA40CF6-7880-4DC2-B6E9-230723AD050B}" type="pres">
      <dgm:prSet presAssocID="{7F0409E9-8A80-4EDF-9AD1-A9544ED32371}" presName="bgShapesFlow" presStyleCnt="0"/>
      <dgm:spPr/>
      <dgm:t>
        <a:bodyPr/>
        <a:lstStyle/>
        <a:p>
          <a:endParaRPr lang="zh-CN" altLang="en-US"/>
        </a:p>
      </dgm:t>
    </dgm:pt>
  </dgm:ptLst>
  <dgm:cxnLst>
    <dgm:cxn modelId="{A3B8E1C3-E43B-47B8-BB94-4695302BB30A}" type="presOf" srcId="{D170DB81-A16D-46A8-98DD-E5DDA827F20F}" destId="{D3C7B78A-D74C-40E3-967A-C8F9EB3280DF}" srcOrd="0" destOrd="0" presId="urn:microsoft.com/office/officeart/2005/8/layout/hierarchy6"/>
    <dgm:cxn modelId="{94BAC77F-C6F7-4D72-9044-669F9CA42D5E}" type="presOf" srcId="{4B48FF2A-46A3-4E23-96C9-144440321214}" destId="{7EAC7505-CAD2-4515-A645-0AF7F7D58ED2}" srcOrd="0" destOrd="0" presId="urn:microsoft.com/office/officeart/2005/8/layout/hierarchy6"/>
    <dgm:cxn modelId="{37766133-9A8C-460F-8EC4-38E28ADB3E9D}" type="presOf" srcId="{85943EB6-ADD6-4944-95CF-31CBF1D27660}" destId="{C0B50B1A-3095-49E3-8E66-35C14A3DF1DA}" srcOrd="0" destOrd="0" presId="urn:microsoft.com/office/officeart/2005/8/layout/hierarchy6"/>
    <dgm:cxn modelId="{3B878259-4B66-4111-9C4D-A182FB955CE6}" type="presOf" srcId="{43BA9EFA-A33B-407B-BE3F-476BC273E795}" destId="{2ECE52FB-9B4F-455B-831B-75C2350AE354}" srcOrd="0" destOrd="0" presId="urn:microsoft.com/office/officeart/2005/8/layout/hierarchy6"/>
    <dgm:cxn modelId="{8E40C7AF-7D41-42A6-91F4-4E0B6DCAB6E9}" srcId="{53333469-AE40-4573-A320-42250F1F3C18}" destId="{9785ECA9-F4BA-4E84-877C-D8A1643321C5}" srcOrd="0" destOrd="0" parTransId="{4B48FF2A-46A3-4E23-96C9-144440321214}" sibTransId="{0699B210-0C2D-44BD-AB9E-E71A677D53F7}"/>
    <dgm:cxn modelId="{498FDE4F-9211-4B96-B7BE-C93EDB6B70B7}" srcId="{7F0409E9-8A80-4EDF-9AD1-A9544ED32371}" destId="{53333469-AE40-4573-A320-42250F1F3C18}" srcOrd="0" destOrd="0" parTransId="{AC79A729-F37E-4782-8EC3-D141FD6B0730}" sibTransId="{0345AAF6-A196-405D-82A0-4DFDAE1454B9}"/>
    <dgm:cxn modelId="{35CD172F-BEA1-4C76-BD20-E368782280AC}" type="presOf" srcId="{7F0409E9-8A80-4EDF-9AD1-A9544ED32371}" destId="{8D42E93F-7604-4B57-9B9F-77CA01F0EDAA}" srcOrd="0" destOrd="0" presId="urn:microsoft.com/office/officeart/2005/8/layout/hierarchy6"/>
    <dgm:cxn modelId="{40E23DDF-3A52-42B8-A139-18B10823E13D}" type="presOf" srcId="{C2993742-F9A4-4464-836B-EE7E8A8EFB51}" destId="{68D3F45D-C1D9-46DE-BF29-BDE761B3E596}" srcOrd="0" destOrd="0" presId="urn:microsoft.com/office/officeart/2005/8/layout/hierarchy6"/>
    <dgm:cxn modelId="{E11D2D08-DCE3-4B82-BE43-4A7612D830F0}" type="presOf" srcId="{9785ECA9-F4BA-4E84-877C-D8A1643321C5}" destId="{4E67C824-D2D6-4C89-B1B0-3A9CFF3CC0E5}" srcOrd="0" destOrd="0" presId="urn:microsoft.com/office/officeart/2005/8/layout/hierarchy6"/>
    <dgm:cxn modelId="{F81DB794-6BA8-4697-A4D8-73E594F2C1CC}" srcId="{53333469-AE40-4573-A320-42250F1F3C18}" destId="{43BA9EFA-A33B-407B-BE3F-476BC273E795}" srcOrd="1" destOrd="0" parTransId="{C2993742-F9A4-4464-836B-EE7E8A8EFB51}" sibTransId="{20562D81-0661-46E0-866C-DC3F69785045}"/>
    <dgm:cxn modelId="{DB98A13B-6962-4C1C-8CE5-1940CD19A1F7}" srcId="{53333469-AE40-4573-A320-42250F1F3C18}" destId="{D170DB81-A16D-46A8-98DD-E5DDA827F20F}" srcOrd="2" destOrd="0" parTransId="{85943EB6-ADD6-4944-95CF-31CBF1D27660}" sibTransId="{5D3C7EAA-37C3-4712-9A7A-02C8B78B8F33}"/>
    <dgm:cxn modelId="{38220082-F42C-4430-97D6-42B9DCA314F9}" type="presOf" srcId="{53333469-AE40-4573-A320-42250F1F3C18}" destId="{87459076-1143-4CD5-88DE-30ED5436DE4A}" srcOrd="0" destOrd="0" presId="urn:microsoft.com/office/officeart/2005/8/layout/hierarchy6"/>
    <dgm:cxn modelId="{08A28732-5F91-45E4-B669-F96E7587D439}" type="presParOf" srcId="{8D42E93F-7604-4B57-9B9F-77CA01F0EDAA}" destId="{0E5118F0-9C9A-45C5-A819-C0567B807DD1}" srcOrd="0" destOrd="0" presId="urn:microsoft.com/office/officeart/2005/8/layout/hierarchy6"/>
    <dgm:cxn modelId="{24D99402-A4EF-4D05-998F-F9DED23596FB}" type="presParOf" srcId="{0E5118F0-9C9A-45C5-A819-C0567B807DD1}" destId="{676EAE63-9B15-4BC8-87E7-2C8490AEE0A4}" srcOrd="0" destOrd="0" presId="urn:microsoft.com/office/officeart/2005/8/layout/hierarchy6"/>
    <dgm:cxn modelId="{4406A812-49E7-4DCD-AF68-B614775A5960}" type="presParOf" srcId="{676EAE63-9B15-4BC8-87E7-2C8490AEE0A4}" destId="{92B1552A-C1B0-4B31-95F1-C08D171EC038}" srcOrd="0" destOrd="0" presId="urn:microsoft.com/office/officeart/2005/8/layout/hierarchy6"/>
    <dgm:cxn modelId="{48FC804A-3DEB-436D-9883-74B1F50E9D98}" type="presParOf" srcId="{92B1552A-C1B0-4B31-95F1-C08D171EC038}" destId="{87459076-1143-4CD5-88DE-30ED5436DE4A}" srcOrd="0" destOrd="0" presId="urn:microsoft.com/office/officeart/2005/8/layout/hierarchy6"/>
    <dgm:cxn modelId="{EC84045B-4F2C-4249-9F64-E5B7CAA97BEA}" type="presParOf" srcId="{92B1552A-C1B0-4B31-95F1-C08D171EC038}" destId="{76E9CF5C-1A15-4276-9F44-D6EFDDACC060}" srcOrd="1" destOrd="0" presId="urn:microsoft.com/office/officeart/2005/8/layout/hierarchy6"/>
    <dgm:cxn modelId="{EB290F77-3CB6-4A3F-9C92-BA3319429509}" type="presParOf" srcId="{76E9CF5C-1A15-4276-9F44-D6EFDDACC060}" destId="{7EAC7505-CAD2-4515-A645-0AF7F7D58ED2}" srcOrd="0" destOrd="0" presId="urn:microsoft.com/office/officeart/2005/8/layout/hierarchy6"/>
    <dgm:cxn modelId="{22D7F84F-2370-4D9B-A93E-A08ADCDE8BD1}" type="presParOf" srcId="{76E9CF5C-1A15-4276-9F44-D6EFDDACC060}" destId="{55B92D58-0B6D-47F3-8268-E0A205C375FA}" srcOrd="1" destOrd="0" presId="urn:microsoft.com/office/officeart/2005/8/layout/hierarchy6"/>
    <dgm:cxn modelId="{25F143E4-79A4-4B5D-826F-F7C3F77882F4}" type="presParOf" srcId="{55B92D58-0B6D-47F3-8268-E0A205C375FA}" destId="{4E67C824-D2D6-4C89-B1B0-3A9CFF3CC0E5}" srcOrd="0" destOrd="0" presId="urn:microsoft.com/office/officeart/2005/8/layout/hierarchy6"/>
    <dgm:cxn modelId="{ABE14DA2-31EF-49AE-A088-349E9C7802BF}" type="presParOf" srcId="{55B92D58-0B6D-47F3-8268-E0A205C375FA}" destId="{5061D141-2AA9-45D2-AC5E-AB90041AEB68}" srcOrd="1" destOrd="0" presId="urn:microsoft.com/office/officeart/2005/8/layout/hierarchy6"/>
    <dgm:cxn modelId="{4A2D7EA1-270E-4874-ACA4-96BA86186095}" type="presParOf" srcId="{76E9CF5C-1A15-4276-9F44-D6EFDDACC060}" destId="{68D3F45D-C1D9-46DE-BF29-BDE761B3E596}" srcOrd="2" destOrd="0" presId="urn:microsoft.com/office/officeart/2005/8/layout/hierarchy6"/>
    <dgm:cxn modelId="{1F82EF42-068B-457D-AA5C-B9728E56ADCA}" type="presParOf" srcId="{76E9CF5C-1A15-4276-9F44-D6EFDDACC060}" destId="{82425E04-427E-4EA6-98D4-3A10F2693BCC}" srcOrd="3" destOrd="0" presId="urn:microsoft.com/office/officeart/2005/8/layout/hierarchy6"/>
    <dgm:cxn modelId="{AA112128-6037-4CB9-B278-30B480B3A7B1}" type="presParOf" srcId="{82425E04-427E-4EA6-98D4-3A10F2693BCC}" destId="{2ECE52FB-9B4F-455B-831B-75C2350AE354}" srcOrd="0" destOrd="0" presId="urn:microsoft.com/office/officeart/2005/8/layout/hierarchy6"/>
    <dgm:cxn modelId="{987DAB15-6B86-4C80-ABA1-E0E5DF05F203}" type="presParOf" srcId="{82425E04-427E-4EA6-98D4-3A10F2693BCC}" destId="{D4D9E372-84FD-4AAC-93E3-D3054140D85E}" srcOrd="1" destOrd="0" presId="urn:microsoft.com/office/officeart/2005/8/layout/hierarchy6"/>
    <dgm:cxn modelId="{A4CBF0DA-F3A2-4058-AE6A-FD53ABD83125}" type="presParOf" srcId="{76E9CF5C-1A15-4276-9F44-D6EFDDACC060}" destId="{C0B50B1A-3095-49E3-8E66-35C14A3DF1DA}" srcOrd="4" destOrd="0" presId="urn:microsoft.com/office/officeart/2005/8/layout/hierarchy6"/>
    <dgm:cxn modelId="{3709AA41-EF0D-49CB-990A-BAE3B2A69D3F}" type="presParOf" srcId="{76E9CF5C-1A15-4276-9F44-D6EFDDACC060}" destId="{B143BD16-5A99-43F8-8E40-A6E0E8C0C5E3}" srcOrd="5" destOrd="0" presId="urn:microsoft.com/office/officeart/2005/8/layout/hierarchy6"/>
    <dgm:cxn modelId="{9DCE80C1-E489-4BD1-8D9E-BE491C243C9B}" type="presParOf" srcId="{B143BD16-5A99-43F8-8E40-A6E0E8C0C5E3}" destId="{D3C7B78A-D74C-40E3-967A-C8F9EB3280DF}" srcOrd="0" destOrd="0" presId="urn:microsoft.com/office/officeart/2005/8/layout/hierarchy6"/>
    <dgm:cxn modelId="{C4A66883-0E18-428D-9ECD-89E7F1C3862E}" type="presParOf" srcId="{B143BD16-5A99-43F8-8E40-A6E0E8C0C5E3}" destId="{BC506A09-E659-48F0-AACE-269CBFDA1208}" srcOrd="1" destOrd="0" presId="urn:microsoft.com/office/officeart/2005/8/layout/hierarchy6"/>
    <dgm:cxn modelId="{BEC647AF-C809-429B-873D-DAE622BCC357}" type="presParOf" srcId="{8D42E93F-7604-4B57-9B9F-77CA01F0EDAA}" destId="{CDA40CF6-7880-4DC2-B6E9-230723AD050B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E301BCD-3F4A-4EE7-BF0B-B1EDF13A6DBC}" type="doc">
      <dgm:prSet loTypeId="urn:microsoft.com/office/officeart/2005/8/layout/venn1" loCatId="relationship" qsTypeId="urn:microsoft.com/office/officeart/2005/8/quickstyle/3d4#1" qsCatId="3D" csTypeId="urn:microsoft.com/office/officeart/2005/8/colors/colorful3#1" csCatId="colorful" phldr="1"/>
      <dgm:spPr/>
    </dgm:pt>
    <dgm:pt modelId="{3EEE89DA-0584-48C5-A032-AF626D75159E}">
      <dgm:prSet phldrT="[文本]" custT="1"/>
      <dgm:spPr/>
      <dgm:t>
        <a:bodyPr anchor="t" anchorCtr="0"/>
        <a:lstStyle/>
        <a:p>
          <a:r>
            <a:rPr lang="zh-CN" altLang="en-US" sz="18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你喜欢做的</a:t>
          </a:r>
          <a:endParaRPr lang="en-US" sz="18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372905F-FF19-44F7-9221-6AFF55883065}" type="parTrans" cxnId="{6CACD09D-E82C-445C-BE92-2F9D59E7C588}">
      <dgm:prSet/>
      <dgm:spPr/>
      <dgm:t>
        <a:bodyPr/>
        <a:lstStyle/>
        <a:p>
          <a:endParaRPr lang="en-US" sz="180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8CE5CCF-6156-4181-840C-08E2AEF7F817}" type="sibTrans" cxnId="{6CACD09D-E82C-445C-BE92-2F9D59E7C588}">
      <dgm:prSet/>
      <dgm:spPr/>
      <dgm:t>
        <a:bodyPr/>
        <a:lstStyle/>
        <a:p>
          <a:endParaRPr lang="en-US" sz="180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BA23FA6-3B9A-4F9D-AF90-0D61FD7C8BF2}">
      <dgm:prSet phldrT="[文本]" custT="1"/>
      <dgm:spPr/>
      <dgm:t>
        <a:bodyPr anchor="b" anchorCtr="1"/>
        <a:lstStyle/>
        <a:p>
          <a:pPr algn="ctr"/>
          <a:endParaRPr lang="en-US" altLang="zh-CN" sz="1800" b="1" dirty="0" smtClean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algn="l"/>
          <a:r>
            <a:rPr lang="zh-CN" altLang="en-US" sz="18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可以用来谋生的</a:t>
          </a:r>
          <a:endParaRPr lang="en-US" sz="18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F3B3142-F00B-4D5C-8624-9AAA137037F1}" type="parTrans" cxnId="{EB40719C-7B4D-407F-A4AD-11B840A10E78}">
      <dgm:prSet/>
      <dgm:spPr/>
      <dgm:t>
        <a:bodyPr/>
        <a:lstStyle/>
        <a:p>
          <a:endParaRPr lang="en-US" sz="180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F5CAFAD-C872-4B0C-8FC8-84030C3A71B9}" type="sibTrans" cxnId="{EB40719C-7B4D-407F-A4AD-11B840A10E78}">
      <dgm:prSet/>
      <dgm:spPr/>
      <dgm:t>
        <a:bodyPr/>
        <a:lstStyle/>
        <a:p>
          <a:endParaRPr lang="en-US" sz="180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449B39C-A2CC-48D5-B731-6809F669B95A}">
      <dgm:prSet phldrT="[文本]" custT="1"/>
      <dgm:spPr/>
      <dgm:t>
        <a:bodyPr anchor="b" anchorCtr="1"/>
        <a:lstStyle/>
        <a:p>
          <a:endParaRPr lang="en-US" altLang="zh-CN" sz="1800" b="1" dirty="0" smtClean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r>
            <a:rPr lang="zh-CN" altLang="en-US" sz="18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你擅长做的</a:t>
          </a:r>
          <a:endParaRPr lang="en-US" sz="18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5A89835-8829-4218-94A4-1CFE17D64A1E}" type="parTrans" cxnId="{A296ABF1-FF06-4917-8591-0EA1433CD344}">
      <dgm:prSet/>
      <dgm:spPr/>
      <dgm:t>
        <a:bodyPr/>
        <a:lstStyle/>
        <a:p>
          <a:endParaRPr lang="en-US" sz="180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1FB8075-30BA-4224-BA73-4E533F8EE8AD}" type="sibTrans" cxnId="{A296ABF1-FF06-4917-8591-0EA1433CD344}">
      <dgm:prSet/>
      <dgm:spPr/>
      <dgm:t>
        <a:bodyPr/>
        <a:lstStyle/>
        <a:p>
          <a:endParaRPr lang="en-US" sz="180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B31DA55-9DCC-4586-9571-D85ADBE05431}" type="pres">
      <dgm:prSet presAssocID="{2E301BCD-3F4A-4EE7-BF0B-B1EDF13A6DBC}" presName="compositeShape" presStyleCnt="0">
        <dgm:presLayoutVars>
          <dgm:chMax val="7"/>
          <dgm:dir/>
          <dgm:resizeHandles val="exact"/>
        </dgm:presLayoutVars>
      </dgm:prSet>
      <dgm:spPr/>
    </dgm:pt>
    <dgm:pt modelId="{AF7C7617-6054-4D2D-8CD9-C392F050928E}" type="pres">
      <dgm:prSet presAssocID="{3EEE89DA-0584-48C5-A032-AF626D75159E}" presName="circ1" presStyleLbl="vennNode1" presStyleIdx="0" presStyleCnt="3"/>
      <dgm:spPr/>
      <dgm:t>
        <a:bodyPr/>
        <a:lstStyle/>
        <a:p>
          <a:endParaRPr lang="en-US"/>
        </a:p>
      </dgm:t>
    </dgm:pt>
    <dgm:pt modelId="{555DFC5B-4142-4F79-969C-2921DA6C3DD0}" type="pres">
      <dgm:prSet presAssocID="{3EEE89DA-0584-48C5-A032-AF626D75159E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89ECE25-397C-443C-A1FF-27B856227AEE}" type="pres">
      <dgm:prSet presAssocID="{1BA23FA6-3B9A-4F9D-AF90-0D61FD7C8BF2}" presName="circ2" presStyleLbl="vennNode1" presStyleIdx="1" presStyleCnt="3"/>
      <dgm:spPr/>
      <dgm:t>
        <a:bodyPr/>
        <a:lstStyle/>
        <a:p>
          <a:endParaRPr lang="en-US"/>
        </a:p>
      </dgm:t>
    </dgm:pt>
    <dgm:pt modelId="{3F4F9DBA-D5D2-4EB1-80D7-D14B0FAA3492}" type="pres">
      <dgm:prSet presAssocID="{1BA23FA6-3B9A-4F9D-AF90-0D61FD7C8BF2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3A444F8-268A-4F59-B7AF-9101F8C99E55}" type="pres">
      <dgm:prSet presAssocID="{D449B39C-A2CC-48D5-B731-6809F669B95A}" presName="circ3" presStyleLbl="vennNode1" presStyleIdx="2" presStyleCnt="3"/>
      <dgm:spPr/>
      <dgm:t>
        <a:bodyPr/>
        <a:lstStyle/>
        <a:p>
          <a:endParaRPr lang="en-US"/>
        </a:p>
      </dgm:t>
    </dgm:pt>
    <dgm:pt modelId="{DE0E4768-EF85-4E55-9EFE-0E33F408019A}" type="pres">
      <dgm:prSet presAssocID="{D449B39C-A2CC-48D5-B731-6809F669B95A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A508CF8-4CB8-4B5F-A2B4-56991D19AB66}" type="presOf" srcId="{1BA23FA6-3B9A-4F9D-AF90-0D61FD7C8BF2}" destId="{3F4F9DBA-D5D2-4EB1-80D7-D14B0FAA3492}" srcOrd="1" destOrd="0" presId="urn:microsoft.com/office/officeart/2005/8/layout/venn1"/>
    <dgm:cxn modelId="{6CACD09D-E82C-445C-BE92-2F9D59E7C588}" srcId="{2E301BCD-3F4A-4EE7-BF0B-B1EDF13A6DBC}" destId="{3EEE89DA-0584-48C5-A032-AF626D75159E}" srcOrd="0" destOrd="0" parTransId="{D372905F-FF19-44F7-9221-6AFF55883065}" sibTransId="{A8CE5CCF-6156-4181-840C-08E2AEF7F817}"/>
    <dgm:cxn modelId="{A7103756-C35F-47A6-B062-9A3E8CC6A143}" type="presOf" srcId="{2E301BCD-3F4A-4EE7-BF0B-B1EDF13A6DBC}" destId="{EB31DA55-9DCC-4586-9571-D85ADBE05431}" srcOrd="0" destOrd="0" presId="urn:microsoft.com/office/officeart/2005/8/layout/venn1"/>
    <dgm:cxn modelId="{EB40719C-7B4D-407F-A4AD-11B840A10E78}" srcId="{2E301BCD-3F4A-4EE7-BF0B-B1EDF13A6DBC}" destId="{1BA23FA6-3B9A-4F9D-AF90-0D61FD7C8BF2}" srcOrd="1" destOrd="0" parTransId="{1F3B3142-F00B-4D5C-8624-9AAA137037F1}" sibTransId="{2F5CAFAD-C872-4B0C-8FC8-84030C3A71B9}"/>
    <dgm:cxn modelId="{3DE4BE43-32F5-4F0E-B9FC-FE9E4ED6E176}" type="presOf" srcId="{D449B39C-A2CC-48D5-B731-6809F669B95A}" destId="{DE0E4768-EF85-4E55-9EFE-0E33F408019A}" srcOrd="1" destOrd="0" presId="urn:microsoft.com/office/officeart/2005/8/layout/venn1"/>
    <dgm:cxn modelId="{90698027-6FD2-4AEC-925E-77E7990E35E7}" type="presOf" srcId="{D449B39C-A2CC-48D5-B731-6809F669B95A}" destId="{73A444F8-268A-4F59-B7AF-9101F8C99E55}" srcOrd="0" destOrd="0" presId="urn:microsoft.com/office/officeart/2005/8/layout/venn1"/>
    <dgm:cxn modelId="{42289E12-7FD4-4F7C-B21C-4156BB463E78}" type="presOf" srcId="{1BA23FA6-3B9A-4F9D-AF90-0D61FD7C8BF2}" destId="{C89ECE25-397C-443C-A1FF-27B856227AEE}" srcOrd="0" destOrd="0" presId="urn:microsoft.com/office/officeart/2005/8/layout/venn1"/>
    <dgm:cxn modelId="{A296ABF1-FF06-4917-8591-0EA1433CD344}" srcId="{2E301BCD-3F4A-4EE7-BF0B-B1EDF13A6DBC}" destId="{D449B39C-A2CC-48D5-B731-6809F669B95A}" srcOrd="2" destOrd="0" parTransId="{25A89835-8829-4218-94A4-1CFE17D64A1E}" sibTransId="{21FB8075-30BA-4224-BA73-4E533F8EE8AD}"/>
    <dgm:cxn modelId="{63166BB7-6505-4A2E-A5CC-48BFDEBA79B5}" type="presOf" srcId="{3EEE89DA-0584-48C5-A032-AF626D75159E}" destId="{555DFC5B-4142-4F79-969C-2921DA6C3DD0}" srcOrd="1" destOrd="0" presId="urn:microsoft.com/office/officeart/2005/8/layout/venn1"/>
    <dgm:cxn modelId="{E7374B7A-FA53-4E8A-8C3B-3BC82E4DE38C}" type="presOf" srcId="{3EEE89DA-0584-48C5-A032-AF626D75159E}" destId="{AF7C7617-6054-4D2D-8CD9-C392F050928E}" srcOrd="0" destOrd="0" presId="urn:microsoft.com/office/officeart/2005/8/layout/venn1"/>
    <dgm:cxn modelId="{CF632249-FC3F-4CD1-ABB3-71E492E57B0B}" type="presParOf" srcId="{EB31DA55-9DCC-4586-9571-D85ADBE05431}" destId="{AF7C7617-6054-4D2D-8CD9-C392F050928E}" srcOrd="0" destOrd="0" presId="urn:microsoft.com/office/officeart/2005/8/layout/venn1"/>
    <dgm:cxn modelId="{B7FBFC1E-BC9B-4331-B4F7-099184EFE116}" type="presParOf" srcId="{EB31DA55-9DCC-4586-9571-D85ADBE05431}" destId="{555DFC5B-4142-4F79-969C-2921DA6C3DD0}" srcOrd="1" destOrd="0" presId="urn:microsoft.com/office/officeart/2005/8/layout/venn1"/>
    <dgm:cxn modelId="{661B018A-863C-4627-BA0E-6400DB667D7A}" type="presParOf" srcId="{EB31DA55-9DCC-4586-9571-D85ADBE05431}" destId="{C89ECE25-397C-443C-A1FF-27B856227AEE}" srcOrd="2" destOrd="0" presId="urn:microsoft.com/office/officeart/2005/8/layout/venn1"/>
    <dgm:cxn modelId="{1348200C-87FC-477F-9A0B-07C09F9C23E2}" type="presParOf" srcId="{EB31DA55-9DCC-4586-9571-D85ADBE05431}" destId="{3F4F9DBA-D5D2-4EB1-80D7-D14B0FAA3492}" srcOrd="3" destOrd="0" presId="urn:microsoft.com/office/officeart/2005/8/layout/venn1"/>
    <dgm:cxn modelId="{AB46B07A-14D1-4C90-B8F7-5A8D60A73BA9}" type="presParOf" srcId="{EB31DA55-9DCC-4586-9571-D85ADBE05431}" destId="{73A444F8-268A-4F59-B7AF-9101F8C99E55}" srcOrd="4" destOrd="0" presId="urn:microsoft.com/office/officeart/2005/8/layout/venn1"/>
    <dgm:cxn modelId="{9D0B4030-57CA-4727-99E5-D73925621BB1}" type="presParOf" srcId="{EB31DA55-9DCC-4586-9571-D85ADBE05431}" destId="{DE0E4768-EF85-4E55-9EFE-0E33F408019A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E301BCD-3F4A-4EE7-BF0B-B1EDF13A6DBC}" type="doc">
      <dgm:prSet loTypeId="urn:microsoft.com/office/officeart/2005/8/layout/venn1" loCatId="relationship" qsTypeId="urn:microsoft.com/office/officeart/2005/8/quickstyle/3d4#2" qsCatId="3D" csTypeId="urn:microsoft.com/office/officeart/2005/8/colors/colorful3#2" csCatId="colorful" phldr="1"/>
      <dgm:spPr/>
    </dgm:pt>
    <dgm:pt modelId="{3EEE89DA-0584-48C5-A032-AF626D75159E}">
      <dgm:prSet phldrT="[文本]" custT="1"/>
      <dgm:spPr/>
      <dgm:t>
        <a:bodyPr anchor="t" anchorCtr="0"/>
        <a:lstStyle/>
        <a:p>
          <a:r>
            <a:rPr lang="zh-CN" altLang="en-US" sz="18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你喜欢做的</a:t>
          </a:r>
          <a:endParaRPr lang="en-US" sz="18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372905F-FF19-44F7-9221-6AFF55883065}" type="parTrans" cxnId="{6CACD09D-E82C-445C-BE92-2F9D59E7C588}">
      <dgm:prSet/>
      <dgm:spPr/>
      <dgm:t>
        <a:bodyPr/>
        <a:lstStyle/>
        <a:p>
          <a:endParaRPr lang="en-US" sz="180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8CE5CCF-6156-4181-840C-08E2AEF7F817}" type="sibTrans" cxnId="{6CACD09D-E82C-445C-BE92-2F9D59E7C588}">
      <dgm:prSet/>
      <dgm:spPr/>
      <dgm:t>
        <a:bodyPr/>
        <a:lstStyle/>
        <a:p>
          <a:endParaRPr lang="en-US" sz="180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BA23FA6-3B9A-4F9D-AF90-0D61FD7C8BF2}">
      <dgm:prSet phldrT="[文本]" custT="1"/>
      <dgm:spPr/>
      <dgm:t>
        <a:bodyPr anchor="b" anchorCtr="1"/>
        <a:lstStyle/>
        <a:p>
          <a:pPr algn="ctr"/>
          <a:endParaRPr lang="en-US" altLang="zh-CN" sz="1800" b="1" dirty="0" smtClean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algn="l"/>
          <a:r>
            <a:rPr lang="zh-CN" altLang="en-US" sz="18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可以用来谋生的</a:t>
          </a:r>
          <a:endParaRPr lang="en-US" sz="18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F3B3142-F00B-4D5C-8624-9AAA137037F1}" type="parTrans" cxnId="{EB40719C-7B4D-407F-A4AD-11B840A10E78}">
      <dgm:prSet/>
      <dgm:spPr/>
      <dgm:t>
        <a:bodyPr/>
        <a:lstStyle/>
        <a:p>
          <a:endParaRPr lang="en-US" sz="180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F5CAFAD-C872-4B0C-8FC8-84030C3A71B9}" type="sibTrans" cxnId="{EB40719C-7B4D-407F-A4AD-11B840A10E78}">
      <dgm:prSet/>
      <dgm:spPr/>
      <dgm:t>
        <a:bodyPr/>
        <a:lstStyle/>
        <a:p>
          <a:endParaRPr lang="en-US" sz="180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449B39C-A2CC-48D5-B731-6809F669B95A}">
      <dgm:prSet phldrT="[文本]" custT="1"/>
      <dgm:spPr/>
      <dgm:t>
        <a:bodyPr anchor="b" anchorCtr="1"/>
        <a:lstStyle/>
        <a:p>
          <a:endParaRPr lang="en-US" altLang="zh-CN" sz="1800" b="1" dirty="0" smtClean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r>
            <a:rPr lang="zh-CN" altLang="en-US" sz="18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你擅长做的</a:t>
          </a:r>
          <a:endParaRPr lang="en-US" sz="18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5A89835-8829-4218-94A4-1CFE17D64A1E}" type="parTrans" cxnId="{A296ABF1-FF06-4917-8591-0EA1433CD344}">
      <dgm:prSet/>
      <dgm:spPr/>
      <dgm:t>
        <a:bodyPr/>
        <a:lstStyle/>
        <a:p>
          <a:endParaRPr lang="en-US" sz="180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1FB8075-30BA-4224-BA73-4E533F8EE8AD}" type="sibTrans" cxnId="{A296ABF1-FF06-4917-8591-0EA1433CD344}">
      <dgm:prSet/>
      <dgm:spPr/>
      <dgm:t>
        <a:bodyPr/>
        <a:lstStyle/>
        <a:p>
          <a:endParaRPr lang="en-US" sz="1800" b="1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B31DA55-9DCC-4586-9571-D85ADBE05431}" type="pres">
      <dgm:prSet presAssocID="{2E301BCD-3F4A-4EE7-BF0B-B1EDF13A6DBC}" presName="compositeShape" presStyleCnt="0">
        <dgm:presLayoutVars>
          <dgm:chMax val="7"/>
          <dgm:dir/>
          <dgm:resizeHandles val="exact"/>
        </dgm:presLayoutVars>
      </dgm:prSet>
      <dgm:spPr/>
    </dgm:pt>
    <dgm:pt modelId="{AF7C7617-6054-4D2D-8CD9-C392F050928E}" type="pres">
      <dgm:prSet presAssocID="{3EEE89DA-0584-48C5-A032-AF626D75159E}" presName="circ1" presStyleLbl="vennNode1" presStyleIdx="0" presStyleCnt="3"/>
      <dgm:spPr/>
      <dgm:t>
        <a:bodyPr/>
        <a:lstStyle/>
        <a:p>
          <a:endParaRPr lang="en-US"/>
        </a:p>
      </dgm:t>
    </dgm:pt>
    <dgm:pt modelId="{555DFC5B-4142-4F79-969C-2921DA6C3DD0}" type="pres">
      <dgm:prSet presAssocID="{3EEE89DA-0584-48C5-A032-AF626D75159E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89ECE25-397C-443C-A1FF-27B856227AEE}" type="pres">
      <dgm:prSet presAssocID="{1BA23FA6-3B9A-4F9D-AF90-0D61FD7C8BF2}" presName="circ2" presStyleLbl="vennNode1" presStyleIdx="1" presStyleCnt="3"/>
      <dgm:spPr/>
      <dgm:t>
        <a:bodyPr/>
        <a:lstStyle/>
        <a:p>
          <a:endParaRPr lang="en-US"/>
        </a:p>
      </dgm:t>
    </dgm:pt>
    <dgm:pt modelId="{3F4F9DBA-D5D2-4EB1-80D7-D14B0FAA3492}" type="pres">
      <dgm:prSet presAssocID="{1BA23FA6-3B9A-4F9D-AF90-0D61FD7C8BF2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3A444F8-268A-4F59-B7AF-9101F8C99E55}" type="pres">
      <dgm:prSet presAssocID="{D449B39C-A2CC-48D5-B731-6809F669B95A}" presName="circ3" presStyleLbl="vennNode1" presStyleIdx="2" presStyleCnt="3"/>
      <dgm:spPr/>
      <dgm:t>
        <a:bodyPr/>
        <a:lstStyle/>
        <a:p>
          <a:endParaRPr lang="en-US"/>
        </a:p>
      </dgm:t>
    </dgm:pt>
    <dgm:pt modelId="{DE0E4768-EF85-4E55-9EFE-0E33F408019A}" type="pres">
      <dgm:prSet presAssocID="{D449B39C-A2CC-48D5-B731-6809F669B95A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CACD09D-E82C-445C-BE92-2F9D59E7C588}" srcId="{2E301BCD-3F4A-4EE7-BF0B-B1EDF13A6DBC}" destId="{3EEE89DA-0584-48C5-A032-AF626D75159E}" srcOrd="0" destOrd="0" parTransId="{D372905F-FF19-44F7-9221-6AFF55883065}" sibTransId="{A8CE5CCF-6156-4181-840C-08E2AEF7F817}"/>
    <dgm:cxn modelId="{3D72AF01-0AF8-4710-96C0-07AFF6240437}" type="presOf" srcId="{1BA23FA6-3B9A-4F9D-AF90-0D61FD7C8BF2}" destId="{3F4F9DBA-D5D2-4EB1-80D7-D14B0FAA3492}" srcOrd="1" destOrd="0" presId="urn:microsoft.com/office/officeart/2005/8/layout/venn1"/>
    <dgm:cxn modelId="{4F9386C6-5A85-4F1B-BE36-6FE0C1FCFE26}" type="presOf" srcId="{3EEE89DA-0584-48C5-A032-AF626D75159E}" destId="{555DFC5B-4142-4F79-969C-2921DA6C3DD0}" srcOrd="1" destOrd="0" presId="urn:microsoft.com/office/officeart/2005/8/layout/venn1"/>
    <dgm:cxn modelId="{9325AE6B-8995-4833-A321-0CB1EF3687E6}" type="presOf" srcId="{3EEE89DA-0584-48C5-A032-AF626D75159E}" destId="{AF7C7617-6054-4D2D-8CD9-C392F050928E}" srcOrd="0" destOrd="0" presId="urn:microsoft.com/office/officeart/2005/8/layout/venn1"/>
    <dgm:cxn modelId="{EB40719C-7B4D-407F-A4AD-11B840A10E78}" srcId="{2E301BCD-3F4A-4EE7-BF0B-B1EDF13A6DBC}" destId="{1BA23FA6-3B9A-4F9D-AF90-0D61FD7C8BF2}" srcOrd="1" destOrd="0" parTransId="{1F3B3142-F00B-4D5C-8624-9AAA137037F1}" sibTransId="{2F5CAFAD-C872-4B0C-8FC8-84030C3A71B9}"/>
    <dgm:cxn modelId="{85C7A406-F892-471C-8071-71008414D2DF}" type="presOf" srcId="{D449B39C-A2CC-48D5-B731-6809F669B95A}" destId="{73A444F8-268A-4F59-B7AF-9101F8C99E55}" srcOrd="0" destOrd="0" presId="urn:microsoft.com/office/officeart/2005/8/layout/venn1"/>
    <dgm:cxn modelId="{A296ABF1-FF06-4917-8591-0EA1433CD344}" srcId="{2E301BCD-3F4A-4EE7-BF0B-B1EDF13A6DBC}" destId="{D449B39C-A2CC-48D5-B731-6809F669B95A}" srcOrd="2" destOrd="0" parTransId="{25A89835-8829-4218-94A4-1CFE17D64A1E}" sibTransId="{21FB8075-30BA-4224-BA73-4E533F8EE8AD}"/>
    <dgm:cxn modelId="{F10D57D9-4144-4E4D-B84B-234CD35CAAFD}" type="presOf" srcId="{2E301BCD-3F4A-4EE7-BF0B-B1EDF13A6DBC}" destId="{EB31DA55-9DCC-4586-9571-D85ADBE05431}" srcOrd="0" destOrd="0" presId="urn:microsoft.com/office/officeart/2005/8/layout/venn1"/>
    <dgm:cxn modelId="{91613E25-A0AE-4437-8A1A-3ECEEDD4D852}" type="presOf" srcId="{D449B39C-A2CC-48D5-B731-6809F669B95A}" destId="{DE0E4768-EF85-4E55-9EFE-0E33F408019A}" srcOrd="1" destOrd="0" presId="urn:microsoft.com/office/officeart/2005/8/layout/venn1"/>
    <dgm:cxn modelId="{E36A53BB-575E-4D4D-806F-DCBEA04CB9D0}" type="presOf" srcId="{1BA23FA6-3B9A-4F9D-AF90-0D61FD7C8BF2}" destId="{C89ECE25-397C-443C-A1FF-27B856227AEE}" srcOrd="0" destOrd="0" presId="urn:microsoft.com/office/officeart/2005/8/layout/venn1"/>
    <dgm:cxn modelId="{B03E7797-3B08-44F8-8B60-A38049BD591B}" type="presParOf" srcId="{EB31DA55-9DCC-4586-9571-D85ADBE05431}" destId="{AF7C7617-6054-4D2D-8CD9-C392F050928E}" srcOrd="0" destOrd="0" presId="urn:microsoft.com/office/officeart/2005/8/layout/venn1"/>
    <dgm:cxn modelId="{368FBF07-FE07-4E05-960A-1A268EF75B53}" type="presParOf" srcId="{EB31DA55-9DCC-4586-9571-D85ADBE05431}" destId="{555DFC5B-4142-4F79-969C-2921DA6C3DD0}" srcOrd="1" destOrd="0" presId="urn:microsoft.com/office/officeart/2005/8/layout/venn1"/>
    <dgm:cxn modelId="{009632A0-81F3-4673-89F3-81ABDEDF7C30}" type="presParOf" srcId="{EB31DA55-9DCC-4586-9571-D85ADBE05431}" destId="{C89ECE25-397C-443C-A1FF-27B856227AEE}" srcOrd="2" destOrd="0" presId="urn:microsoft.com/office/officeart/2005/8/layout/venn1"/>
    <dgm:cxn modelId="{4F88E75E-8460-4448-AA96-59E31472BBA6}" type="presParOf" srcId="{EB31DA55-9DCC-4586-9571-D85ADBE05431}" destId="{3F4F9DBA-D5D2-4EB1-80D7-D14B0FAA3492}" srcOrd="3" destOrd="0" presId="urn:microsoft.com/office/officeart/2005/8/layout/venn1"/>
    <dgm:cxn modelId="{6F7130A0-AC80-4C07-B2DC-F87A7A15370C}" type="presParOf" srcId="{EB31DA55-9DCC-4586-9571-D85ADBE05431}" destId="{73A444F8-268A-4F59-B7AF-9101F8C99E55}" srcOrd="4" destOrd="0" presId="urn:microsoft.com/office/officeart/2005/8/layout/venn1"/>
    <dgm:cxn modelId="{8DC29E3E-354B-44CE-88B2-58AEE70659B3}" type="presParOf" srcId="{EB31DA55-9DCC-4586-9571-D85ADBE05431}" destId="{DE0E4768-EF85-4E55-9EFE-0E33F408019A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2F787F1-0971-4908-9418-EDD686A9CA19}" type="doc">
      <dgm:prSet loTypeId="urn:microsoft.com/office/officeart/2005/8/layout/equation1" loCatId="process" qsTypeId="urn:microsoft.com/office/officeart/2005/8/quickstyle/simple1#4" qsCatId="simple" csTypeId="urn:microsoft.com/office/officeart/2005/8/colors/colorful1#1" csCatId="colorful" phldr="1"/>
      <dgm:spPr/>
    </dgm:pt>
    <dgm:pt modelId="{63461C8B-72B0-4F9F-8361-8AC4E5DAB450}">
      <dgm:prSet phldrT="[文本]" custT="1"/>
      <dgm:spPr/>
      <dgm:t>
        <a:bodyPr/>
        <a:lstStyle/>
        <a:p>
          <a:r>
            <a:rPr lang="zh-CN" altLang="en-US" sz="28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兴趣</a:t>
          </a:r>
          <a:endParaRPr lang="en-US" sz="28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CBA218D-6D7A-40DB-A4A8-A735004DE82B}" type="parTrans" cxnId="{5F9C9858-84DB-4B54-B83B-4A9E63EE5037}">
      <dgm:prSet/>
      <dgm:spPr/>
      <dgm:t>
        <a:bodyPr/>
        <a:lstStyle/>
        <a:p>
          <a:endParaRPr lang="en-US" sz="2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CF25A43-2CCA-4ACE-A8B5-B21326BBA523}" type="sibTrans" cxnId="{5F9C9858-84DB-4B54-B83B-4A9E63EE5037}">
      <dgm:prSet custT="1"/>
      <dgm:spPr/>
      <dgm:t>
        <a:bodyPr/>
        <a:lstStyle/>
        <a:p>
          <a:endParaRPr lang="en-US" sz="2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9AEEAA6-09CD-43E3-B6D0-630DDFD23B63}">
      <dgm:prSet phldrT="[文本]" custT="1"/>
      <dgm:spPr/>
      <dgm:t>
        <a:bodyPr/>
        <a:lstStyle/>
        <a:p>
          <a:r>
            <a:rPr lang="zh-CN" altLang="en-US" sz="28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社会需要</a:t>
          </a:r>
          <a:endParaRPr lang="en-US" sz="28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EE8F38F-9E80-4B59-AF88-DC876BDEEAF9}" type="parTrans" cxnId="{E3CAED1D-ECB5-42F7-AE1A-907D7D41246E}">
      <dgm:prSet/>
      <dgm:spPr/>
      <dgm:t>
        <a:bodyPr/>
        <a:lstStyle/>
        <a:p>
          <a:endParaRPr lang="en-US" sz="2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533F047-34B3-419D-A868-33F3903EC3E6}" type="sibTrans" cxnId="{E3CAED1D-ECB5-42F7-AE1A-907D7D41246E}">
      <dgm:prSet custT="1"/>
      <dgm:spPr/>
      <dgm:t>
        <a:bodyPr/>
        <a:lstStyle/>
        <a:p>
          <a:endParaRPr lang="en-US" sz="2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086EF0F-BF01-4815-92E9-AF2DABD35C92}">
      <dgm:prSet phldrT="[文本]" custT="1"/>
      <dgm:spPr/>
      <dgm:t>
        <a:bodyPr/>
        <a:lstStyle/>
        <a:p>
          <a:r>
            <a:rPr lang="zh-CN" altLang="en-US" sz="28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理想工作</a:t>
          </a:r>
          <a:endParaRPr lang="en-US" sz="28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DD0B2B0-1885-4848-A2B9-67A290A331A7}" type="parTrans" cxnId="{72DD1CA3-DA0C-4F15-AB5E-6C59865507F6}">
      <dgm:prSet/>
      <dgm:spPr/>
      <dgm:t>
        <a:bodyPr/>
        <a:lstStyle/>
        <a:p>
          <a:endParaRPr lang="en-US" sz="2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CB0A169-E7CA-4F82-8E6A-12648F1DF4E6}" type="sibTrans" cxnId="{72DD1CA3-DA0C-4F15-AB5E-6C59865507F6}">
      <dgm:prSet/>
      <dgm:spPr/>
      <dgm:t>
        <a:bodyPr/>
        <a:lstStyle/>
        <a:p>
          <a:endParaRPr lang="en-US" sz="28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FFA1733-AC78-46A4-A57F-1AC2F132CC9B}">
      <dgm:prSet phldrT="[文本]" custT="1"/>
      <dgm:spPr/>
      <dgm:t>
        <a:bodyPr/>
        <a:lstStyle/>
        <a:p>
          <a:r>
            <a:rPr lang="zh-CN" altLang="en-US" sz="28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能力</a:t>
          </a:r>
          <a:endParaRPr lang="en-US" sz="28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F669A76-E684-48A5-A7CB-6E7805A8F8C7}" type="parTrans" cxnId="{B23EBA7E-CEDB-4B90-BDBC-5031D95CF7DB}">
      <dgm:prSet/>
      <dgm:spPr/>
      <dgm:t>
        <a:bodyPr/>
        <a:lstStyle/>
        <a:p>
          <a:endParaRPr lang="en-US"/>
        </a:p>
      </dgm:t>
    </dgm:pt>
    <dgm:pt modelId="{1FB0B6E2-2D03-4AA0-9E22-7DFF9D65A18D}" type="sibTrans" cxnId="{B23EBA7E-CEDB-4B90-BDBC-5031D95CF7DB}">
      <dgm:prSet/>
      <dgm:spPr/>
      <dgm:t>
        <a:bodyPr/>
        <a:lstStyle/>
        <a:p>
          <a:endParaRPr lang="en-US"/>
        </a:p>
      </dgm:t>
    </dgm:pt>
    <dgm:pt modelId="{CD451F26-CB7F-4AAD-B2F5-DAC73118637D}" type="pres">
      <dgm:prSet presAssocID="{A2F787F1-0971-4908-9418-EDD686A9CA19}" presName="linearFlow" presStyleCnt="0">
        <dgm:presLayoutVars>
          <dgm:dir/>
          <dgm:resizeHandles val="exact"/>
        </dgm:presLayoutVars>
      </dgm:prSet>
      <dgm:spPr/>
    </dgm:pt>
    <dgm:pt modelId="{9733746C-EAE1-438E-A5CC-E855953052D5}" type="pres">
      <dgm:prSet presAssocID="{63461C8B-72B0-4F9F-8361-8AC4E5DAB450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A06D0A3-0E45-4649-8BC7-B7FEAAC3D057}" type="pres">
      <dgm:prSet presAssocID="{CCF25A43-2CCA-4ACE-A8B5-B21326BBA523}" presName="spacerL" presStyleCnt="0"/>
      <dgm:spPr/>
    </dgm:pt>
    <dgm:pt modelId="{910DA568-EC90-4F58-87E5-AD4E167810DC}" type="pres">
      <dgm:prSet presAssocID="{CCF25A43-2CCA-4ACE-A8B5-B21326BBA523}" presName="sibTrans" presStyleLbl="sibTrans2D1" presStyleIdx="0" presStyleCnt="3"/>
      <dgm:spPr/>
      <dgm:t>
        <a:bodyPr/>
        <a:lstStyle/>
        <a:p>
          <a:endParaRPr lang="en-US"/>
        </a:p>
      </dgm:t>
    </dgm:pt>
    <dgm:pt modelId="{3544979F-825E-453C-87C7-C591B795B728}" type="pres">
      <dgm:prSet presAssocID="{CCF25A43-2CCA-4ACE-A8B5-B21326BBA523}" presName="spacerR" presStyleCnt="0"/>
      <dgm:spPr/>
    </dgm:pt>
    <dgm:pt modelId="{2160F4BE-70F5-442F-B539-07E818189BF1}" type="pres">
      <dgm:prSet presAssocID="{DFFA1733-AC78-46A4-A57F-1AC2F132CC9B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2027E85-42A5-4CBC-B38A-85DF88D31C2F}" type="pres">
      <dgm:prSet presAssocID="{1FB0B6E2-2D03-4AA0-9E22-7DFF9D65A18D}" presName="spacerL" presStyleCnt="0"/>
      <dgm:spPr/>
    </dgm:pt>
    <dgm:pt modelId="{1B21FDBC-C74A-4758-BD0F-CC4CF6D2426F}" type="pres">
      <dgm:prSet presAssocID="{1FB0B6E2-2D03-4AA0-9E22-7DFF9D65A18D}" presName="sibTrans" presStyleLbl="sibTrans2D1" presStyleIdx="1" presStyleCnt="3"/>
      <dgm:spPr/>
      <dgm:t>
        <a:bodyPr/>
        <a:lstStyle/>
        <a:p>
          <a:endParaRPr lang="en-US"/>
        </a:p>
      </dgm:t>
    </dgm:pt>
    <dgm:pt modelId="{135AEAE9-4261-47BF-9510-1EFC628202D2}" type="pres">
      <dgm:prSet presAssocID="{1FB0B6E2-2D03-4AA0-9E22-7DFF9D65A18D}" presName="spacerR" presStyleCnt="0"/>
      <dgm:spPr/>
    </dgm:pt>
    <dgm:pt modelId="{0F309832-2AF3-4A4C-BCA0-25DF1835CDB2}" type="pres">
      <dgm:prSet presAssocID="{F9AEEAA6-09CD-43E3-B6D0-630DDFD23B63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B0A4D4-6940-44BF-8DE7-C732442A6E62}" type="pres">
      <dgm:prSet presAssocID="{2533F047-34B3-419D-A868-33F3903EC3E6}" presName="spacerL" presStyleCnt="0"/>
      <dgm:spPr/>
    </dgm:pt>
    <dgm:pt modelId="{52EF71D7-F6EB-49C3-BD9E-9376D834FED1}" type="pres">
      <dgm:prSet presAssocID="{2533F047-34B3-419D-A868-33F3903EC3E6}" presName="sibTrans" presStyleLbl="sibTrans2D1" presStyleIdx="2" presStyleCnt="3"/>
      <dgm:spPr/>
      <dgm:t>
        <a:bodyPr/>
        <a:lstStyle/>
        <a:p>
          <a:endParaRPr lang="en-US"/>
        </a:p>
      </dgm:t>
    </dgm:pt>
    <dgm:pt modelId="{FF40AF89-8624-4211-BC90-FC816A81B890}" type="pres">
      <dgm:prSet presAssocID="{2533F047-34B3-419D-A868-33F3903EC3E6}" presName="spacerR" presStyleCnt="0"/>
      <dgm:spPr/>
    </dgm:pt>
    <dgm:pt modelId="{4DAD6FE5-BE42-445A-AA8D-354F66B7247B}" type="pres">
      <dgm:prSet presAssocID="{1086EF0F-BF01-4815-92E9-AF2DABD35C92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045138B-9460-4093-83F8-CFA6F6A93FEE}" type="presOf" srcId="{DFFA1733-AC78-46A4-A57F-1AC2F132CC9B}" destId="{2160F4BE-70F5-442F-B539-07E818189BF1}" srcOrd="0" destOrd="0" presId="urn:microsoft.com/office/officeart/2005/8/layout/equation1"/>
    <dgm:cxn modelId="{72DD1CA3-DA0C-4F15-AB5E-6C59865507F6}" srcId="{A2F787F1-0971-4908-9418-EDD686A9CA19}" destId="{1086EF0F-BF01-4815-92E9-AF2DABD35C92}" srcOrd="3" destOrd="0" parTransId="{4DD0B2B0-1885-4848-A2B9-67A290A331A7}" sibTransId="{4CB0A169-E7CA-4F82-8E6A-12648F1DF4E6}"/>
    <dgm:cxn modelId="{5F9C9858-84DB-4B54-B83B-4A9E63EE5037}" srcId="{A2F787F1-0971-4908-9418-EDD686A9CA19}" destId="{63461C8B-72B0-4F9F-8361-8AC4E5DAB450}" srcOrd="0" destOrd="0" parTransId="{ACBA218D-6D7A-40DB-A4A8-A735004DE82B}" sibTransId="{CCF25A43-2CCA-4ACE-A8B5-B21326BBA523}"/>
    <dgm:cxn modelId="{49EBAF6E-B24E-4DC9-AC6D-461A01186039}" type="presOf" srcId="{1FB0B6E2-2D03-4AA0-9E22-7DFF9D65A18D}" destId="{1B21FDBC-C74A-4758-BD0F-CC4CF6D2426F}" srcOrd="0" destOrd="0" presId="urn:microsoft.com/office/officeart/2005/8/layout/equation1"/>
    <dgm:cxn modelId="{CC1331CF-F517-4982-B492-1FA1BD3AB6F3}" type="presOf" srcId="{1086EF0F-BF01-4815-92E9-AF2DABD35C92}" destId="{4DAD6FE5-BE42-445A-AA8D-354F66B7247B}" srcOrd="0" destOrd="0" presId="urn:microsoft.com/office/officeart/2005/8/layout/equation1"/>
    <dgm:cxn modelId="{2BD87DFE-F317-4D3B-ABCC-60E11565E814}" type="presOf" srcId="{F9AEEAA6-09CD-43E3-B6D0-630DDFD23B63}" destId="{0F309832-2AF3-4A4C-BCA0-25DF1835CDB2}" srcOrd="0" destOrd="0" presId="urn:microsoft.com/office/officeart/2005/8/layout/equation1"/>
    <dgm:cxn modelId="{C087FA80-A2E1-4EB8-945C-F093EAFFF1EE}" type="presOf" srcId="{A2F787F1-0971-4908-9418-EDD686A9CA19}" destId="{CD451F26-CB7F-4AAD-B2F5-DAC73118637D}" srcOrd="0" destOrd="0" presId="urn:microsoft.com/office/officeart/2005/8/layout/equation1"/>
    <dgm:cxn modelId="{E3CAED1D-ECB5-42F7-AE1A-907D7D41246E}" srcId="{A2F787F1-0971-4908-9418-EDD686A9CA19}" destId="{F9AEEAA6-09CD-43E3-B6D0-630DDFD23B63}" srcOrd="2" destOrd="0" parTransId="{5EE8F38F-9E80-4B59-AF88-DC876BDEEAF9}" sibTransId="{2533F047-34B3-419D-A868-33F3903EC3E6}"/>
    <dgm:cxn modelId="{01E0A33C-4D3F-473C-9F89-35785608536B}" type="presOf" srcId="{CCF25A43-2CCA-4ACE-A8B5-B21326BBA523}" destId="{910DA568-EC90-4F58-87E5-AD4E167810DC}" srcOrd="0" destOrd="0" presId="urn:microsoft.com/office/officeart/2005/8/layout/equation1"/>
    <dgm:cxn modelId="{D948968F-D2CE-4262-98F9-6C60B4A9C0F1}" type="presOf" srcId="{2533F047-34B3-419D-A868-33F3903EC3E6}" destId="{52EF71D7-F6EB-49C3-BD9E-9376D834FED1}" srcOrd="0" destOrd="0" presId="urn:microsoft.com/office/officeart/2005/8/layout/equation1"/>
    <dgm:cxn modelId="{C77E265B-16C8-4448-94D1-1D9E6C106C7B}" type="presOf" srcId="{63461C8B-72B0-4F9F-8361-8AC4E5DAB450}" destId="{9733746C-EAE1-438E-A5CC-E855953052D5}" srcOrd="0" destOrd="0" presId="urn:microsoft.com/office/officeart/2005/8/layout/equation1"/>
    <dgm:cxn modelId="{B23EBA7E-CEDB-4B90-BDBC-5031D95CF7DB}" srcId="{A2F787F1-0971-4908-9418-EDD686A9CA19}" destId="{DFFA1733-AC78-46A4-A57F-1AC2F132CC9B}" srcOrd="1" destOrd="0" parTransId="{4F669A76-E684-48A5-A7CB-6E7805A8F8C7}" sibTransId="{1FB0B6E2-2D03-4AA0-9E22-7DFF9D65A18D}"/>
    <dgm:cxn modelId="{459149CB-D1EC-491A-BD6D-FD82EB093998}" type="presParOf" srcId="{CD451F26-CB7F-4AAD-B2F5-DAC73118637D}" destId="{9733746C-EAE1-438E-A5CC-E855953052D5}" srcOrd="0" destOrd="0" presId="urn:microsoft.com/office/officeart/2005/8/layout/equation1"/>
    <dgm:cxn modelId="{F8D9A12E-72D8-4943-AA87-AA3DC0E8273C}" type="presParOf" srcId="{CD451F26-CB7F-4AAD-B2F5-DAC73118637D}" destId="{BA06D0A3-0E45-4649-8BC7-B7FEAAC3D057}" srcOrd="1" destOrd="0" presId="urn:microsoft.com/office/officeart/2005/8/layout/equation1"/>
    <dgm:cxn modelId="{974803A4-028F-4330-9B5A-949CF1476E19}" type="presParOf" srcId="{CD451F26-CB7F-4AAD-B2F5-DAC73118637D}" destId="{910DA568-EC90-4F58-87E5-AD4E167810DC}" srcOrd="2" destOrd="0" presId="urn:microsoft.com/office/officeart/2005/8/layout/equation1"/>
    <dgm:cxn modelId="{0780771A-E90A-47BD-9390-9B4D827B8D68}" type="presParOf" srcId="{CD451F26-CB7F-4AAD-B2F5-DAC73118637D}" destId="{3544979F-825E-453C-87C7-C591B795B728}" srcOrd="3" destOrd="0" presId="urn:microsoft.com/office/officeart/2005/8/layout/equation1"/>
    <dgm:cxn modelId="{79C76185-F26D-47E5-AB6E-5B681462A84B}" type="presParOf" srcId="{CD451F26-CB7F-4AAD-B2F5-DAC73118637D}" destId="{2160F4BE-70F5-442F-B539-07E818189BF1}" srcOrd="4" destOrd="0" presId="urn:microsoft.com/office/officeart/2005/8/layout/equation1"/>
    <dgm:cxn modelId="{F638ACA8-0073-4C55-8901-091F03F54E27}" type="presParOf" srcId="{CD451F26-CB7F-4AAD-B2F5-DAC73118637D}" destId="{62027E85-42A5-4CBC-B38A-85DF88D31C2F}" srcOrd="5" destOrd="0" presId="urn:microsoft.com/office/officeart/2005/8/layout/equation1"/>
    <dgm:cxn modelId="{C28F04F9-5C09-4C8E-80EC-6448665E0A82}" type="presParOf" srcId="{CD451F26-CB7F-4AAD-B2F5-DAC73118637D}" destId="{1B21FDBC-C74A-4758-BD0F-CC4CF6D2426F}" srcOrd="6" destOrd="0" presId="urn:microsoft.com/office/officeart/2005/8/layout/equation1"/>
    <dgm:cxn modelId="{04DA78EE-48E6-401E-A3EF-ED3AC35F36CC}" type="presParOf" srcId="{CD451F26-CB7F-4AAD-B2F5-DAC73118637D}" destId="{135AEAE9-4261-47BF-9510-1EFC628202D2}" srcOrd="7" destOrd="0" presId="urn:microsoft.com/office/officeart/2005/8/layout/equation1"/>
    <dgm:cxn modelId="{436BEBBF-F313-4D0F-A483-1D190C316F2B}" type="presParOf" srcId="{CD451F26-CB7F-4AAD-B2F5-DAC73118637D}" destId="{0F309832-2AF3-4A4C-BCA0-25DF1835CDB2}" srcOrd="8" destOrd="0" presId="urn:microsoft.com/office/officeart/2005/8/layout/equation1"/>
    <dgm:cxn modelId="{FFD50C4C-81C4-443A-9D21-1D7F9F20F0B3}" type="presParOf" srcId="{CD451F26-CB7F-4AAD-B2F5-DAC73118637D}" destId="{CDB0A4D4-6940-44BF-8DE7-C732442A6E62}" srcOrd="9" destOrd="0" presId="urn:microsoft.com/office/officeart/2005/8/layout/equation1"/>
    <dgm:cxn modelId="{52705FC1-5EAE-4077-A939-81A90DD838FA}" type="presParOf" srcId="{CD451F26-CB7F-4AAD-B2F5-DAC73118637D}" destId="{52EF71D7-F6EB-49C3-BD9E-9376D834FED1}" srcOrd="10" destOrd="0" presId="urn:microsoft.com/office/officeart/2005/8/layout/equation1"/>
    <dgm:cxn modelId="{5A063F36-9A6A-4574-B9C9-5A3162769D7F}" type="presParOf" srcId="{CD451F26-CB7F-4AAD-B2F5-DAC73118637D}" destId="{FF40AF89-8624-4211-BC90-FC816A81B890}" srcOrd="11" destOrd="0" presId="urn:microsoft.com/office/officeart/2005/8/layout/equation1"/>
    <dgm:cxn modelId="{86D05DF1-47F0-49F9-B2C1-B7975D3B83F0}" type="presParOf" srcId="{CD451F26-CB7F-4AAD-B2F5-DAC73118637D}" destId="{4DAD6FE5-BE42-445A-AA8D-354F66B7247B}" srcOrd="12" destOrd="0" presId="urn:microsoft.com/office/officeart/2005/8/layout/equation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9C28C1D-ACE8-4016-AB6F-A4E9CC7C7347}" type="doc">
      <dgm:prSet loTypeId="urn:microsoft.com/office/officeart/2005/8/layout/hierarchy2#2" loCatId="hierarchy" qsTypeId="urn:microsoft.com/office/officeart/2005/8/quickstyle/simple1#5" qsCatId="simple" csTypeId="urn:microsoft.com/office/officeart/2005/8/colors/colorful2#2" csCatId="colorful" phldr="1"/>
      <dgm:spPr/>
      <dgm:t>
        <a:bodyPr/>
        <a:lstStyle/>
        <a:p>
          <a:endParaRPr lang="zh-CN" altLang="en-US"/>
        </a:p>
      </dgm:t>
    </dgm:pt>
    <dgm:pt modelId="{33651432-841D-4B0F-B135-92B29D1C88B2}">
      <dgm:prSet phldrT="[文本]" custT="1"/>
      <dgm:spPr/>
      <dgm:t>
        <a:bodyPr/>
        <a:lstStyle/>
        <a:p>
          <a:r>
            <a: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技能</a:t>
          </a:r>
          <a:endParaRPr lang="zh-CN" altLang="en-US" sz="24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63B7444-DEF0-4257-83F6-316D29158C14}" type="parTrans" cxnId="{239A1515-0469-49D4-8AEE-EEA6F25560B6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93B2CB4-DC47-477B-A4FC-E3E1F072DE0B}" type="sibTrans" cxnId="{239A1515-0469-49D4-8AEE-EEA6F25560B6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E81EF56-754A-4DD7-AFF2-A523F48F9A23}">
      <dgm:prSet phldrT="[文本]" custT="1"/>
      <dgm:spPr/>
      <dgm:t>
        <a:bodyPr/>
        <a:lstStyle/>
        <a:p>
          <a:r>
            <a: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匹配</a:t>
          </a:r>
          <a:endParaRPr lang="zh-CN" altLang="en-US" sz="24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2237D43-8B28-448F-B384-B0D03B1A7304}" type="parTrans" cxnId="{5916B901-30BC-4882-A8EB-1DA491802B51}">
      <dgm:prSet custT="1"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40AB8F8-52B6-47E0-B1C1-2FB24223AEC2}" type="sibTrans" cxnId="{5916B901-30BC-4882-A8EB-1DA491802B51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E2D91CA-8A49-4484-AB95-7F8D12473A66}">
      <dgm:prSet phldrT="[文本]" custT="1"/>
      <dgm:spPr/>
      <dgm:t>
        <a:bodyPr/>
        <a:lstStyle/>
        <a:p>
          <a:r>
            <a: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成就感</a:t>
          </a:r>
          <a:endParaRPr lang="zh-CN" altLang="en-US" sz="24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44D96EB-32C4-424A-ADA6-0F2C59969208}" type="parTrans" cxnId="{57D5B946-A747-4A0D-9E1F-E9DE76C5ABB8}">
      <dgm:prSet custT="1"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D99A94F-50A2-4F82-A4FA-CD4224AF43A8}" type="sibTrans" cxnId="{57D5B946-A747-4A0D-9E1F-E9DE76C5ABB8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5F6E32E-344A-4D0E-AA12-C188FE8589D8}">
      <dgm:prSet phldrT="[文本]" custT="1"/>
      <dgm:spPr/>
      <dgm:t>
        <a:bodyPr/>
        <a:lstStyle/>
        <a:p>
          <a:r>
            <a: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不匹配</a:t>
          </a:r>
          <a:endParaRPr lang="zh-CN" altLang="en-US" sz="24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04AC39F-21F7-48D0-A937-8645C338C581}" type="parTrans" cxnId="{4A640626-A2FD-4978-9D34-F55D62C80451}">
      <dgm:prSet custT="1"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22E7D38-F918-4FFF-95AB-713872F2C11F}" type="sibTrans" cxnId="{4A640626-A2FD-4978-9D34-F55D62C80451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49423D8-4992-4CBA-B4BB-332408DC8E0E}">
      <dgm:prSet phldrT="[文本]" custT="1"/>
      <dgm:spPr/>
      <dgm:t>
        <a:bodyPr/>
        <a:lstStyle/>
        <a:p>
          <a:r>
            <a: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行动</a:t>
          </a:r>
          <a:endParaRPr lang="zh-CN" altLang="en-US" sz="24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64A6A6B-57F1-4E73-9D33-9EE0623272C7}" type="parTrans" cxnId="{3525A552-3BD5-4E12-A408-79AD99727B8B}">
      <dgm:prSet custT="1"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4BF49C2-B398-4CAA-964C-D4D84771D092}" type="sibTrans" cxnId="{3525A552-3BD5-4E12-A408-79AD99727B8B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497603D-7DF9-4F1C-9205-82646305D361}">
      <dgm:prSet phldrT="[文本]" custT="1"/>
      <dgm:spPr/>
      <dgm:t>
        <a:bodyPr/>
        <a:lstStyle/>
        <a:p>
          <a:r>
            <a: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平衡</a:t>
          </a:r>
          <a:endParaRPr lang="zh-CN" altLang="en-US" sz="24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DD12B1E-2C74-4178-9A5A-7A2478BA8676}" type="parTrans" cxnId="{DA015CF4-EAB8-440D-AC51-50B86C8199C6}">
      <dgm:prSet custT="1"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EDA0143-07A8-4678-B8DF-F35F1627C3B0}" type="sibTrans" cxnId="{DA015CF4-EAB8-440D-AC51-50B86C8199C6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0F0C779-2810-4EC8-B0D4-10EFE9D3CFA8}">
      <dgm:prSet phldrT="[文本]" custT="1"/>
      <dgm:spPr/>
      <dgm:t>
        <a:bodyPr/>
        <a:lstStyle/>
        <a:p>
          <a:r>
            <a: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接纳</a:t>
          </a:r>
          <a:endParaRPr lang="zh-CN" altLang="en-US" sz="24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0609B24-1712-45C1-84D5-97ECBCED6D1C}" type="parTrans" cxnId="{813A974C-7EC4-4ECC-982A-DDBC2FC9388C}">
      <dgm:prSet custT="1"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C403578-FB0E-43B1-AC52-66733F791CA7}" type="sibTrans" cxnId="{813A974C-7EC4-4ECC-982A-DDBC2FC9388C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45E4FE3-1960-4D78-9BA3-1EB302820568}">
      <dgm:prSet custT="1"/>
      <dgm:spPr/>
      <dgm:t>
        <a:bodyPr/>
        <a:lstStyle/>
        <a:p>
          <a:r>
            <a: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学习</a:t>
          </a:r>
          <a:endParaRPr lang="zh-CN" altLang="en-US" sz="24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EB5B3D4-020F-4F10-849F-208E48889609}" type="parTrans" cxnId="{21689265-8BD5-4925-8813-A4561FDD1C5A}">
      <dgm:prSet custT="1"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5626AEF-85AE-44BE-95E1-C6C299A1FFBA}" type="sibTrans" cxnId="{21689265-8BD5-4925-8813-A4561FDD1C5A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24386FD-0FE4-4FEE-8418-F264036C7C37}">
      <dgm:prSet custT="1"/>
      <dgm:spPr/>
      <dgm:t>
        <a:bodyPr/>
        <a:lstStyle/>
        <a:p>
          <a:r>
            <a: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练习</a:t>
          </a:r>
          <a:endParaRPr lang="zh-CN" altLang="en-US" sz="24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B88AA50-F454-4C66-89FA-F74453688FFB}" type="parTrans" cxnId="{A78B548A-EFB1-4613-AC38-7B04AD1CE95E}">
      <dgm:prSet custT="1"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F38DD14-5797-435E-8CF2-110F0E7F634B}" type="sibTrans" cxnId="{A78B548A-EFB1-4613-AC38-7B04AD1CE95E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1A088FC-C6D2-4904-823F-2E6781AA4FFC}">
      <dgm:prSet custT="1"/>
      <dgm:spPr/>
      <dgm:t>
        <a:bodyPr/>
        <a:lstStyle/>
        <a:p>
          <a:r>
            <a: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领悟</a:t>
          </a:r>
          <a:endParaRPr lang="zh-CN" altLang="en-US" sz="24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CD12157-E64B-4B06-93AD-7C36709834C6}" type="parTrans" cxnId="{DD1C85A5-4192-4D04-884D-E2EC14508381}">
      <dgm:prSet custT="1"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01AD50A-7855-4E43-B588-7D164DF6FA69}" type="sibTrans" cxnId="{DD1C85A5-4192-4D04-884D-E2EC14508381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5502F21-EF62-4EE9-826C-871F71C73DA2}">
      <dgm:prSet custT="1"/>
      <dgm:spPr/>
      <dgm:t>
        <a:bodyPr/>
        <a:lstStyle/>
        <a:p>
          <a:r>
            <a: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充实生活</a:t>
          </a:r>
          <a:endParaRPr lang="zh-CN" altLang="en-US" sz="24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00B5F55-D415-45EB-9631-7827E3F3F655}" type="parTrans" cxnId="{82D9B826-28EC-46C1-BAAD-0F6D9C4CE548}">
      <dgm:prSet custT="1"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C221568-734B-4688-92D6-4D1E66FE6EF0}" type="sibTrans" cxnId="{82D9B826-28EC-46C1-BAAD-0F6D9C4CE548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94A5104-95DA-467D-8A76-45AA4BEF38D1}">
      <dgm:prSet custT="1"/>
      <dgm:spPr/>
      <dgm:t>
        <a:bodyPr/>
        <a:lstStyle/>
        <a:p>
          <a:r>
            <a: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合理认识</a:t>
          </a:r>
          <a:endParaRPr lang="zh-CN" altLang="en-US" sz="24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C389DF0-AABE-4056-A668-F2D5717DF4FD}" type="parTrans" cxnId="{43465AA5-6C62-41C8-BDE7-4B307C9C5BBB}">
      <dgm:prSet custT="1"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C5439F5-1CF9-4F72-8ABA-89D1F87CFF10}" type="sibTrans" cxnId="{43465AA5-6C62-41C8-BDE7-4B307C9C5BBB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A254B25-4633-499D-A9CB-29148E0B6A28}" type="pres">
      <dgm:prSet presAssocID="{69C28C1D-ACE8-4016-AB6F-A4E9CC7C7347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0B9159B6-EB8C-4F18-AC3E-EA10F703D339}" type="pres">
      <dgm:prSet presAssocID="{33651432-841D-4B0F-B135-92B29D1C88B2}" presName="root1" presStyleCnt="0"/>
      <dgm:spPr/>
    </dgm:pt>
    <dgm:pt modelId="{ED92530D-B46F-4F6C-95E9-185D612388F2}" type="pres">
      <dgm:prSet presAssocID="{33651432-841D-4B0F-B135-92B29D1C88B2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16064FBF-B052-4EF8-9FCC-042A1D4C5CEF}" type="pres">
      <dgm:prSet presAssocID="{33651432-841D-4B0F-B135-92B29D1C88B2}" presName="level2hierChild" presStyleCnt="0"/>
      <dgm:spPr/>
    </dgm:pt>
    <dgm:pt modelId="{D84881DE-2A5D-40CA-A087-FFFDAC8FCE0E}" type="pres">
      <dgm:prSet presAssocID="{B2237D43-8B28-448F-B384-B0D03B1A7304}" presName="conn2-1" presStyleLbl="parChTrans1D2" presStyleIdx="0" presStyleCnt="2"/>
      <dgm:spPr/>
      <dgm:t>
        <a:bodyPr/>
        <a:lstStyle/>
        <a:p>
          <a:endParaRPr lang="zh-CN" altLang="en-US"/>
        </a:p>
      </dgm:t>
    </dgm:pt>
    <dgm:pt modelId="{9770EA60-8732-4C5A-B0DE-4A8E7E104E04}" type="pres">
      <dgm:prSet presAssocID="{B2237D43-8B28-448F-B384-B0D03B1A7304}" presName="connTx" presStyleLbl="parChTrans1D2" presStyleIdx="0" presStyleCnt="2"/>
      <dgm:spPr/>
      <dgm:t>
        <a:bodyPr/>
        <a:lstStyle/>
        <a:p>
          <a:endParaRPr lang="zh-CN" altLang="en-US"/>
        </a:p>
      </dgm:t>
    </dgm:pt>
    <dgm:pt modelId="{48F593C0-7B65-4E0F-B8E0-EA0758559524}" type="pres">
      <dgm:prSet presAssocID="{8E81EF56-754A-4DD7-AFF2-A523F48F9A23}" presName="root2" presStyleCnt="0"/>
      <dgm:spPr/>
    </dgm:pt>
    <dgm:pt modelId="{C63DCCE6-869A-44BB-B01C-D3F46A965F38}" type="pres">
      <dgm:prSet presAssocID="{8E81EF56-754A-4DD7-AFF2-A523F48F9A23}" presName="LevelTwoTextNode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8B1F4A49-C8BD-4991-99BE-13E638BD26BD}" type="pres">
      <dgm:prSet presAssocID="{8E81EF56-754A-4DD7-AFF2-A523F48F9A23}" presName="level3hierChild" presStyleCnt="0"/>
      <dgm:spPr/>
    </dgm:pt>
    <dgm:pt modelId="{28801E06-041C-4E34-BF91-715DFFD40D90}" type="pres">
      <dgm:prSet presAssocID="{D44D96EB-32C4-424A-ADA6-0F2C59969208}" presName="conn2-1" presStyleLbl="parChTrans1D3" presStyleIdx="0" presStyleCnt="4"/>
      <dgm:spPr/>
      <dgm:t>
        <a:bodyPr/>
        <a:lstStyle/>
        <a:p>
          <a:endParaRPr lang="zh-CN" altLang="en-US"/>
        </a:p>
      </dgm:t>
    </dgm:pt>
    <dgm:pt modelId="{48DF6B40-42D9-4B10-845A-4E726304966D}" type="pres">
      <dgm:prSet presAssocID="{D44D96EB-32C4-424A-ADA6-0F2C59969208}" presName="connTx" presStyleLbl="parChTrans1D3" presStyleIdx="0" presStyleCnt="4"/>
      <dgm:spPr/>
      <dgm:t>
        <a:bodyPr/>
        <a:lstStyle/>
        <a:p>
          <a:endParaRPr lang="zh-CN" altLang="en-US"/>
        </a:p>
      </dgm:t>
    </dgm:pt>
    <dgm:pt modelId="{E66D6194-C535-4E46-A11E-7A0A0D83C97D}" type="pres">
      <dgm:prSet presAssocID="{AE2D91CA-8A49-4484-AB95-7F8D12473A66}" presName="root2" presStyleCnt="0"/>
      <dgm:spPr/>
    </dgm:pt>
    <dgm:pt modelId="{D5A5A417-A2D5-4820-B83D-E12A7BA3552A}" type="pres">
      <dgm:prSet presAssocID="{AE2D91CA-8A49-4484-AB95-7F8D12473A66}" presName="LevelTwoTextNode" presStyleLbl="node3" presStyleIdx="0" presStyleCnt="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7DB01502-8285-4FC9-AF29-DAA755FC7F9B}" type="pres">
      <dgm:prSet presAssocID="{AE2D91CA-8A49-4484-AB95-7F8D12473A66}" presName="level3hierChild" presStyleCnt="0"/>
      <dgm:spPr/>
    </dgm:pt>
    <dgm:pt modelId="{27875096-76E3-425C-96C1-52C8D27CE319}" type="pres">
      <dgm:prSet presAssocID="{904AC39F-21F7-48D0-A937-8645C338C581}" presName="conn2-1" presStyleLbl="parChTrans1D2" presStyleIdx="1" presStyleCnt="2"/>
      <dgm:spPr/>
      <dgm:t>
        <a:bodyPr/>
        <a:lstStyle/>
        <a:p>
          <a:endParaRPr lang="zh-CN" altLang="en-US"/>
        </a:p>
      </dgm:t>
    </dgm:pt>
    <dgm:pt modelId="{00E180C6-681D-4374-94E5-E7DF154CE5F7}" type="pres">
      <dgm:prSet presAssocID="{904AC39F-21F7-48D0-A937-8645C338C581}" presName="connTx" presStyleLbl="parChTrans1D2" presStyleIdx="1" presStyleCnt="2"/>
      <dgm:spPr/>
      <dgm:t>
        <a:bodyPr/>
        <a:lstStyle/>
        <a:p>
          <a:endParaRPr lang="zh-CN" altLang="en-US"/>
        </a:p>
      </dgm:t>
    </dgm:pt>
    <dgm:pt modelId="{5CA7ACBF-BC4E-4A89-861E-BB8A49D2ED43}" type="pres">
      <dgm:prSet presAssocID="{D5F6E32E-344A-4D0E-AA12-C188FE8589D8}" presName="root2" presStyleCnt="0"/>
      <dgm:spPr/>
    </dgm:pt>
    <dgm:pt modelId="{16A70A99-0C41-4360-A474-D1EC8BFB3B20}" type="pres">
      <dgm:prSet presAssocID="{D5F6E32E-344A-4D0E-AA12-C188FE8589D8}" presName="LevelTwoTextNode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66CCE06D-7355-4853-BF86-25DC0C348A46}" type="pres">
      <dgm:prSet presAssocID="{D5F6E32E-344A-4D0E-AA12-C188FE8589D8}" presName="level3hierChild" presStyleCnt="0"/>
      <dgm:spPr/>
    </dgm:pt>
    <dgm:pt modelId="{994CC4F0-42BC-4FDB-83A1-3E3D642E11A1}" type="pres">
      <dgm:prSet presAssocID="{564A6A6B-57F1-4E73-9D33-9EE0623272C7}" presName="conn2-1" presStyleLbl="parChTrans1D3" presStyleIdx="1" presStyleCnt="4"/>
      <dgm:spPr/>
      <dgm:t>
        <a:bodyPr/>
        <a:lstStyle/>
        <a:p>
          <a:endParaRPr lang="zh-CN" altLang="en-US"/>
        </a:p>
      </dgm:t>
    </dgm:pt>
    <dgm:pt modelId="{FDF88A75-883D-4DF2-873A-8ED962A07D2B}" type="pres">
      <dgm:prSet presAssocID="{564A6A6B-57F1-4E73-9D33-9EE0623272C7}" presName="connTx" presStyleLbl="parChTrans1D3" presStyleIdx="1" presStyleCnt="4"/>
      <dgm:spPr/>
      <dgm:t>
        <a:bodyPr/>
        <a:lstStyle/>
        <a:p>
          <a:endParaRPr lang="zh-CN" altLang="en-US"/>
        </a:p>
      </dgm:t>
    </dgm:pt>
    <dgm:pt modelId="{3090698D-5FBE-4261-971F-0D4FDCF44DEF}" type="pres">
      <dgm:prSet presAssocID="{749423D8-4992-4CBA-B4BB-332408DC8E0E}" presName="root2" presStyleCnt="0"/>
      <dgm:spPr/>
    </dgm:pt>
    <dgm:pt modelId="{977E4DB8-B315-4A39-BCBF-7C390248B7D8}" type="pres">
      <dgm:prSet presAssocID="{749423D8-4992-4CBA-B4BB-332408DC8E0E}" presName="LevelTwoTextNode" presStyleLbl="node3" presStyleIdx="1" presStyleCnt="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AC1E4D46-63A3-43ED-87E9-B124759F106D}" type="pres">
      <dgm:prSet presAssocID="{749423D8-4992-4CBA-B4BB-332408DC8E0E}" presName="level3hierChild" presStyleCnt="0"/>
      <dgm:spPr/>
    </dgm:pt>
    <dgm:pt modelId="{704AE735-34F5-4D6A-BD0B-FF30A6996EFA}" type="pres">
      <dgm:prSet presAssocID="{3EB5B3D4-020F-4F10-849F-208E48889609}" presName="conn2-1" presStyleLbl="parChTrans1D4" presStyleIdx="0" presStyleCnt="5"/>
      <dgm:spPr/>
      <dgm:t>
        <a:bodyPr/>
        <a:lstStyle/>
        <a:p>
          <a:endParaRPr lang="zh-CN" altLang="en-US"/>
        </a:p>
      </dgm:t>
    </dgm:pt>
    <dgm:pt modelId="{3227BE2F-0FA8-40AB-97E2-B89DE28B0F35}" type="pres">
      <dgm:prSet presAssocID="{3EB5B3D4-020F-4F10-849F-208E48889609}" presName="connTx" presStyleLbl="parChTrans1D4" presStyleIdx="0" presStyleCnt="5"/>
      <dgm:spPr/>
      <dgm:t>
        <a:bodyPr/>
        <a:lstStyle/>
        <a:p>
          <a:endParaRPr lang="zh-CN" altLang="en-US"/>
        </a:p>
      </dgm:t>
    </dgm:pt>
    <dgm:pt modelId="{1F90E1B6-0D4D-4E8C-9EB1-29556E1BACC8}" type="pres">
      <dgm:prSet presAssocID="{B45E4FE3-1960-4D78-9BA3-1EB302820568}" presName="root2" presStyleCnt="0"/>
      <dgm:spPr/>
    </dgm:pt>
    <dgm:pt modelId="{8FBC035C-433E-4A66-BECE-8789B901DD42}" type="pres">
      <dgm:prSet presAssocID="{B45E4FE3-1960-4D78-9BA3-1EB302820568}" presName="LevelTwoTextNode" presStyleLbl="node4" presStyleIdx="0" presStyleCnt="5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3B06F549-B331-485B-8D38-CFE4CE85FAB1}" type="pres">
      <dgm:prSet presAssocID="{B45E4FE3-1960-4D78-9BA3-1EB302820568}" presName="level3hierChild" presStyleCnt="0"/>
      <dgm:spPr/>
    </dgm:pt>
    <dgm:pt modelId="{F5E3486A-6754-4D5A-974D-887F48836BE3}" type="pres">
      <dgm:prSet presAssocID="{3B88AA50-F454-4C66-89FA-F74453688FFB}" presName="conn2-1" presStyleLbl="parChTrans1D4" presStyleIdx="1" presStyleCnt="5"/>
      <dgm:spPr/>
      <dgm:t>
        <a:bodyPr/>
        <a:lstStyle/>
        <a:p>
          <a:endParaRPr lang="zh-CN" altLang="en-US"/>
        </a:p>
      </dgm:t>
    </dgm:pt>
    <dgm:pt modelId="{49213D80-05BA-493A-B931-57B4240399DD}" type="pres">
      <dgm:prSet presAssocID="{3B88AA50-F454-4C66-89FA-F74453688FFB}" presName="connTx" presStyleLbl="parChTrans1D4" presStyleIdx="1" presStyleCnt="5"/>
      <dgm:spPr/>
      <dgm:t>
        <a:bodyPr/>
        <a:lstStyle/>
        <a:p>
          <a:endParaRPr lang="zh-CN" altLang="en-US"/>
        </a:p>
      </dgm:t>
    </dgm:pt>
    <dgm:pt modelId="{63DA5CD2-C859-4827-A7ED-27BEA1D2836F}" type="pres">
      <dgm:prSet presAssocID="{524386FD-0FE4-4FEE-8418-F264036C7C37}" presName="root2" presStyleCnt="0"/>
      <dgm:spPr/>
    </dgm:pt>
    <dgm:pt modelId="{1F4A2924-950E-454E-9A8D-24AB5125DB85}" type="pres">
      <dgm:prSet presAssocID="{524386FD-0FE4-4FEE-8418-F264036C7C37}" presName="LevelTwoTextNode" presStyleLbl="node4" presStyleIdx="1" presStyleCnt="5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974B228D-7050-4BD0-AFF5-63D4C9DC5B7C}" type="pres">
      <dgm:prSet presAssocID="{524386FD-0FE4-4FEE-8418-F264036C7C37}" presName="level3hierChild" presStyleCnt="0"/>
      <dgm:spPr/>
    </dgm:pt>
    <dgm:pt modelId="{46E64B4C-8297-4F80-BF27-AB1D1B0C7348}" type="pres">
      <dgm:prSet presAssocID="{ECD12157-E64B-4B06-93AD-7C36709834C6}" presName="conn2-1" presStyleLbl="parChTrans1D4" presStyleIdx="2" presStyleCnt="5"/>
      <dgm:spPr/>
      <dgm:t>
        <a:bodyPr/>
        <a:lstStyle/>
        <a:p>
          <a:endParaRPr lang="zh-CN" altLang="en-US"/>
        </a:p>
      </dgm:t>
    </dgm:pt>
    <dgm:pt modelId="{D881FC7F-CE77-4E96-8C8A-2412FB1420F9}" type="pres">
      <dgm:prSet presAssocID="{ECD12157-E64B-4B06-93AD-7C36709834C6}" presName="connTx" presStyleLbl="parChTrans1D4" presStyleIdx="2" presStyleCnt="5"/>
      <dgm:spPr/>
      <dgm:t>
        <a:bodyPr/>
        <a:lstStyle/>
        <a:p>
          <a:endParaRPr lang="zh-CN" altLang="en-US"/>
        </a:p>
      </dgm:t>
    </dgm:pt>
    <dgm:pt modelId="{B06A1D66-DB51-4B3E-BB80-7D9BC74EDD7F}" type="pres">
      <dgm:prSet presAssocID="{D1A088FC-C6D2-4904-823F-2E6781AA4FFC}" presName="root2" presStyleCnt="0"/>
      <dgm:spPr/>
    </dgm:pt>
    <dgm:pt modelId="{4116D0C4-024E-458E-AA0F-405BDDDFF52A}" type="pres">
      <dgm:prSet presAssocID="{D1A088FC-C6D2-4904-823F-2E6781AA4FFC}" presName="LevelTwoTextNode" presStyleLbl="node4" presStyleIdx="2" presStyleCnt="5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A1381E1E-A479-4405-A2B3-41775CCFFB86}" type="pres">
      <dgm:prSet presAssocID="{D1A088FC-C6D2-4904-823F-2E6781AA4FFC}" presName="level3hierChild" presStyleCnt="0"/>
      <dgm:spPr/>
    </dgm:pt>
    <dgm:pt modelId="{76958205-3BA4-4720-B1E7-DE858BA60D6B}" type="pres">
      <dgm:prSet presAssocID="{EDD12B1E-2C74-4178-9A5A-7A2478BA8676}" presName="conn2-1" presStyleLbl="parChTrans1D3" presStyleIdx="2" presStyleCnt="4"/>
      <dgm:spPr/>
      <dgm:t>
        <a:bodyPr/>
        <a:lstStyle/>
        <a:p>
          <a:endParaRPr lang="zh-CN" altLang="en-US"/>
        </a:p>
      </dgm:t>
    </dgm:pt>
    <dgm:pt modelId="{B95D4EFF-9D0A-4F89-A29B-8F6EF969BFC3}" type="pres">
      <dgm:prSet presAssocID="{EDD12B1E-2C74-4178-9A5A-7A2478BA8676}" presName="connTx" presStyleLbl="parChTrans1D3" presStyleIdx="2" presStyleCnt="4"/>
      <dgm:spPr/>
      <dgm:t>
        <a:bodyPr/>
        <a:lstStyle/>
        <a:p>
          <a:endParaRPr lang="zh-CN" altLang="en-US"/>
        </a:p>
      </dgm:t>
    </dgm:pt>
    <dgm:pt modelId="{DD48B686-8B11-4FB5-AC94-4947B24B126A}" type="pres">
      <dgm:prSet presAssocID="{8497603D-7DF9-4F1C-9205-82646305D361}" presName="root2" presStyleCnt="0"/>
      <dgm:spPr/>
    </dgm:pt>
    <dgm:pt modelId="{1245F66F-6A9A-4115-8CA7-12D89C46FE3B}" type="pres">
      <dgm:prSet presAssocID="{8497603D-7DF9-4F1C-9205-82646305D361}" presName="LevelTwoTextNode" presStyleLbl="node3" presStyleIdx="2" presStyleCnt="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4E7E98D7-8D24-48F4-8D0B-60D553B93331}" type="pres">
      <dgm:prSet presAssocID="{8497603D-7DF9-4F1C-9205-82646305D361}" presName="level3hierChild" presStyleCnt="0"/>
      <dgm:spPr/>
    </dgm:pt>
    <dgm:pt modelId="{E53EB7E4-5641-44E3-AC8A-FBE9B3D6BA3B}" type="pres">
      <dgm:prSet presAssocID="{000B5F55-D415-45EB-9631-7827E3F3F655}" presName="conn2-1" presStyleLbl="parChTrans1D4" presStyleIdx="3" presStyleCnt="5"/>
      <dgm:spPr/>
      <dgm:t>
        <a:bodyPr/>
        <a:lstStyle/>
        <a:p>
          <a:endParaRPr lang="zh-CN" altLang="en-US"/>
        </a:p>
      </dgm:t>
    </dgm:pt>
    <dgm:pt modelId="{E0ECE906-160E-4038-A40A-9DC78E5B9083}" type="pres">
      <dgm:prSet presAssocID="{000B5F55-D415-45EB-9631-7827E3F3F655}" presName="connTx" presStyleLbl="parChTrans1D4" presStyleIdx="3" presStyleCnt="5"/>
      <dgm:spPr/>
      <dgm:t>
        <a:bodyPr/>
        <a:lstStyle/>
        <a:p>
          <a:endParaRPr lang="zh-CN" altLang="en-US"/>
        </a:p>
      </dgm:t>
    </dgm:pt>
    <dgm:pt modelId="{5ADA46A7-CABC-4D79-809B-C7BF4D4FBA39}" type="pres">
      <dgm:prSet presAssocID="{05502F21-EF62-4EE9-826C-871F71C73DA2}" presName="root2" presStyleCnt="0"/>
      <dgm:spPr/>
    </dgm:pt>
    <dgm:pt modelId="{FACCCC95-1D72-41B4-9578-50D11A31C2E4}" type="pres">
      <dgm:prSet presAssocID="{05502F21-EF62-4EE9-826C-871F71C73DA2}" presName="LevelTwoTextNode" presStyleLbl="node4" presStyleIdx="3" presStyleCnt="5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13470C27-539A-45B7-9A83-99299ADCC526}" type="pres">
      <dgm:prSet presAssocID="{05502F21-EF62-4EE9-826C-871F71C73DA2}" presName="level3hierChild" presStyleCnt="0"/>
      <dgm:spPr/>
    </dgm:pt>
    <dgm:pt modelId="{9840549D-3400-4926-A44D-852B215F13AD}" type="pres">
      <dgm:prSet presAssocID="{40609B24-1712-45C1-84D5-97ECBCED6D1C}" presName="conn2-1" presStyleLbl="parChTrans1D3" presStyleIdx="3" presStyleCnt="4"/>
      <dgm:spPr/>
      <dgm:t>
        <a:bodyPr/>
        <a:lstStyle/>
        <a:p>
          <a:endParaRPr lang="zh-CN" altLang="en-US"/>
        </a:p>
      </dgm:t>
    </dgm:pt>
    <dgm:pt modelId="{5AEB1285-6C29-4DA0-B9AA-9DABC30A9779}" type="pres">
      <dgm:prSet presAssocID="{40609B24-1712-45C1-84D5-97ECBCED6D1C}" presName="connTx" presStyleLbl="parChTrans1D3" presStyleIdx="3" presStyleCnt="4"/>
      <dgm:spPr/>
      <dgm:t>
        <a:bodyPr/>
        <a:lstStyle/>
        <a:p>
          <a:endParaRPr lang="zh-CN" altLang="en-US"/>
        </a:p>
      </dgm:t>
    </dgm:pt>
    <dgm:pt modelId="{4640F500-E731-402D-A703-557916221431}" type="pres">
      <dgm:prSet presAssocID="{E0F0C779-2810-4EC8-B0D4-10EFE9D3CFA8}" presName="root2" presStyleCnt="0"/>
      <dgm:spPr/>
    </dgm:pt>
    <dgm:pt modelId="{4B908258-944F-4247-9684-6AC4BFC1D2C0}" type="pres">
      <dgm:prSet presAssocID="{E0F0C779-2810-4EC8-B0D4-10EFE9D3CFA8}" presName="LevelTwoTextNode" presStyleLbl="node3" presStyleIdx="3" presStyleCnt="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6DD499C0-5020-4237-A2EF-DC20391106F2}" type="pres">
      <dgm:prSet presAssocID="{E0F0C779-2810-4EC8-B0D4-10EFE9D3CFA8}" presName="level3hierChild" presStyleCnt="0"/>
      <dgm:spPr/>
    </dgm:pt>
    <dgm:pt modelId="{32676AE2-DE5D-4F68-90BB-BEB3220E7980}" type="pres">
      <dgm:prSet presAssocID="{CC389DF0-AABE-4056-A668-F2D5717DF4FD}" presName="conn2-1" presStyleLbl="parChTrans1D4" presStyleIdx="4" presStyleCnt="5"/>
      <dgm:spPr/>
      <dgm:t>
        <a:bodyPr/>
        <a:lstStyle/>
        <a:p>
          <a:endParaRPr lang="zh-CN" altLang="en-US"/>
        </a:p>
      </dgm:t>
    </dgm:pt>
    <dgm:pt modelId="{53D3AC11-A1AA-451E-BF09-97B50191FCF5}" type="pres">
      <dgm:prSet presAssocID="{CC389DF0-AABE-4056-A668-F2D5717DF4FD}" presName="connTx" presStyleLbl="parChTrans1D4" presStyleIdx="4" presStyleCnt="5"/>
      <dgm:spPr/>
      <dgm:t>
        <a:bodyPr/>
        <a:lstStyle/>
        <a:p>
          <a:endParaRPr lang="zh-CN" altLang="en-US"/>
        </a:p>
      </dgm:t>
    </dgm:pt>
    <dgm:pt modelId="{A54B7EFB-8255-4B89-9212-E2385438A90B}" type="pres">
      <dgm:prSet presAssocID="{794A5104-95DA-467D-8A76-45AA4BEF38D1}" presName="root2" presStyleCnt="0"/>
      <dgm:spPr/>
    </dgm:pt>
    <dgm:pt modelId="{DD3ABDDB-5D49-42D8-9038-36E6F4972398}" type="pres">
      <dgm:prSet presAssocID="{794A5104-95DA-467D-8A76-45AA4BEF38D1}" presName="LevelTwoTextNode" presStyleLbl="node4" presStyleIdx="4" presStyleCnt="5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5463F5BE-13CF-4F28-BE6B-23D09B64FD0F}" type="pres">
      <dgm:prSet presAssocID="{794A5104-95DA-467D-8A76-45AA4BEF38D1}" presName="level3hierChild" presStyleCnt="0"/>
      <dgm:spPr/>
    </dgm:pt>
  </dgm:ptLst>
  <dgm:cxnLst>
    <dgm:cxn modelId="{E4F1306C-2C59-4DFA-9C5C-CFFEA4DC708D}" type="presOf" srcId="{D5F6E32E-344A-4D0E-AA12-C188FE8589D8}" destId="{16A70A99-0C41-4360-A474-D1EC8BFB3B20}" srcOrd="0" destOrd="0" presId="urn:microsoft.com/office/officeart/2005/8/layout/hierarchy2#2"/>
    <dgm:cxn modelId="{43465AA5-6C62-41C8-BDE7-4B307C9C5BBB}" srcId="{E0F0C779-2810-4EC8-B0D4-10EFE9D3CFA8}" destId="{794A5104-95DA-467D-8A76-45AA4BEF38D1}" srcOrd="0" destOrd="0" parTransId="{CC389DF0-AABE-4056-A668-F2D5717DF4FD}" sibTransId="{9C5439F5-1CF9-4F72-8ABA-89D1F87CFF10}"/>
    <dgm:cxn modelId="{31B5C01C-256C-4C85-9E6C-5C1CB6BCEF4D}" type="presOf" srcId="{AE2D91CA-8A49-4484-AB95-7F8D12473A66}" destId="{D5A5A417-A2D5-4820-B83D-E12A7BA3552A}" srcOrd="0" destOrd="0" presId="urn:microsoft.com/office/officeart/2005/8/layout/hierarchy2#2"/>
    <dgm:cxn modelId="{5FA56081-1E6D-4961-A44F-5B8350CD1974}" type="presOf" srcId="{ECD12157-E64B-4B06-93AD-7C36709834C6}" destId="{D881FC7F-CE77-4E96-8C8A-2412FB1420F9}" srcOrd="1" destOrd="0" presId="urn:microsoft.com/office/officeart/2005/8/layout/hierarchy2#2"/>
    <dgm:cxn modelId="{DD1C85A5-4192-4D04-884D-E2EC14508381}" srcId="{749423D8-4992-4CBA-B4BB-332408DC8E0E}" destId="{D1A088FC-C6D2-4904-823F-2E6781AA4FFC}" srcOrd="2" destOrd="0" parTransId="{ECD12157-E64B-4B06-93AD-7C36709834C6}" sibTransId="{801AD50A-7855-4E43-B588-7D164DF6FA69}"/>
    <dgm:cxn modelId="{B2C1DDC6-33CC-48B4-9E75-CD301A33FB19}" type="presOf" srcId="{CC389DF0-AABE-4056-A668-F2D5717DF4FD}" destId="{32676AE2-DE5D-4F68-90BB-BEB3220E7980}" srcOrd="0" destOrd="0" presId="urn:microsoft.com/office/officeart/2005/8/layout/hierarchy2#2"/>
    <dgm:cxn modelId="{E969C356-341D-44E3-9A7F-99DE6F8C016F}" type="presOf" srcId="{33651432-841D-4B0F-B135-92B29D1C88B2}" destId="{ED92530D-B46F-4F6C-95E9-185D612388F2}" srcOrd="0" destOrd="0" presId="urn:microsoft.com/office/officeart/2005/8/layout/hierarchy2#2"/>
    <dgm:cxn modelId="{8DD7CBE8-92AE-4287-8865-B6E78BCDDAE5}" type="presOf" srcId="{904AC39F-21F7-48D0-A937-8645C338C581}" destId="{00E180C6-681D-4374-94E5-E7DF154CE5F7}" srcOrd="1" destOrd="0" presId="urn:microsoft.com/office/officeart/2005/8/layout/hierarchy2#2"/>
    <dgm:cxn modelId="{DD9B515A-FADB-4130-B4D4-0974287D66D6}" type="presOf" srcId="{000B5F55-D415-45EB-9631-7827E3F3F655}" destId="{E0ECE906-160E-4038-A40A-9DC78E5B9083}" srcOrd="1" destOrd="0" presId="urn:microsoft.com/office/officeart/2005/8/layout/hierarchy2#2"/>
    <dgm:cxn modelId="{72C15758-E9B5-4BB2-86F4-E2561C99273E}" type="presOf" srcId="{B45E4FE3-1960-4D78-9BA3-1EB302820568}" destId="{8FBC035C-433E-4A66-BECE-8789B901DD42}" srcOrd="0" destOrd="0" presId="urn:microsoft.com/office/officeart/2005/8/layout/hierarchy2#2"/>
    <dgm:cxn modelId="{BAF9EE50-7442-4577-AC1E-271D1952AB3B}" type="presOf" srcId="{8E81EF56-754A-4DD7-AFF2-A523F48F9A23}" destId="{C63DCCE6-869A-44BB-B01C-D3F46A965F38}" srcOrd="0" destOrd="0" presId="urn:microsoft.com/office/officeart/2005/8/layout/hierarchy2#2"/>
    <dgm:cxn modelId="{E006E26C-8016-489A-8B0B-FEA15E1F0BF4}" type="presOf" srcId="{904AC39F-21F7-48D0-A937-8645C338C581}" destId="{27875096-76E3-425C-96C1-52C8D27CE319}" srcOrd="0" destOrd="0" presId="urn:microsoft.com/office/officeart/2005/8/layout/hierarchy2#2"/>
    <dgm:cxn modelId="{F7B90900-9DE3-4054-8750-9B0F92C8AFCD}" type="presOf" srcId="{E0F0C779-2810-4EC8-B0D4-10EFE9D3CFA8}" destId="{4B908258-944F-4247-9684-6AC4BFC1D2C0}" srcOrd="0" destOrd="0" presId="urn:microsoft.com/office/officeart/2005/8/layout/hierarchy2#2"/>
    <dgm:cxn modelId="{09FA283C-3B0E-46E4-8417-6DF17FC9A4F7}" type="presOf" srcId="{D44D96EB-32C4-424A-ADA6-0F2C59969208}" destId="{28801E06-041C-4E34-BF91-715DFFD40D90}" srcOrd="0" destOrd="0" presId="urn:microsoft.com/office/officeart/2005/8/layout/hierarchy2#2"/>
    <dgm:cxn modelId="{82D9B826-28EC-46C1-BAAD-0F6D9C4CE548}" srcId="{8497603D-7DF9-4F1C-9205-82646305D361}" destId="{05502F21-EF62-4EE9-826C-871F71C73DA2}" srcOrd="0" destOrd="0" parTransId="{000B5F55-D415-45EB-9631-7827E3F3F655}" sibTransId="{7C221568-734B-4688-92D6-4D1E66FE6EF0}"/>
    <dgm:cxn modelId="{DA015CF4-EAB8-440D-AC51-50B86C8199C6}" srcId="{D5F6E32E-344A-4D0E-AA12-C188FE8589D8}" destId="{8497603D-7DF9-4F1C-9205-82646305D361}" srcOrd="1" destOrd="0" parTransId="{EDD12B1E-2C74-4178-9A5A-7A2478BA8676}" sibTransId="{AEDA0143-07A8-4678-B8DF-F35F1627C3B0}"/>
    <dgm:cxn modelId="{9C6CA383-E30B-499A-8CEA-DF859E47E65D}" type="presOf" srcId="{8497603D-7DF9-4F1C-9205-82646305D361}" destId="{1245F66F-6A9A-4115-8CA7-12D89C46FE3B}" srcOrd="0" destOrd="0" presId="urn:microsoft.com/office/officeart/2005/8/layout/hierarchy2#2"/>
    <dgm:cxn modelId="{39F3904D-20F2-4F81-8F11-A044969CBDE5}" type="presOf" srcId="{EDD12B1E-2C74-4178-9A5A-7A2478BA8676}" destId="{76958205-3BA4-4720-B1E7-DE858BA60D6B}" srcOrd="0" destOrd="0" presId="urn:microsoft.com/office/officeart/2005/8/layout/hierarchy2#2"/>
    <dgm:cxn modelId="{1D0FA7FD-2728-43DC-B52F-1A09796AA6D3}" type="presOf" srcId="{749423D8-4992-4CBA-B4BB-332408DC8E0E}" destId="{977E4DB8-B315-4A39-BCBF-7C390248B7D8}" srcOrd="0" destOrd="0" presId="urn:microsoft.com/office/officeart/2005/8/layout/hierarchy2#2"/>
    <dgm:cxn modelId="{21689265-8BD5-4925-8813-A4561FDD1C5A}" srcId="{749423D8-4992-4CBA-B4BB-332408DC8E0E}" destId="{B45E4FE3-1960-4D78-9BA3-1EB302820568}" srcOrd="0" destOrd="0" parTransId="{3EB5B3D4-020F-4F10-849F-208E48889609}" sibTransId="{35626AEF-85AE-44BE-95E1-C6C299A1FFBA}"/>
    <dgm:cxn modelId="{BE4315E9-E094-4D55-B86D-46199F9154A2}" type="presOf" srcId="{40609B24-1712-45C1-84D5-97ECBCED6D1C}" destId="{5AEB1285-6C29-4DA0-B9AA-9DABC30A9779}" srcOrd="1" destOrd="0" presId="urn:microsoft.com/office/officeart/2005/8/layout/hierarchy2#2"/>
    <dgm:cxn modelId="{83FF3521-5B37-4D80-BF24-B2CD04CE231D}" type="presOf" srcId="{3EB5B3D4-020F-4F10-849F-208E48889609}" destId="{3227BE2F-0FA8-40AB-97E2-B89DE28B0F35}" srcOrd="1" destOrd="0" presId="urn:microsoft.com/office/officeart/2005/8/layout/hierarchy2#2"/>
    <dgm:cxn modelId="{368BC4B1-AA21-4725-AFAF-E329E1A29B5A}" type="presOf" srcId="{3B88AA50-F454-4C66-89FA-F74453688FFB}" destId="{49213D80-05BA-493A-B931-57B4240399DD}" srcOrd="1" destOrd="0" presId="urn:microsoft.com/office/officeart/2005/8/layout/hierarchy2#2"/>
    <dgm:cxn modelId="{239A1515-0469-49D4-8AEE-EEA6F25560B6}" srcId="{69C28C1D-ACE8-4016-AB6F-A4E9CC7C7347}" destId="{33651432-841D-4B0F-B135-92B29D1C88B2}" srcOrd="0" destOrd="0" parTransId="{463B7444-DEF0-4257-83F6-316D29158C14}" sibTransId="{A93B2CB4-DC47-477B-A4FC-E3E1F072DE0B}"/>
    <dgm:cxn modelId="{4A640626-A2FD-4978-9D34-F55D62C80451}" srcId="{33651432-841D-4B0F-B135-92B29D1C88B2}" destId="{D5F6E32E-344A-4D0E-AA12-C188FE8589D8}" srcOrd="1" destOrd="0" parTransId="{904AC39F-21F7-48D0-A937-8645C338C581}" sibTransId="{522E7D38-F918-4FFF-95AB-713872F2C11F}"/>
    <dgm:cxn modelId="{813A974C-7EC4-4ECC-982A-DDBC2FC9388C}" srcId="{D5F6E32E-344A-4D0E-AA12-C188FE8589D8}" destId="{E0F0C779-2810-4EC8-B0D4-10EFE9D3CFA8}" srcOrd="2" destOrd="0" parTransId="{40609B24-1712-45C1-84D5-97ECBCED6D1C}" sibTransId="{EC403578-FB0E-43B1-AC52-66733F791CA7}"/>
    <dgm:cxn modelId="{0A0ADA46-F065-4EF3-8BD8-0567001A3FA8}" type="presOf" srcId="{794A5104-95DA-467D-8A76-45AA4BEF38D1}" destId="{DD3ABDDB-5D49-42D8-9038-36E6F4972398}" srcOrd="0" destOrd="0" presId="urn:microsoft.com/office/officeart/2005/8/layout/hierarchy2#2"/>
    <dgm:cxn modelId="{012CED26-81BA-43AA-A1B8-CDF5DCE18933}" type="presOf" srcId="{3B88AA50-F454-4C66-89FA-F74453688FFB}" destId="{F5E3486A-6754-4D5A-974D-887F48836BE3}" srcOrd="0" destOrd="0" presId="urn:microsoft.com/office/officeart/2005/8/layout/hierarchy2#2"/>
    <dgm:cxn modelId="{5916B901-30BC-4882-A8EB-1DA491802B51}" srcId="{33651432-841D-4B0F-B135-92B29D1C88B2}" destId="{8E81EF56-754A-4DD7-AFF2-A523F48F9A23}" srcOrd="0" destOrd="0" parTransId="{B2237D43-8B28-448F-B384-B0D03B1A7304}" sibTransId="{D40AB8F8-52B6-47E0-B1C1-2FB24223AEC2}"/>
    <dgm:cxn modelId="{55748898-123E-483A-8231-F61D3C260965}" type="presOf" srcId="{D1A088FC-C6D2-4904-823F-2E6781AA4FFC}" destId="{4116D0C4-024E-458E-AA0F-405BDDDFF52A}" srcOrd="0" destOrd="0" presId="urn:microsoft.com/office/officeart/2005/8/layout/hierarchy2#2"/>
    <dgm:cxn modelId="{57D5B946-A747-4A0D-9E1F-E9DE76C5ABB8}" srcId="{8E81EF56-754A-4DD7-AFF2-A523F48F9A23}" destId="{AE2D91CA-8A49-4484-AB95-7F8D12473A66}" srcOrd="0" destOrd="0" parTransId="{D44D96EB-32C4-424A-ADA6-0F2C59969208}" sibTransId="{BD99A94F-50A2-4F82-A4FA-CD4224AF43A8}"/>
    <dgm:cxn modelId="{FA5B7718-BC23-453F-A104-3D41EA996A2D}" type="presOf" srcId="{564A6A6B-57F1-4E73-9D33-9EE0623272C7}" destId="{994CC4F0-42BC-4FDB-83A1-3E3D642E11A1}" srcOrd="0" destOrd="0" presId="urn:microsoft.com/office/officeart/2005/8/layout/hierarchy2#2"/>
    <dgm:cxn modelId="{0565AA92-27DD-4F8A-B8EE-A97ED074B75F}" type="presOf" srcId="{05502F21-EF62-4EE9-826C-871F71C73DA2}" destId="{FACCCC95-1D72-41B4-9578-50D11A31C2E4}" srcOrd="0" destOrd="0" presId="urn:microsoft.com/office/officeart/2005/8/layout/hierarchy2#2"/>
    <dgm:cxn modelId="{CBC46CCF-D2CA-484F-BEC0-02F11B116CCF}" type="presOf" srcId="{524386FD-0FE4-4FEE-8418-F264036C7C37}" destId="{1F4A2924-950E-454E-9A8D-24AB5125DB85}" srcOrd="0" destOrd="0" presId="urn:microsoft.com/office/officeart/2005/8/layout/hierarchy2#2"/>
    <dgm:cxn modelId="{A78B548A-EFB1-4613-AC38-7B04AD1CE95E}" srcId="{749423D8-4992-4CBA-B4BB-332408DC8E0E}" destId="{524386FD-0FE4-4FEE-8418-F264036C7C37}" srcOrd="1" destOrd="0" parTransId="{3B88AA50-F454-4C66-89FA-F74453688FFB}" sibTransId="{0F38DD14-5797-435E-8CF2-110F0E7F634B}"/>
    <dgm:cxn modelId="{8235ECBD-5CB1-4E06-B8F2-9DE601E84928}" type="presOf" srcId="{ECD12157-E64B-4B06-93AD-7C36709834C6}" destId="{46E64B4C-8297-4F80-BF27-AB1D1B0C7348}" srcOrd="0" destOrd="0" presId="urn:microsoft.com/office/officeart/2005/8/layout/hierarchy2#2"/>
    <dgm:cxn modelId="{5F812941-90A6-4E86-9484-7A049C4E04B1}" type="presOf" srcId="{CC389DF0-AABE-4056-A668-F2D5717DF4FD}" destId="{53D3AC11-A1AA-451E-BF09-97B50191FCF5}" srcOrd="1" destOrd="0" presId="urn:microsoft.com/office/officeart/2005/8/layout/hierarchy2#2"/>
    <dgm:cxn modelId="{DC94D955-8975-4731-83A9-5C58D3D27F1B}" type="presOf" srcId="{B2237D43-8B28-448F-B384-B0D03B1A7304}" destId="{D84881DE-2A5D-40CA-A087-FFFDAC8FCE0E}" srcOrd="0" destOrd="0" presId="urn:microsoft.com/office/officeart/2005/8/layout/hierarchy2#2"/>
    <dgm:cxn modelId="{E7BA10A8-1C31-4BA2-8AA0-E10308BA10CC}" type="presOf" srcId="{000B5F55-D415-45EB-9631-7827E3F3F655}" destId="{E53EB7E4-5641-44E3-AC8A-FBE9B3D6BA3B}" srcOrd="0" destOrd="0" presId="urn:microsoft.com/office/officeart/2005/8/layout/hierarchy2#2"/>
    <dgm:cxn modelId="{7F0857C6-098F-40F6-A6BB-D2410713E8F8}" type="presOf" srcId="{564A6A6B-57F1-4E73-9D33-9EE0623272C7}" destId="{FDF88A75-883D-4DF2-873A-8ED962A07D2B}" srcOrd="1" destOrd="0" presId="urn:microsoft.com/office/officeart/2005/8/layout/hierarchy2#2"/>
    <dgm:cxn modelId="{05006597-9C0B-4021-9BEF-D1C1ADF76337}" type="presOf" srcId="{EDD12B1E-2C74-4178-9A5A-7A2478BA8676}" destId="{B95D4EFF-9D0A-4F89-A29B-8F6EF969BFC3}" srcOrd="1" destOrd="0" presId="urn:microsoft.com/office/officeart/2005/8/layout/hierarchy2#2"/>
    <dgm:cxn modelId="{87F1A036-9913-4F4B-958B-A06152C76124}" type="presOf" srcId="{D44D96EB-32C4-424A-ADA6-0F2C59969208}" destId="{48DF6B40-42D9-4B10-845A-4E726304966D}" srcOrd="1" destOrd="0" presId="urn:microsoft.com/office/officeart/2005/8/layout/hierarchy2#2"/>
    <dgm:cxn modelId="{3B8936A4-0A4F-4B98-B701-778AF33E2509}" type="presOf" srcId="{3EB5B3D4-020F-4F10-849F-208E48889609}" destId="{704AE735-34F5-4D6A-BD0B-FF30A6996EFA}" srcOrd="0" destOrd="0" presId="urn:microsoft.com/office/officeart/2005/8/layout/hierarchy2#2"/>
    <dgm:cxn modelId="{9D6B6C05-3C87-433F-AED5-712CAFB35607}" type="presOf" srcId="{40609B24-1712-45C1-84D5-97ECBCED6D1C}" destId="{9840549D-3400-4926-A44D-852B215F13AD}" srcOrd="0" destOrd="0" presId="urn:microsoft.com/office/officeart/2005/8/layout/hierarchy2#2"/>
    <dgm:cxn modelId="{3525A552-3BD5-4E12-A408-79AD99727B8B}" srcId="{D5F6E32E-344A-4D0E-AA12-C188FE8589D8}" destId="{749423D8-4992-4CBA-B4BB-332408DC8E0E}" srcOrd="0" destOrd="0" parTransId="{564A6A6B-57F1-4E73-9D33-9EE0623272C7}" sibTransId="{B4BF49C2-B398-4CAA-964C-D4D84771D092}"/>
    <dgm:cxn modelId="{75186B66-F90E-4DC6-B7A9-8B857F7E7C60}" type="presOf" srcId="{69C28C1D-ACE8-4016-AB6F-A4E9CC7C7347}" destId="{6A254B25-4633-499D-A9CB-29148E0B6A28}" srcOrd="0" destOrd="0" presId="urn:microsoft.com/office/officeart/2005/8/layout/hierarchy2#2"/>
    <dgm:cxn modelId="{E3D354C5-441C-42C9-A8A1-D318364BED16}" type="presOf" srcId="{B2237D43-8B28-448F-B384-B0D03B1A7304}" destId="{9770EA60-8732-4C5A-B0DE-4A8E7E104E04}" srcOrd="1" destOrd="0" presId="urn:microsoft.com/office/officeart/2005/8/layout/hierarchy2#2"/>
    <dgm:cxn modelId="{3B949FDE-DA9D-4A67-AD86-8E9D703532E1}" type="presParOf" srcId="{6A254B25-4633-499D-A9CB-29148E0B6A28}" destId="{0B9159B6-EB8C-4F18-AC3E-EA10F703D339}" srcOrd="0" destOrd="0" presId="urn:microsoft.com/office/officeart/2005/8/layout/hierarchy2#2"/>
    <dgm:cxn modelId="{2F28C4B7-2312-48DA-A0EC-7D1DF5DDAEAD}" type="presParOf" srcId="{0B9159B6-EB8C-4F18-AC3E-EA10F703D339}" destId="{ED92530D-B46F-4F6C-95E9-185D612388F2}" srcOrd="0" destOrd="0" presId="urn:microsoft.com/office/officeart/2005/8/layout/hierarchy2#2"/>
    <dgm:cxn modelId="{069D2E6A-9C5F-4868-95B8-CC1DB7E5C6A0}" type="presParOf" srcId="{0B9159B6-EB8C-4F18-AC3E-EA10F703D339}" destId="{16064FBF-B052-4EF8-9FCC-042A1D4C5CEF}" srcOrd="1" destOrd="0" presId="urn:microsoft.com/office/officeart/2005/8/layout/hierarchy2#2"/>
    <dgm:cxn modelId="{0D88C250-231A-4814-8F9D-65B56A765860}" type="presParOf" srcId="{16064FBF-B052-4EF8-9FCC-042A1D4C5CEF}" destId="{D84881DE-2A5D-40CA-A087-FFFDAC8FCE0E}" srcOrd="0" destOrd="0" presId="urn:microsoft.com/office/officeart/2005/8/layout/hierarchy2#2"/>
    <dgm:cxn modelId="{555C93B8-1B75-49A3-A405-322E6DA821BC}" type="presParOf" srcId="{D84881DE-2A5D-40CA-A087-FFFDAC8FCE0E}" destId="{9770EA60-8732-4C5A-B0DE-4A8E7E104E04}" srcOrd="0" destOrd="0" presId="urn:microsoft.com/office/officeart/2005/8/layout/hierarchy2#2"/>
    <dgm:cxn modelId="{F0C354DF-5938-41D3-94A5-347BE3EDC595}" type="presParOf" srcId="{16064FBF-B052-4EF8-9FCC-042A1D4C5CEF}" destId="{48F593C0-7B65-4E0F-B8E0-EA0758559524}" srcOrd="1" destOrd="0" presId="urn:microsoft.com/office/officeart/2005/8/layout/hierarchy2#2"/>
    <dgm:cxn modelId="{68AEC422-2892-485F-8438-C63C03AD3109}" type="presParOf" srcId="{48F593C0-7B65-4E0F-B8E0-EA0758559524}" destId="{C63DCCE6-869A-44BB-B01C-D3F46A965F38}" srcOrd="0" destOrd="0" presId="urn:microsoft.com/office/officeart/2005/8/layout/hierarchy2#2"/>
    <dgm:cxn modelId="{B80E0BBE-13A3-4C31-B072-8FFBBDD13DD0}" type="presParOf" srcId="{48F593C0-7B65-4E0F-B8E0-EA0758559524}" destId="{8B1F4A49-C8BD-4991-99BE-13E638BD26BD}" srcOrd="1" destOrd="0" presId="urn:microsoft.com/office/officeart/2005/8/layout/hierarchy2#2"/>
    <dgm:cxn modelId="{97B29142-8156-4FFB-B549-9026C430D3C9}" type="presParOf" srcId="{8B1F4A49-C8BD-4991-99BE-13E638BD26BD}" destId="{28801E06-041C-4E34-BF91-715DFFD40D90}" srcOrd="0" destOrd="0" presId="urn:microsoft.com/office/officeart/2005/8/layout/hierarchy2#2"/>
    <dgm:cxn modelId="{D1E87E19-B1F6-4FD2-97E2-142DF2C80B9C}" type="presParOf" srcId="{28801E06-041C-4E34-BF91-715DFFD40D90}" destId="{48DF6B40-42D9-4B10-845A-4E726304966D}" srcOrd="0" destOrd="0" presId="urn:microsoft.com/office/officeart/2005/8/layout/hierarchy2#2"/>
    <dgm:cxn modelId="{092BC588-1DE8-4235-8733-444DAD05C3AE}" type="presParOf" srcId="{8B1F4A49-C8BD-4991-99BE-13E638BD26BD}" destId="{E66D6194-C535-4E46-A11E-7A0A0D83C97D}" srcOrd="1" destOrd="0" presId="urn:microsoft.com/office/officeart/2005/8/layout/hierarchy2#2"/>
    <dgm:cxn modelId="{B2D6977E-E0C9-4BC9-89EA-1DAB81D4F921}" type="presParOf" srcId="{E66D6194-C535-4E46-A11E-7A0A0D83C97D}" destId="{D5A5A417-A2D5-4820-B83D-E12A7BA3552A}" srcOrd="0" destOrd="0" presId="urn:microsoft.com/office/officeart/2005/8/layout/hierarchy2#2"/>
    <dgm:cxn modelId="{3EA59756-C002-499F-974F-B0C521D65BA6}" type="presParOf" srcId="{E66D6194-C535-4E46-A11E-7A0A0D83C97D}" destId="{7DB01502-8285-4FC9-AF29-DAA755FC7F9B}" srcOrd="1" destOrd="0" presId="urn:microsoft.com/office/officeart/2005/8/layout/hierarchy2#2"/>
    <dgm:cxn modelId="{723DFA42-0968-43E4-80D9-52138060699A}" type="presParOf" srcId="{16064FBF-B052-4EF8-9FCC-042A1D4C5CEF}" destId="{27875096-76E3-425C-96C1-52C8D27CE319}" srcOrd="2" destOrd="0" presId="urn:microsoft.com/office/officeart/2005/8/layout/hierarchy2#2"/>
    <dgm:cxn modelId="{D610546B-93B9-406D-A382-FFB57FE0A6A2}" type="presParOf" srcId="{27875096-76E3-425C-96C1-52C8D27CE319}" destId="{00E180C6-681D-4374-94E5-E7DF154CE5F7}" srcOrd="0" destOrd="0" presId="urn:microsoft.com/office/officeart/2005/8/layout/hierarchy2#2"/>
    <dgm:cxn modelId="{E8CF1BE9-67E8-40FF-B51F-E89E18CE3D61}" type="presParOf" srcId="{16064FBF-B052-4EF8-9FCC-042A1D4C5CEF}" destId="{5CA7ACBF-BC4E-4A89-861E-BB8A49D2ED43}" srcOrd="3" destOrd="0" presId="urn:microsoft.com/office/officeart/2005/8/layout/hierarchy2#2"/>
    <dgm:cxn modelId="{07AA1E50-02BA-4D43-8B67-30F3EF8B1A96}" type="presParOf" srcId="{5CA7ACBF-BC4E-4A89-861E-BB8A49D2ED43}" destId="{16A70A99-0C41-4360-A474-D1EC8BFB3B20}" srcOrd="0" destOrd="0" presId="urn:microsoft.com/office/officeart/2005/8/layout/hierarchy2#2"/>
    <dgm:cxn modelId="{C324A9E0-01D4-4F34-84BF-3FDEB73AC759}" type="presParOf" srcId="{5CA7ACBF-BC4E-4A89-861E-BB8A49D2ED43}" destId="{66CCE06D-7355-4853-BF86-25DC0C348A46}" srcOrd="1" destOrd="0" presId="urn:microsoft.com/office/officeart/2005/8/layout/hierarchy2#2"/>
    <dgm:cxn modelId="{A7A517F6-4D26-458B-9031-C7662AD3C312}" type="presParOf" srcId="{66CCE06D-7355-4853-BF86-25DC0C348A46}" destId="{994CC4F0-42BC-4FDB-83A1-3E3D642E11A1}" srcOrd="0" destOrd="0" presId="urn:microsoft.com/office/officeart/2005/8/layout/hierarchy2#2"/>
    <dgm:cxn modelId="{2BCD0610-3993-440E-B9BA-522C1FE24032}" type="presParOf" srcId="{994CC4F0-42BC-4FDB-83A1-3E3D642E11A1}" destId="{FDF88A75-883D-4DF2-873A-8ED962A07D2B}" srcOrd="0" destOrd="0" presId="urn:microsoft.com/office/officeart/2005/8/layout/hierarchy2#2"/>
    <dgm:cxn modelId="{F34D79F1-F75D-44BE-9A5E-DDC0DDDEEED5}" type="presParOf" srcId="{66CCE06D-7355-4853-BF86-25DC0C348A46}" destId="{3090698D-5FBE-4261-971F-0D4FDCF44DEF}" srcOrd="1" destOrd="0" presId="urn:microsoft.com/office/officeart/2005/8/layout/hierarchy2#2"/>
    <dgm:cxn modelId="{2BB965DD-4356-43B6-ABAC-0935E30BAB04}" type="presParOf" srcId="{3090698D-5FBE-4261-971F-0D4FDCF44DEF}" destId="{977E4DB8-B315-4A39-BCBF-7C390248B7D8}" srcOrd="0" destOrd="0" presId="urn:microsoft.com/office/officeart/2005/8/layout/hierarchy2#2"/>
    <dgm:cxn modelId="{F82AD2E2-5C72-493C-B2E0-CAF3B93B6AED}" type="presParOf" srcId="{3090698D-5FBE-4261-971F-0D4FDCF44DEF}" destId="{AC1E4D46-63A3-43ED-87E9-B124759F106D}" srcOrd="1" destOrd="0" presId="urn:microsoft.com/office/officeart/2005/8/layout/hierarchy2#2"/>
    <dgm:cxn modelId="{280359A9-26A6-44C5-ADC3-A55187FD8B5A}" type="presParOf" srcId="{AC1E4D46-63A3-43ED-87E9-B124759F106D}" destId="{704AE735-34F5-4D6A-BD0B-FF30A6996EFA}" srcOrd="0" destOrd="0" presId="urn:microsoft.com/office/officeart/2005/8/layout/hierarchy2#2"/>
    <dgm:cxn modelId="{74055FFC-A8CF-4483-B6E0-7C19D4531E91}" type="presParOf" srcId="{704AE735-34F5-4D6A-BD0B-FF30A6996EFA}" destId="{3227BE2F-0FA8-40AB-97E2-B89DE28B0F35}" srcOrd="0" destOrd="0" presId="urn:microsoft.com/office/officeart/2005/8/layout/hierarchy2#2"/>
    <dgm:cxn modelId="{AB25C62E-630F-446B-9F0F-5C9C13A3FDBC}" type="presParOf" srcId="{AC1E4D46-63A3-43ED-87E9-B124759F106D}" destId="{1F90E1B6-0D4D-4E8C-9EB1-29556E1BACC8}" srcOrd="1" destOrd="0" presId="urn:microsoft.com/office/officeart/2005/8/layout/hierarchy2#2"/>
    <dgm:cxn modelId="{2FAAF98B-43FB-46F9-946B-2D09005D88A1}" type="presParOf" srcId="{1F90E1B6-0D4D-4E8C-9EB1-29556E1BACC8}" destId="{8FBC035C-433E-4A66-BECE-8789B901DD42}" srcOrd="0" destOrd="0" presId="urn:microsoft.com/office/officeart/2005/8/layout/hierarchy2#2"/>
    <dgm:cxn modelId="{EDE0FB82-993C-45B5-8B82-B288CC2955C7}" type="presParOf" srcId="{1F90E1B6-0D4D-4E8C-9EB1-29556E1BACC8}" destId="{3B06F549-B331-485B-8D38-CFE4CE85FAB1}" srcOrd="1" destOrd="0" presId="urn:microsoft.com/office/officeart/2005/8/layout/hierarchy2#2"/>
    <dgm:cxn modelId="{F5387AD9-4059-425E-A8B4-86A742BA5325}" type="presParOf" srcId="{AC1E4D46-63A3-43ED-87E9-B124759F106D}" destId="{F5E3486A-6754-4D5A-974D-887F48836BE3}" srcOrd="2" destOrd="0" presId="urn:microsoft.com/office/officeart/2005/8/layout/hierarchy2#2"/>
    <dgm:cxn modelId="{8CE9A60F-17F2-4F97-84E6-68AB93BCF320}" type="presParOf" srcId="{F5E3486A-6754-4D5A-974D-887F48836BE3}" destId="{49213D80-05BA-493A-B931-57B4240399DD}" srcOrd="0" destOrd="0" presId="urn:microsoft.com/office/officeart/2005/8/layout/hierarchy2#2"/>
    <dgm:cxn modelId="{84C963C0-81CE-4AE3-AB4F-BF1FFFF9FDED}" type="presParOf" srcId="{AC1E4D46-63A3-43ED-87E9-B124759F106D}" destId="{63DA5CD2-C859-4827-A7ED-27BEA1D2836F}" srcOrd="3" destOrd="0" presId="urn:microsoft.com/office/officeart/2005/8/layout/hierarchy2#2"/>
    <dgm:cxn modelId="{CF1ACD83-8163-4211-B275-5223F9976C54}" type="presParOf" srcId="{63DA5CD2-C859-4827-A7ED-27BEA1D2836F}" destId="{1F4A2924-950E-454E-9A8D-24AB5125DB85}" srcOrd="0" destOrd="0" presId="urn:microsoft.com/office/officeart/2005/8/layout/hierarchy2#2"/>
    <dgm:cxn modelId="{AD643262-1856-404F-9B94-B72B95FD5B16}" type="presParOf" srcId="{63DA5CD2-C859-4827-A7ED-27BEA1D2836F}" destId="{974B228D-7050-4BD0-AFF5-63D4C9DC5B7C}" srcOrd="1" destOrd="0" presId="urn:microsoft.com/office/officeart/2005/8/layout/hierarchy2#2"/>
    <dgm:cxn modelId="{4DD1A2C0-4342-4CF3-AB72-F4D9FE134F65}" type="presParOf" srcId="{AC1E4D46-63A3-43ED-87E9-B124759F106D}" destId="{46E64B4C-8297-4F80-BF27-AB1D1B0C7348}" srcOrd="4" destOrd="0" presId="urn:microsoft.com/office/officeart/2005/8/layout/hierarchy2#2"/>
    <dgm:cxn modelId="{D0B1ADA6-F2B9-4FA8-B75D-759294B8049F}" type="presParOf" srcId="{46E64B4C-8297-4F80-BF27-AB1D1B0C7348}" destId="{D881FC7F-CE77-4E96-8C8A-2412FB1420F9}" srcOrd="0" destOrd="0" presId="urn:microsoft.com/office/officeart/2005/8/layout/hierarchy2#2"/>
    <dgm:cxn modelId="{9D21F9F1-FCDA-4C79-836E-EBA45844DB87}" type="presParOf" srcId="{AC1E4D46-63A3-43ED-87E9-B124759F106D}" destId="{B06A1D66-DB51-4B3E-BB80-7D9BC74EDD7F}" srcOrd="5" destOrd="0" presId="urn:microsoft.com/office/officeart/2005/8/layout/hierarchy2#2"/>
    <dgm:cxn modelId="{32C776C1-7B50-49B0-A7D0-4AA914AF0771}" type="presParOf" srcId="{B06A1D66-DB51-4B3E-BB80-7D9BC74EDD7F}" destId="{4116D0C4-024E-458E-AA0F-405BDDDFF52A}" srcOrd="0" destOrd="0" presId="urn:microsoft.com/office/officeart/2005/8/layout/hierarchy2#2"/>
    <dgm:cxn modelId="{1FB80925-3198-49EC-B307-2431CCD6EC6A}" type="presParOf" srcId="{B06A1D66-DB51-4B3E-BB80-7D9BC74EDD7F}" destId="{A1381E1E-A479-4405-A2B3-41775CCFFB86}" srcOrd="1" destOrd="0" presId="urn:microsoft.com/office/officeart/2005/8/layout/hierarchy2#2"/>
    <dgm:cxn modelId="{58FB6B60-45E1-449B-B738-5B1E419D65C4}" type="presParOf" srcId="{66CCE06D-7355-4853-BF86-25DC0C348A46}" destId="{76958205-3BA4-4720-B1E7-DE858BA60D6B}" srcOrd="2" destOrd="0" presId="urn:microsoft.com/office/officeart/2005/8/layout/hierarchy2#2"/>
    <dgm:cxn modelId="{4732BFB4-85C7-4253-B4BB-CC7CD2D3626D}" type="presParOf" srcId="{76958205-3BA4-4720-B1E7-DE858BA60D6B}" destId="{B95D4EFF-9D0A-4F89-A29B-8F6EF969BFC3}" srcOrd="0" destOrd="0" presId="urn:microsoft.com/office/officeart/2005/8/layout/hierarchy2#2"/>
    <dgm:cxn modelId="{F56B793F-9578-485A-9A23-79D9D8A6F67C}" type="presParOf" srcId="{66CCE06D-7355-4853-BF86-25DC0C348A46}" destId="{DD48B686-8B11-4FB5-AC94-4947B24B126A}" srcOrd="3" destOrd="0" presId="urn:microsoft.com/office/officeart/2005/8/layout/hierarchy2#2"/>
    <dgm:cxn modelId="{72D0348B-2863-4B4E-A6FA-21055BF5E309}" type="presParOf" srcId="{DD48B686-8B11-4FB5-AC94-4947B24B126A}" destId="{1245F66F-6A9A-4115-8CA7-12D89C46FE3B}" srcOrd="0" destOrd="0" presId="urn:microsoft.com/office/officeart/2005/8/layout/hierarchy2#2"/>
    <dgm:cxn modelId="{2EC7B0ED-76BD-43D3-8C41-48925261D22E}" type="presParOf" srcId="{DD48B686-8B11-4FB5-AC94-4947B24B126A}" destId="{4E7E98D7-8D24-48F4-8D0B-60D553B93331}" srcOrd="1" destOrd="0" presId="urn:microsoft.com/office/officeart/2005/8/layout/hierarchy2#2"/>
    <dgm:cxn modelId="{D16B2B4E-A4F1-41A6-9BDF-68107487FC5E}" type="presParOf" srcId="{4E7E98D7-8D24-48F4-8D0B-60D553B93331}" destId="{E53EB7E4-5641-44E3-AC8A-FBE9B3D6BA3B}" srcOrd="0" destOrd="0" presId="urn:microsoft.com/office/officeart/2005/8/layout/hierarchy2#2"/>
    <dgm:cxn modelId="{155ADDF1-47A8-4295-8CBA-D37865DD9D8E}" type="presParOf" srcId="{E53EB7E4-5641-44E3-AC8A-FBE9B3D6BA3B}" destId="{E0ECE906-160E-4038-A40A-9DC78E5B9083}" srcOrd="0" destOrd="0" presId="urn:microsoft.com/office/officeart/2005/8/layout/hierarchy2#2"/>
    <dgm:cxn modelId="{7D449AFC-2F4C-42CB-836D-C73787E42DEA}" type="presParOf" srcId="{4E7E98D7-8D24-48F4-8D0B-60D553B93331}" destId="{5ADA46A7-CABC-4D79-809B-C7BF4D4FBA39}" srcOrd="1" destOrd="0" presId="urn:microsoft.com/office/officeart/2005/8/layout/hierarchy2#2"/>
    <dgm:cxn modelId="{D8A7AFB7-FE61-4D5B-8441-BCE58FE6B2D9}" type="presParOf" srcId="{5ADA46A7-CABC-4D79-809B-C7BF4D4FBA39}" destId="{FACCCC95-1D72-41B4-9578-50D11A31C2E4}" srcOrd="0" destOrd="0" presId="urn:microsoft.com/office/officeart/2005/8/layout/hierarchy2#2"/>
    <dgm:cxn modelId="{9076034C-A178-40A0-BCAC-F8B3C5A06B04}" type="presParOf" srcId="{5ADA46A7-CABC-4D79-809B-C7BF4D4FBA39}" destId="{13470C27-539A-45B7-9A83-99299ADCC526}" srcOrd="1" destOrd="0" presId="urn:microsoft.com/office/officeart/2005/8/layout/hierarchy2#2"/>
    <dgm:cxn modelId="{7AEDFE01-BD34-4BC3-8DFE-C9D163AF32A5}" type="presParOf" srcId="{66CCE06D-7355-4853-BF86-25DC0C348A46}" destId="{9840549D-3400-4926-A44D-852B215F13AD}" srcOrd="4" destOrd="0" presId="urn:microsoft.com/office/officeart/2005/8/layout/hierarchy2#2"/>
    <dgm:cxn modelId="{ECE5D703-8EF0-4189-89BB-8EA29B2D4CEE}" type="presParOf" srcId="{9840549D-3400-4926-A44D-852B215F13AD}" destId="{5AEB1285-6C29-4DA0-B9AA-9DABC30A9779}" srcOrd="0" destOrd="0" presId="urn:microsoft.com/office/officeart/2005/8/layout/hierarchy2#2"/>
    <dgm:cxn modelId="{1D3EE304-0B08-46C2-BEF8-178BA7BB540F}" type="presParOf" srcId="{66CCE06D-7355-4853-BF86-25DC0C348A46}" destId="{4640F500-E731-402D-A703-557916221431}" srcOrd="5" destOrd="0" presId="urn:microsoft.com/office/officeart/2005/8/layout/hierarchy2#2"/>
    <dgm:cxn modelId="{6DFD7687-433E-42E3-92C9-336C24BC80AF}" type="presParOf" srcId="{4640F500-E731-402D-A703-557916221431}" destId="{4B908258-944F-4247-9684-6AC4BFC1D2C0}" srcOrd="0" destOrd="0" presId="urn:microsoft.com/office/officeart/2005/8/layout/hierarchy2#2"/>
    <dgm:cxn modelId="{04264A75-C324-4DBD-86FD-39BD4B4FC709}" type="presParOf" srcId="{4640F500-E731-402D-A703-557916221431}" destId="{6DD499C0-5020-4237-A2EF-DC20391106F2}" srcOrd="1" destOrd="0" presId="urn:microsoft.com/office/officeart/2005/8/layout/hierarchy2#2"/>
    <dgm:cxn modelId="{DB4C6F14-0A0C-49B6-A5D5-AB61E1404091}" type="presParOf" srcId="{6DD499C0-5020-4237-A2EF-DC20391106F2}" destId="{32676AE2-DE5D-4F68-90BB-BEB3220E7980}" srcOrd="0" destOrd="0" presId="urn:microsoft.com/office/officeart/2005/8/layout/hierarchy2#2"/>
    <dgm:cxn modelId="{2BC1D4F8-E005-406A-9777-79612F148C59}" type="presParOf" srcId="{32676AE2-DE5D-4F68-90BB-BEB3220E7980}" destId="{53D3AC11-A1AA-451E-BF09-97B50191FCF5}" srcOrd="0" destOrd="0" presId="urn:microsoft.com/office/officeart/2005/8/layout/hierarchy2#2"/>
    <dgm:cxn modelId="{0BBB8775-7ADD-4EF5-BC29-03BE82AB8A87}" type="presParOf" srcId="{6DD499C0-5020-4237-A2EF-DC20391106F2}" destId="{A54B7EFB-8255-4B89-9212-E2385438A90B}" srcOrd="1" destOrd="0" presId="urn:microsoft.com/office/officeart/2005/8/layout/hierarchy2#2"/>
    <dgm:cxn modelId="{72739CB0-B854-40FB-A12A-0D7A4281C5A7}" type="presParOf" srcId="{A54B7EFB-8255-4B89-9212-E2385438A90B}" destId="{DD3ABDDB-5D49-42D8-9038-36E6F4972398}" srcOrd="0" destOrd="0" presId="urn:microsoft.com/office/officeart/2005/8/layout/hierarchy2#2"/>
    <dgm:cxn modelId="{B0179F23-ACDF-4811-9CFD-470BE2792E50}" type="presParOf" srcId="{A54B7EFB-8255-4B89-9212-E2385438A90B}" destId="{5463F5BE-13CF-4F28-BE6B-23D09B64FD0F}" srcOrd="1" destOrd="0" presId="urn:microsoft.com/office/officeart/2005/8/layout/hierarchy2#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0014B8-2B88-4026-8E0E-D89A5EBB96F0}">
      <dsp:nvSpPr>
        <dsp:cNvPr id="0" name=""/>
        <dsp:cNvSpPr/>
      </dsp:nvSpPr>
      <dsp:spPr>
        <a:xfrm>
          <a:off x="4468" y="2367377"/>
          <a:ext cx="2195786" cy="109789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kern="1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能力</a:t>
          </a:r>
          <a:endParaRPr lang="en-US" sz="2800" b="1" kern="1200" dirty="0">
            <a:solidFill>
              <a:srgbClr val="FF0000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6624" y="2399533"/>
        <a:ext cx="2131474" cy="1033581"/>
      </dsp:txXfrm>
    </dsp:sp>
    <dsp:sp modelId="{8943C180-46FC-4D67-BADB-9B21924BEBE8}">
      <dsp:nvSpPr>
        <dsp:cNvPr id="0" name=""/>
        <dsp:cNvSpPr/>
      </dsp:nvSpPr>
      <dsp:spPr>
        <a:xfrm rot="19457599">
          <a:off x="2098589" y="2583738"/>
          <a:ext cx="1081647" cy="33881"/>
        </a:xfrm>
        <a:custGeom>
          <a:avLst/>
          <a:gdLst/>
          <a:ahLst/>
          <a:cxnLst/>
          <a:rect l="0" t="0" r="0" b="0"/>
          <a:pathLst>
            <a:path>
              <a:moveTo>
                <a:pt x="0" y="16940"/>
              </a:moveTo>
              <a:lnTo>
                <a:pt x="1081647" y="1694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800" b="1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612371" y="2573638"/>
        <a:ext cx="54082" cy="54082"/>
      </dsp:txXfrm>
    </dsp:sp>
    <dsp:sp modelId="{F926FC46-21A8-44E0-8B68-71F56C3408F4}">
      <dsp:nvSpPr>
        <dsp:cNvPr id="0" name=""/>
        <dsp:cNvSpPr/>
      </dsp:nvSpPr>
      <dsp:spPr>
        <a:xfrm>
          <a:off x="3078570" y="1736088"/>
          <a:ext cx="2195786" cy="109789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先天</a:t>
          </a:r>
          <a:endParaRPr lang="en-US" sz="28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110726" y="1768244"/>
        <a:ext cx="2131474" cy="1033581"/>
      </dsp:txXfrm>
    </dsp:sp>
    <dsp:sp modelId="{546F4616-3083-443C-A5D5-6DDFD31BD255}">
      <dsp:nvSpPr>
        <dsp:cNvPr id="0" name=""/>
        <dsp:cNvSpPr/>
      </dsp:nvSpPr>
      <dsp:spPr>
        <a:xfrm rot="2142401">
          <a:off x="2098589" y="3215027"/>
          <a:ext cx="1081647" cy="33881"/>
        </a:xfrm>
        <a:custGeom>
          <a:avLst/>
          <a:gdLst/>
          <a:ahLst/>
          <a:cxnLst/>
          <a:rect l="0" t="0" r="0" b="0"/>
          <a:pathLst>
            <a:path>
              <a:moveTo>
                <a:pt x="0" y="16940"/>
              </a:moveTo>
              <a:lnTo>
                <a:pt x="1081647" y="1694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800" b="1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612371" y="3204927"/>
        <a:ext cx="54082" cy="54082"/>
      </dsp:txXfrm>
    </dsp:sp>
    <dsp:sp modelId="{C3F97541-776E-442F-A7E6-336125AA160B}">
      <dsp:nvSpPr>
        <dsp:cNvPr id="0" name=""/>
        <dsp:cNvSpPr/>
      </dsp:nvSpPr>
      <dsp:spPr>
        <a:xfrm>
          <a:off x="3078570" y="2998666"/>
          <a:ext cx="2195786" cy="109789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后天</a:t>
          </a:r>
          <a:endParaRPr lang="en-US" sz="28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110726" y="3030822"/>
        <a:ext cx="2131474" cy="1033581"/>
      </dsp:txXfrm>
    </dsp:sp>
    <dsp:sp modelId="{A4E86DCF-45C4-4493-8A9E-6C8EE80C2C28}">
      <dsp:nvSpPr>
        <dsp:cNvPr id="0" name=""/>
        <dsp:cNvSpPr/>
      </dsp:nvSpPr>
      <dsp:spPr>
        <a:xfrm>
          <a:off x="5274357" y="3530671"/>
          <a:ext cx="878314" cy="33881"/>
        </a:xfrm>
        <a:custGeom>
          <a:avLst/>
          <a:gdLst/>
          <a:ahLst/>
          <a:cxnLst/>
          <a:rect l="0" t="0" r="0" b="0"/>
          <a:pathLst>
            <a:path>
              <a:moveTo>
                <a:pt x="0" y="16940"/>
              </a:moveTo>
              <a:lnTo>
                <a:pt x="878314" y="1694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800" b="1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5691556" y="3525654"/>
        <a:ext cx="43915" cy="43915"/>
      </dsp:txXfrm>
    </dsp:sp>
    <dsp:sp modelId="{86F7BA9C-207D-40BB-AA91-E4F319E71E20}">
      <dsp:nvSpPr>
        <dsp:cNvPr id="0" name=""/>
        <dsp:cNvSpPr/>
      </dsp:nvSpPr>
      <dsp:spPr>
        <a:xfrm>
          <a:off x="6152672" y="2998666"/>
          <a:ext cx="2195786" cy="109789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技能</a:t>
          </a:r>
          <a:endParaRPr lang="en-US" sz="28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6184828" y="3030822"/>
        <a:ext cx="2131474" cy="10335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459076-1143-4CD5-88DE-30ED5436DE4A}">
      <dsp:nvSpPr>
        <dsp:cNvPr id="0" name=""/>
        <dsp:cNvSpPr/>
      </dsp:nvSpPr>
      <dsp:spPr>
        <a:xfrm>
          <a:off x="2973585" y="0"/>
          <a:ext cx="2282428" cy="1521618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职业技能</a:t>
          </a:r>
          <a:endParaRPr lang="en-US" sz="32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018152" y="44567"/>
        <a:ext cx="2193294" cy="1432484"/>
      </dsp:txXfrm>
    </dsp:sp>
    <dsp:sp modelId="{7EAC7505-CAD2-4515-A645-0AF7F7D58ED2}">
      <dsp:nvSpPr>
        <dsp:cNvPr id="0" name=""/>
        <dsp:cNvSpPr/>
      </dsp:nvSpPr>
      <dsp:spPr>
        <a:xfrm>
          <a:off x="1147643" y="1521618"/>
          <a:ext cx="2967156" cy="608647"/>
        </a:xfrm>
        <a:custGeom>
          <a:avLst/>
          <a:gdLst/>
          <a:ahLst/>
          <a:cxnLst/>
          <a:rect l="0" t="0" r="0" b="0"/>
          <a:pathLst>
            <a:path>
              <a:moveTo>
                <a:pt x="2967156" y="0"/>
              </a:moveTo>
              <a:lnTo>
                <a:pt x="2967156" y="304323"/>
              </a:lnTo>
              <a:lnTo>
                <a:pt x="0" y="304323"/>
              </a:lnTo>
              <a:lnTo>
                <a:pt x="0" y="60864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67C824-D2D6-4C89-B1B0-3A9CFF3CC0E5}">
      <dsp:nvSpPr>
        <dsp:cNvPr id="0" name=""/>
        <dsp:cNvSpPr/>
      </dsp:nvSpPr>
      <dsp:spPr>
        <a:xfrm>
          <a:off x="6429" y="2130266"/>
          <a:ext cx="2282428" cy="1521618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专业知识技能</a:t>
          </a:r>
          <a:endParaRPr lang="en-US" sz="32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50996" y="2174833"/>
        <a:ext cx="2193294" cy="1432484"/>
      </dsp:txXfrm>
    </dsp:sp>
    <dsp:sp modelId="{68D3F45D-C1D9-46DE-BF29-BDE761B3E596}">
      <dsp:nvSpPr>
        <dsp:cNvPr id="0" name=""/>
        <dsp:cNvSpPr/>
      </dsp:nvSpPr>
      <dsp:spPr>
        <a:xfrm>
          <a:off x="4069080" y="1521618"/>
          <a:ext cx="91440" cy="60864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0864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CE52FB-9B4F-455B-831B-75C2350AE354}">
      <dsp:nvSpPr>
        <dsp:cNvPr id="0" name=""/>
        <dsp:cNvSpPr/>
      </dsp:nvSpPr>
      <dsp:spPr>
        <a:xfrm>
          <a:off x="2973585" y="2130266"/>
          <a:ext cx="2282428" cy="1521618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可迁移</a:t>
          </a:r>
          <a:r>
            <a:rPr lang="en-US" altLang="zh-CN" sz="32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/>
          </a:r>
          <a:br>
            <a:rPr lang="en-US" altLang="zh-CN" sz="32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</a:br>
          <a:r>
            <a:rPr lang="zh-CN" altLang="en-US" sz="32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技能</a:t>
          </a:r>
          <a:endParaRPr lang="en-US" sz="32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018152" y="2174833"/>
        <a:ext cx="2193294" cy="1432484"/>
      </dsp:txXfrm>
    </dsp:sp>
    <dsp:sp modelId="{C0B50B1A-3095-49E3-8E66-35C14A3DF1DA}">
      <dsp:nvSpPr>
        <dsp:cNvPr id="0" name=""/>
        <dsp:cNvSpPr/>
      </dsp:nvSpPr>
      <dsp:spPr>
        <a:xfrm>
          <a:off x="4114800" y="1521618"/>
          <a:ext cx="2967156" cy="6086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4323"/>
              </a:lnTo>
              <a:lnTo>
                <a:pt x="2967156" y="304323"/>
              </a:lnTo>
              <a:lnTo>
                <a:pt x="2967156" y="60864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C7B78A-D74C-40E3-967A-C8F9EB3280DF}">
      <dsp:nvSpPr>
        <dsp:cNvPr id="0" name=""/>
        <dsp:cNvSpPr/>
      </dsp:nvSpPr>
      <dsp:spPr>
        <a:xfrm>
          <a:off x="5940742" y="2130266"/>
          <a:ext cx="2282428" cy="1521618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自我管理技能</a:t>
          </a:r>
          <a:endParaRPr lang="en-US" sz="32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5985309" y="2174833"/>
        <a:ext cx="2193294" cy="143248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7C7617-6054-4D2D-8CD9-C392F050928E}">
      <dsp:nvSpPr>
        <dsp:cNvPr id="0" name=""/>
        <dsp:cNvSpPr/>
      </dsp:nvSpPr>
      <dsp:spPr>
        <a:xfrm>
          <a:off x="2757011" y="56574"/>
          <a:ext cx="2715577" cy="2715577"/>
        </a:xfrm>
        <a:prstGeom prst="ellipse">
          <a:avLst/>
        </a:prstGeom>
        <a:solidFill>
          <a:schemeClr val="accent3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你喜欢做的</a:t>
          </a:r>
          <a:endParaRPr lang="en-US" sz="18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119088" y="531800"/>
        <a:ext cx="1991423" cy="1222009"/>
      </dsp:txXfrm>
    </dsp:sp>
    <dsp:sp modelId="{C89ECE25-397C-443C-A1FF-27B856227AEE}">
      <dsp:nvSpPr>
        <dsp:cNvPr id="0" name=""/>
        <dsp:cNvSpPr/>
      </dsp:nvSpPr>
      <dsp:spPr>
        <a:xfrm>
          <a:off x="3736882" y="1753810"/>
          <a:ext cx="2715577" cy="2715577"/>
        </a:xfrm>
        <a:prstGeom prst="ellipse">
          <a:avLst/>
        </a:prstGeom>
        <a:solidFill>
          <a:schemeClr val="accent3">
            <a:alpha val="50000"/>
            <a:hueOff val="1355300"/>
            <a:satOff val="50000"/>
            <a:lumOff val="-7353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b" anchorCtr="1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altLang="zh-CN" sz="1800" b="1" kern="1200" dirty="0" smtClean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可以用来谋生的</a:t>
          </a:r>
          <a:endParaRPr lang="en-US" sz="18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567396" y="2455334"/>
        <a:ext cx="1629346" cy="1493567"/>
      </dsp:txXfrm>
    </dsp:sp>
    <dsp:sp modelId="{73A444F8-268A-4F59-B7AF-9101F8C99E55}">
      <dsp:nvSpPr>
        <dsp:cNvPr id="0" name=""/>
        <dsp:cNvSpPr/>
      </dsp:nvSpPr>
      <dsp:spPr>
        <a:xfrm>
          <a:off x="1777140" y="1753810"/>
          <a:ext cx="2715577" cy="2715577"/>
        </a:xfrm>
        <a:prstGeom prst="ellipse">
          <a:avLst/>
        </a:prstGeom>
        <a:solidFill>
          <a:schemeClr val="accent3">
            <a:alpha val="50000"/>
            <a:hueOff val="2710599"/>
            <a:satOff val="100000"/>
            <a:lumOff val="-14706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b" anchorCtr="1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altLang="zh-CN" sz="1800" b="1" kern="1200" dirty="0" smtClean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你擅长做的</a:t>
          </a:r>
          <a:endParaRPr lang="en-US" sz="18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032857" y="2455334"/>
        <a:ext cx="1629346" cy="149356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7C7617-6054-4D2D-8CD9-C392F050928E}">
      <dsp:nvSpPr>
        <dsp:cNvPr id="0" name=""/>
        <dsp:cNvSpPr/>
      </dsp:nvSpPr>
      <dsp:spPr>
        <a:xfrm>
          <a:off x="2757011" y="56574"/>
          <a:ext cx="2715577" cy="2715577"/>
        </a:xfrm>
        <a:prstGeom prst="ellipse">
          <a:avLst/>
        </a:prstGeom>
        <a:solidFill>
          <a:schemeClr val="accent3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你喜欢做的</a:t>
          </a:r>
          <a:endParaRPr lang="en-US" sz="18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119088" y="531800"/>
        <a:ext cx="1991423" cy="1222009"/>
      </dsp:txXfrm>
    </dsp:sp>
    <dsp:sp modelId="{C89ECE25-397C-443C-A1FF-27B856227AEE}">
      <dsp:nvSpPr>
        <dsp:cNvPr id="0" name=""/>
        <dsp:cNvSpPr/>
      </dsp:nvSpPr>
      <dsp:spPr>
        <a:xfrm>
          <a:off x="3736882" y="1753810"/>
          <a:ext cx="2715577" cy="2715577"/>
        </a:xfrm>
        <a:prstGeom prst="ellipse">
          <a:avLst/>
        </a:prstGeom>
        <a:solidFill>
          <a:schemeClr val="accent3">
            <a:alpha val="50000"/>
            <a:hueOff val="1355300"/>
            <a:satOff val="50000"/>
            <a:lumOff val="-7353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b" anchorCtr="1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altLang="zh-CN" sz="1800" b="1" kern="1200" dirty="0" smtClean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可以用来谋生的</a:t>
          </a:r>
          <a:endParaRPr lang="en-US" sz="18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567396" y="2455334"/>
        <a:ext cx="1629346" cy="1493567"/>
      </dsp:txXfrm>
    </dsp:sp>
    <dsp:sp modelId="{73A444F8-268A-4F59-B7AF-9101F8C99E55}">
      <dsp:nvSpPr>
        <dsp:cNvPr id="0" name=""/>
        <dsp:cNvSpPr/>
      </dsp:nvSpPr>
      <dsp:spPr>
        <a:xfrm>
          <a:off x="1777140" y="1753810"/>
          <a:ext cx="2715577" cy="2715577"/>
        </a:xfrm>
        <a:prstGeom prst="ellipse">
          <a:avLst/>
        </a:prstGeom>
        <a:solidFill>
          <a:schemeClr val="accent3">
            <a:alpha val="50000"/>
            <a:hueOff val="2710599"/>
            <a:satOff val="100000"/>
            <a:lumOff val="-14706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b" anchorCtr="1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altLang="zh-CN" sz="1800" b="1" kern="1200" dirty="0" smtClean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你擅长做的</a:t>
          </a:r>
          <a:endParaRPr lang="en-US" sz="18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032857" y="2455334"/>
        <a:ext cx="1629346" cy="149356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33746C-EAE1-438E-A5CC-E855953052D5}">
      <dsp:nvSpPr>
        <dsp:cNvPr id="0" name=""/>
        <dsp:cNvSpPr/>
      </dsp:nvSpPr>
      <dsp:spPr>
        <a:xfrm>
          <a:off x="4864" y="2312650"/>
          <a:ext cx="1351363" cy="135136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兴趣</a:t>
          </a:r>
          <a:endParaRPr lang="en-US" sz="28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02767" y="2510553"/>
        <a:ext cx="955557" cy="955557"/>
      </dsp:txXfrm>
    </dsp:sp>
    <dsp:sp modelId="{910DA568-EC90-4F58-87E5-AD4E167810DC}">
      <dsp:nvSpPr>
        <dsp:cNvPr id="0" name=""/>
        <dsp:cNvSpPr/>
      </dsp:nvSpPr>
      <dsp:spPr>
        <a:xfrm>
          <a:off x="1465957" y="2596436"/>
          <a:ext cx="783790" cy="783790"/>
        </a:xfrm>
        <a:prstGeom prst="mathPlus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800" b="1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569848" y="2896157"/>
        <a:ext cx="576008" cy="184348"/>
      </dsp:txXfrm>
    </dsp:sp>
    <dsp:sp modelId="{2160F4BE-70F5-442F-B539-07E818189BF1}">
      <dsp:nvSpPr>
        <dsp:cNvPr id="0" name=""/>
        <dsp:cNvSpPr/>
      </dsp:nvSpPr>
      <dsp:spPr>
        <a:xfrm>
          <a:off x="2359479" y="2312650"/>
          <a:ext cx="1351363" cy="135136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能力</a:t>
          </a:r>
          <a:endParaRPr lang="en-US" sz="28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557382" y="2510553"/>
        <a:ext cx="955557" cy="955557"/>
      </dsp:txXfrm>
    </dsp:sp>
    <dsp:sp modelId="{1B21FDBC-C74A-4758-BD0F-CC4CF6D2426F}">
      <dsp:nvSpPr>
        <dsp:cNvPr id="0" name=""/>
        <dsp:cNvSpPr/>
      </dsp:nvSpPr>
      <dsp:spPr>
        <a:xfrm>
          <a:off x="3820572" y="2596436"/>
          <a:ext cx="783790" cy="783790"/>
        </a:xfrm>
        <a:prstGeom prst="mathPlus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300" kern="1200"/>
        </a:p>
      </dsp:txBody>
      <dsp:txXfrm>
        <a:off x="3924463" y="2896157"/>
        <a:ext cx="576008" cy="184348"/>
      </dsp:txXfrm>
    </dsp:sp>
    <dsp:sp modelId="{0F309832-2AF3-4A4C-BCA0-25DF1835CDB2}">
      <dsp:nvSpPr>
        <dsp:cNvPr id="0" name=""/>
        <dsp:cNvSpPr/>
      </dsp:nvSpPr>
      <dsp:spPr>
        <a:xfrm>
          <a:off x="4714093" y="2312650"/>
          <a:ext cx="1351363" cy="135136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社会需要</a:t>
          </a:r>
          <a:endParaRPr lang="en-US" sz="28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911996" y="2510553"/>
        <a:ext cx="955557" cy="955557"/>
      </dsp:txXfrm>
    </dsp:sp>
    <dsp:sp modelId="{52EF71D7-F6EB-49C3-BD9E-9376D834FED1}">
      <dsp:nvSpPr>
        <dsp:cNvPr id="0" name=""/>
        <dsp:cNvSpPr/>
      </dsp:nvSpPr>
      <dsp:spPr>
        <a:xfrm>
          <a:off x="6175187" y="2596436"/>
          <a:ext cx="783790" cy="783790"/>
        </a:xfrm>
        <a:prstGeom prst="mathEqual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800" b="1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6279078" y="2757897"/>
        <a:ext cx="576008" cy="460868"/>
      </dsp:txXfrm>
    </dsp:sp>
    <dsp:sp modelId="{4DAD6FE5-BE42-445A-AA8D-354F66B7247B}">
      <dsp:nvSpPr>
        <dsp:cNvPr id="0" name=""/>
        <dsp:cNvSpPr/>
      </dsp:nvSpPr>
      <dsp:spPr>
        <a:xfrm>
          <a:off x="7068708" y="2312650"/>
          <a:ext cx="1351363" cy="135136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理想工作</a:t>
          </a:r>
          <a:endParaRPr lang="en-US" sz="28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7266611" y="2510553"/>
        <a:ext cx="955557" cy="95555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92530D-B46F-4F6C-95E9-185D612388F2}">
      <dsp:nvSpPr>
        <dsp:cNvPr id="0" name=""/>
        <dsp:cNvSpPr/>
      </dsp:nvSpPr>
      <dsp:spPr>
        <a:xfrm>
          <a:off x="3951" y="1878462"/>
          <a:ext cx="1577506" cy="7887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技能</a:t>
          </a:r>
          <a:endParaRPr lang="zh-CN" altLang="en-US" sz="24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7053" y="1901564"/>
        <a:ext cx="1531302" cy="742549"/>
      </dsp:txXfrm>
    </dsp:sp>
    <dsp:sp modelId="{D84881DE-2A5D-40CA-A087-FFFDAC8FCE0E}">
      <dsp:nvSpPr>
        <dsp:cNvPr id="0" name=""/>
        <dsp:cNvSpPr/>
      </dsp:nvSpPr>
      <dsp:spPr>
        <a:xfrm rot="17500715">
          <a:off x="1042866" y="1467136"/>
          <a:ext cx="1708185" cy="24038"/>
        </a:xfrm>
        <a:custGeom>
          <a:avLst/>
          <a:gdLst/>
          <a:ahLst/>
          <a:cxnLst/>
          <a:rect l="0" t="0" r="0" b="0"/>
          <a:pathLst>
            <a:path>
              <a:moveTo>
                <a:pt x="0" y="12019"/>
              </a:moveTo>
              <a:lnTo>
                <a:pt x="1708185" y="12019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4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854254" y="1436451"/>
        <a:ext cx="85409" cy="85409"/>
      </dsp:txXfrm>
    </dsp:sp>
    <dsp:sp modelId="{C63DCCE6-869A-44BB-B01C-D3F46A965F38}">
      <dsp:nvSpPr>
        <dsp:cNvPr id="0" name=""/>
        <dsp:cNvSpPr/>
      </dsp:nvSpPr>
      <dsp:spPr>
        <a:xfrm>
          <a:off x="2212460" y="291096"/>
          <a:ext cx="1577506" cy="78875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匹配</a:t>
          </a:r>
          <a:endParaRPr lang="zh-CN" altLang="en-US" sz="24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235562" y="314198"/>
        <a:ext cx="1531302" cy="742549"/>
      </dsp:txXfrm>
    </dsp:sp>
    <dsp:sp modelId="{28801E06-041C-4E34-BF91-715DFFD40D90}">
      <dsp:nvSpPr>
        <dsp:cNvPr id="0" name=""/>
        <dsp:cNvSpPr/>
      </dsp:nvSpPr>
      <dsp:spPr>
        <a:xfrm>
          <a:off x="3789967" y="673453"/>
          <a:ext cx="631002" cy="24038"/>
        </a:xfrm>
        <a:custGeom>
          <a:avLst/>
          <a:gdLst/>
          <a:ahLst/>
          <a:cxnLst/>
          <a:rect l="0" t="0" r="0" b="0"/>
          <a:pathLst>
            <a:path>
              <a:moveTo>
                <a:pt x="0" y="12019"/>
              </a:moveTo>
              <a:lnTo>
                <a:pt x="631002" y="12019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4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089693" y="669697"/>
        <a:ext cx="31550" cy="31550"/>
      </dsp:txXfrm>
    </dsp:sp>
    <dsp:sp modelId="{D5A5A417-A2D5-4820-B83D-E12A7BA3552A}">
      <dsp:nvSpPr>
        <dsp:cNvPr id="0" name=""/>
        <dsp:cNvSpPr/>
      </dsp:nvSpPr>
      <dsp:spPr>
        <a:xfrm>
          <a:off x="4420970" y="291096"/>
          <a:ext cx="1577506" cy="78875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成就感</a:t>
          </a:r>
          <a:endParaRPr lang="zh-CN" altLang="en-US" sz="24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444072" y="314198"/>
        <a:ext cx="1531302" cy="742549"/>
      </dsp:txXfrm>
    </dsp:sp>
    <dsp:sp modelId="{27875096-76E3-425C-96C1-52C8D27CE319}">
      <dsp:nvSpPr>
        <dsp:cNvPr id="0" name=""/>
        <dsp:cNvSpPr/>
      </dsp:nvSpPr>
      <dsp:spPr>
        <a:xfrm rot="4099285">
          <a:off x="1042866" y="3054503"/>
          <a:ext cx="1708185" cy="24038"/>
        </a:xfrm>
        <a:custGeom>
          <a:avLst/>
          <a:gdLst/>
          <a:ahLst/>
          <a:cxnLst/>
          <a:rect l="0" t="0" r="0" b="0"/>
          <a:pathLst>
            <a:path>
              <a:moveTo>
                <a:pt x="0" y="12019"/>
              </a:moveTo>
              <a:lnTo>
                <a:pt x="1708185" y="12019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4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854254" y="3023817"/>
        <a:ext cx="85409" cy="85409"/>
      </dsp:txXfrm>
    </dsp:sp>
    <dsp:sp modelId="{16A70A99-0C41-4360-A474-D1EC8BFB3B20}">
      <dsp:nvSpPr>
        <dsp:cNvPr id="0" name=""/>
        <dsp:cNvSpPr/>
      </dsp:nvSpPr>
      <dsp:spPr>
        <a:xfrm>
          <a:off x="2212460" y="3465828"/>
          <a:ext cx="1577506" cy="78875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不匹配</a:t>
          </a:r>
          <a:endParaRPr lang="zh-CN" altLang="en-US" sz="24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235562" y="3488930"/>
        <a:ext cx="1531302" cy="742549"/>
      </dsp:txXfrm>
    </dsp:sp>
    <dsp:sp modelId="{994CC4F0-42BC-4FDB-83A1-3E3D642E11A1}">
      <dsp:nvSpPr>
        <dsp:cNvPr id="0" name=""/>
        <dsp:cNvSpPr/>
      </dsp:nvSpPr>
      <dsp:spPr>
        <a:xfrm rot="17692822">
          <a:off x="3355569" y="3167886"/>
          <a:ext cx="1499798" cy="24038"/>
        </a:xfrm>
        <a:custGeom>
          <a:avLst/>
          <a:gdLst/>
          <a:ahLst/>
          <a:cxnLst/>
          <a:rect l="0" t="0" r="0" b="0"/>
          <a:pathLst>
            <a:path>
              <a:moveTo>
                <a:pt x="0" y="12019"/>
              </a:moveTo>
              <a:lnTo>
                <a:pt x="1499798" y="12019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4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067974" y="3142410"/>
        <a:ext cx="74989" cy="74989"/>
      </dsp:txXfrm>
    </dsp:sp>
    <dsp:sp modelId="{977E4DB8-B315-4A39-BCBF-7C390248B7D8}">
      <dsp:nvSpPr>
        <dsp:cNvPr id="0" name=""/>
        <dsp:cNvSpPr/>
      </dsp:nvSpPr>
      <dsp:spPr>
        <a:xfrm>
          <a:off x="4420970" y="2105229"/>
          <a:ext cx="1577506" cy="78875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行动</a:t>
          </a:r>
          <a:endParaRPr lang="zh-CN" altLang="en-US" sz="24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444072" y="2128331"/>
        <a:ext cx="1531302" cy="742549"/>
      </dsp:txXfrm>
    </dsp:sp>
    <dsp:sp modelId="{704AE735-34F5-4D6A-BD0B-FF30A6996EFA}">
      <dsp:nvSpPr>
        <dsp:cNvPr id="0" name=""/>
        <dsp:cNvSpPr/>
      </dsp:nvSpPr>
      <dsp:spPr>
        <a:xfrm rot="18289469">
          <a:off x="5761499" y="2034053"/>
          <a:ext cx="1104958" cy="24038"/>
        </a:xfrm>
        <a:custGeom>
          <a:avLst/>
          <a:gdLst/>
          <a:ahLst/>
          <a:cxnLst/>
          <a:rect l="0" t="0" r="0" b="0"/>
          <a:pathLst>
            <a:path>
              <a:moveTo>
                <a:pt x="0" y="12019"/>
              </a:moveTo>
              <a:lnTo>
                <a:pt x="1104958" y="1201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4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6286354" y="2018448"/>
        <a:ext cx="55247" cy="55247"/>
      </dsp:txXfrm>
    </dsp:sp>
    <dsp:sp modelId="{8FBC035C-433E-4A66-BECE-8789B901DD42}">
      <dsp:nvSpPr>
        <dsp:cNvPr id="0" name=""/>
        <dsp:cNvSpPr/>
      </dsp:nvSpPr>
      <dsp:spPr>
        <a:xfrm>
          <a:off x="6629479" y="1198162"/>
          <a:ext cx="1577506" cy="78875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学习</a:t>
          </a:r>
          <a:endParaRPr lang="zh-CN" altLang="en-US" sz="24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6652581" y="1221264"/>
        <a:ext cx="1531302" cy="742549"/>
      </dsp:txXfrm>
    </dsp:sp>
    <dsp:sp modelId="{F5E3486A-6754-4D5A-974D-887F48836BE3}">
      <dsp:nvSpPr>
        <dsp:cNvPr id="0" name=""/>
        <dsp:cNvSpPr/>
      </dsp:nvSpPr>
      <dsp:spPr>
        <a:xfrm>
          <a:off x="5998477" y="2487586"/>
          <a:ext cx="631002" cy="24038"/>
        </a:xfrm>
        <a:custGeom>
          <a:avLst/>
          <a:gdLst/>
          <a:ahLst/>
          <a:cxnLst/>
          <a:rect l="0" t="0" r="0" b="0"/>
          <a:pathLst>
            <a:path>
              <a:moveTo>
                <a:pt x="0" y="12019"/>
              </a:moveTo>
              <a:lnTo>
                <a:pt x="631002" y="1201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4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6298203" y="2483830"/>
        <a:ext cx="31550" cy="31550"/>
      </dsp:txXfrm>
    </dsp:sp>
    <dsp:sp modelId="{1F4A2924-950E-454E-9A8D-24AB5125DB85}">
      <dsp:nvSpPr>
        <dsp:cNvPr id="0" name=""/>
        <dsp:cNvSpPr/>
      </dsp:nvSpPr>
      <dsp:spPr>
        <a:xfrm>
          <a:off x="6629479" y="2105229"/>
          <a:ext cx="1577506" cy="78875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练习</a:t>
          </a:r>
          <a:endParaRPr lang="zh-CN" altLang="en-US" sz="24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6652581" y="2128331"/>
        <a:ext cx="1531302" cy="742549"/>
      </dsp:txXfrm>
    </dsp:sp>
    <dsp:sp modelId="{46E64B4C-8297-4F80-BF27-AB1D1B0C7348}">
      <dsp:nvSpPr>
        <dsp:cNvPr id="0" name=""/>
        <dsp:cNvSpPr/>
      </dsp:nvSpPr>
      <dsp:spPr>
        <a:xfrm rot="3310531">
          <a:off x="5761499" y="2941119"/>
          <a:ext cx="1104958" cy="24038"/>
        </a:xfrm>
        <a:custGeom>
          <a:avLst/>
          <a:gdLst/>
          <a:ahLst/>
          <a:cxnLst/>
          <a:rect l="0" t="0" r="0" b="0"/>
          <a:pathLst>
            <a:path>
              <a:moveTo>
                <a:pt x="0" y="12019"/>
              </a:moveTo>
              <a:lnTo>
                <a:pt x="1104958" y="1201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4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6286354" y="2925515"/>
        <a:ext cx="55247" cy="55247"/>
      </dsp:txXfrm>
    </dsp:sp>
    <dsp:sp modelId="{4116D0C4-024E-458E-AA0F-405BDDDFF52A}">
      <dsp:nvSpPr>
        <dsp:cNvPr id="0" name=""/>
        <dsp:cNvSpPr/>
      </dsp:nvSpPr>
      <dsp:spPr>
        <a:xfrm>
          <a:off x="6629479" y="3012295"/>
          <a:ext cx="1577506" cy="78875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领悟</a:t>
          </a:r>
          <a:endParaRPr lang="zh-CN" altLang="en-US" sz="24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6652581" y="3035397"/>
        <a:ext cx="1531302" cy="742549"/>
      </dsp:txXfrm>
    </dsp:sp>
    <dsp:sp modelId="{76958205-3BA4-4720-B1E7-DE858BA60D6B}">
      <dsp:nvSpPr>
        <dsp:cNvPr id="0" name=""/>
        <dsp:cNvSpPr/>
      </dsp:nvSpPr>
      <dsp:spPr>
        <a:xfrm rot="2142401">
          <a:off x="3716927" y="4074953"/>
          <a:ext cx="777082" cy="24038"/>
        </a:xfrm>
        <a:custGeom>
          <a:avLst/>
          <a:gdLst/>
          <a:ahLst/>
          <a:cxnLst/>
          <a:rect l="0" t="0" r="0" b="0"/>
          <a:pathLst>
            <a:path>
              <a:moveTo>
                <a:pt x="0" y="12019"/>
              </a:moveTo>
              <a:lnTo>
                <a:pt x="777082" y="12019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4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086041" y="4067545"/>
        <a:ext cx="38854" cy="38854"/>
      </dsp:txXfrm>
    </dsp:sp>
    <dsp:sp modelId="{1245F66F-6A9A-4115-8CA7-12D89C46FE3B}">
      <dsp:nvSpPr>
        <dsp:cNvPr id="0" name=""/>
        <dsp:cNvSpPr/>
      </dsp:nvSpPr>
      <dsp:spPr>
        <a:xfrm>
          <a:off x="4420970" y="3919361"/>
          <a:ext cx="1577506" cy="78875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平衡</a:t>
          </a:r>
          <a:endParaRPr lang="zh-CN" altLang="en-US" sz="24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444072" y="3942463"/>
        <a:ext cx="1531302" cy="742549"/>
      </dsp:txXfrm>
    </dsp:sp>
    <dsp:sp modelId="{E53EB7E4-5641-44E3-AC8A-FBE9B3D6BA3B}">
      <dsp:nvSpPr>
        <dsp:cNvPr id="0" name=""/>
        <dsp:cNvSpPr/>
      </dsp:nvSpPr>
      <dsp:spPr>
        <a:xfrm>
          <a:off x="5998477" y="4301719"/>
          <a:ext cx="631002" cy="24038"/>
        </a:xfrm>
        <a:custGeom>
          <a:avLst/>
          <a:gdLst/>
          <a:ahLst/>
          <a:cxnLst/>
          <a:rect l="0" t="0" r="0" b="0"/>
          <a:pathLst>
            <a:path>
              <a:moveTo>
                <a:pt x="0" y="12019"/>
              </a:moveTo>
              <a:lnTo>
                <a:pt x="631002" y="1201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4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6298203" y="4297963"/>
        <a:ext cx="31550" cy="31550"/>
      </dsp:txXfrm>
    </dsp:sp>
    <dsp:sp modelId="{FACCCC95-1D72-41B4-9578-50D11A31C2E4}">
      <dsp:nvSpPr>
        <dsp:cNvPr id="0" name=""/>
        <dsp:cNvSpPr/>
      </dsp:nvSpPr>
      <dsp:spPr>
        <a:xfrm>
          <a:off x="6629479" y="3919361"/>
          <a:ext cx="1577506" cy="78875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充实生活</a:t>
          </a:r>
          <a:endParaRPr lang="zh-CN" altLang="en-US" sz="24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6652581" y="3942463"/>
        <a:ext cx="1531302" cy="742549"/>
      </dsp:txXfrm>
    </dsp:sp>
    <dsp:sp modelId="{9840549D-3400-4926-A44D-852B215F13AD}">
      <dsp:nvSpPr>
        <dsp:cNvPr id="0" name=""/>
        <dsp:cNvSpPr/>
      </dsp:nvSpPr>
      <dsp:spPr>
        <a:xfrm rot="3907178">
          <a:off x="3355569" y="4528486"/>
          <a:ext cx="1499798" cy="24038"/>
        </a:xfrm>
        <a:custGeom>
          <a:avLst/>
          <a:gdLst/>
          <a:ahLst/>
          <a:cxnLst/>
          <a:rect l="0" t="0" r="0" b="0"/>
          <a:pathLst>
            <a:path>
              <a:moveTo>
                <a:pt x="0" y="12019"/>
              </a:moveTo>
              <a:lnTo>
                <a:pt x="1499798" y="12019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4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067974" y="4503010"/>
        <a:ext cx="74989" cy="74989"/>
      </dsp:txXfrm>
    </dsp:sp>
    <dsp:sp modelId="{4B908258-944F-4247-9684-6AC4BFC1D2C0}">
      <dsp:nvSpPr>
        <dsp:cNvPr id="0" name=""/>
        <dsp:cNvSpPr/>
      </dsp:nvSpPr>
      <dsp:spPr>
        <a:xfrm>
          <a:off x="4420970" y="4826428"/>
          <a:ext cx="1577506" cy="78875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接纳</a:t>
          </a:r>
          <a:endParaRPr lang="zh-CN" altLang="en-US" sz="24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444072" y="4849530"/>
        <a:ext cx="1531302" cy="742549"/>
      </dsp:txXfrm>
    </dsp:sp>
    <dsp:sp modelId="{32676AE2-DE5D-4F68-90BB-BEB3220E7980}">
      <dsp:nvSpPr>
        <dsp:cNvPr id="0" name=""/>
        <dsp:cNvSpPr/>
      </dsp:nvSpPr>
      <dsp:spPr>
        <a:xfrm>
          <a:off x="5998477" y="5208786"/>
          <a:ext cx="631002" cy="24038"/>
        </a:xfrm>
        <a:custGeom>
          <a:avLst/>
          <a:gdLst/>
          <a:ahLst/>
          <a:cxnLst/>
          <a:rect l="0" t="0" r="0" b="0"/>
          <a:pathLst>
            <a:path>
              <a:moveTo>
                <a:pt x="0" y="12019"/>
              </a:moveTo>
              <a:lnTo>
                <a:pt x="631002" y="1201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4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6298203" y="5205030"/>
        <a:ext cx="31550" cy="31550"/>
      </dsp:txXfrm>
    </dsp:sp>
    <dsp:sp modelId="{DD3ABDDB-5D49-42D8-9038-36E6F4972398}">
      <dsp:nvSpPr>
        <dsp:cNvPr id="0" name=""/>
        <dsp:cNvSpPr/>
      </dsp:nvSpPr>
      <dsp:spPr>
        <a:xfrm>
          <a:off x="6629479" y="4826428"/>
          <a:ext cx="1577506" cy="78875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合理认识</a:t>
          </a:r>
          <a:endParaRPr lang="zh-CN" altLang="en-US" sz="24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6652581" y="4849530"/>
        <a:ext cx="1531302" cy="7425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equation1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choose name="Name0">
      <dgm:if name="Name1" func="var" arg="dir" op="equ" val="norm">
        <dgm:alg type="lin">
          <dgm:param type="fallback" val="2D"/>
        </dgm:alg>
      </dgm:if>
      <dgm:else name="Name2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fact="0.58"/>
      <dgm:constr type="primFontSz" for="ch" ptType="node" op="equ" val="65"/>
      <dgm:constr type="primFontSz" for="ch" ptType="sibTrans" op="equ" val="55"/>
      <dgm:constr type="primFontSz" for="ch" ptType="sibTrans" refType="primFontSz" refFor="ch" refPtType="node" op="lte" fact="0.8"/>
      <dgm:constr type="w" for="ch" forName="spacerL" refType="w" refFor="ch" refPtType="sibTrans" fact="0.14"/>
      <dgm:constr type="w" for="ch" forName="spacerR" refType="w" refFor="ch" refPtType="sibTrans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pacerL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ibTrans">
          <dgm:alg type="tx"/>
          <dgm:choose name="Name3">
            <dgm:if name="Name4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5">
              <dgm:shape xmlns:r="http://schemas.openxmlformats.org/officeDocument/2006/relationships" type="mathPlus" r:blip="">
                <dgm:adjLst/>
              </dgm:shape>
            </dgm:else>
          </dgm:choose>
          <dgm:presOf axis="self"/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spacer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2#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4#1">
  <dgm:title val=""/>
  <dgm:desc val=""/>
  <dgm:catLst>
    <dgm:cat type="3D" pri="11400"/>
  </dgm:catLst>
  <dgm:scene3d>
    <a:camera prst="orthographicFront"/>
    <a:lightRig rig="threePt" dir="t"/>
  </dgm:scene3d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4#2">
  <dgm:title val=""/>
  <dgm:desc val=""/>
  <dgm:catLst>
    <dgm:cat type="3D" pri="11400"/>
  </dgm:catLst>
  <dgm:scene3d>
    <a:camera prst="orthographicFront"/>
    <a:lightRig rig="threePt" dir="t"/>
  </dgm:scene3d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ACEB7E-97FE-4E2C-AA3F-E6B7D1D2A241}" type="datetimeFigureOut">
              <a:rPr lang="zh-CN" altLang="en-US" smtClean="0"/>
              <a:pPr/>
              <a:t>2024/4/1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D9C755-9DD1-47E6-AA52-80C59E0370F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D9C755-9DD1-47E6-AA52-80C59E0370F0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1608999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39825" y="682625"/>
            <a:ext cx="4575175" cy="3432175"/>
          </a:xfrm>
        </p:spPr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桑代克的独立因素说</a:t>
            </a:r>
            <a:endParaRPr lang="en-US" altLang="zh-CN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斯皮尔曼的二因素说</a:t>
            </a:r>
            <a:endParaRPr lang="en-US" altLang="zh-CN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加德纳的多元智力理论</a:t>
            </a:r>
            <a:endParaRPr lang="en-US" altLang="zh-CN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吉尔夫特的三维结构模型</a:t>
            </a:r>
            <a:endParaRPr lang="en-US" altLang="zh-CN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阜南的层次结构理论</a:t>
            </a:r>
            <a:endParaRPr lang="en-US" altLang="zh-CN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斯滕伯格的三元理论</a:t>
            </a:r>
          </a:p>
          <a:p>
            <a:endParaRPr lang="zh-CN" altLang="en-US" smtClean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>
            <a:miter lim="800000"/>
          </a:ln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fld id="{DE8D36C3-98EC-4936-96CF-BF653E160AE9}" type="slidenum">
              <a:rPr lang="zh-CN" altLang="en-US" smtClean="0">
                <a:latin typeface="Arial" panose="020B0604020202020204" pitchFamily="34" charset="0"/>
              </a:rPr>
              <a:pPr>
                <a:buFont typeface="Arial" panose="020B0604020202020204" pitchFamily="34" charset="0"/>
                <a:buNone/>
              </a:pPr>
              <a:t>7</a:t>
            </a:fld>
            <a:endParaRPr lang="en-US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kumimoji="0"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16387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E95096F-0751-46C0-843B-7FE7FFD763F7}" type="slidenum">
              <a:rPr kumimoji="0" lang="zh-CN" altLang="en-US" sz="1200"/>
              <a:pPr/>
              <a:t>12</a:t>
            </a:fld>
            <a:endParaRPr kumimoji="0" lang="zh-CN" alt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048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kumimoji="0" lang="zh-CN" altLang="en-US" smtClean="0">
              <a:ea typeface="宋体" panose="02010600030101010101" pitchFamily="2" charset="-122"/>
            </a:endParaRPr>
          </a:p>
        </p:txBody>
      </p:sp>
      <p:sp>
        <p:nvSpPr>
          <p:cNvPr id="20483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5525DD7-D07A-46B9-BBC6-46348A228AB0}" type="slidenum">
              <a:rPr kumimoji="0" lang="zh-CN" altLang="en-US" sz="1200"/>
              <a:pPr/>
              <a:t>14</a:t>
            </a:fld>
            <a:endParaRPr kumimoji="0" lang="zh-CN" alt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endParaRPr kumimoji="0" lang="zh-CN" altLang="en-US" dirty="0">
              <a:ea typeface="+mn-ea"/>
              <a:cs typeface="+mn-cs"/>
            </a:endParaRPr>
          </a:p>
        </p:txBody>
      </p:sp>
      <p:sp>
        <p:nvSpPr>
          <p:cNvPr id="22531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C17C9D7-3DCB-457A-A7F0-0AF80640FB25}" type="slidenum">
              <a:rPr kumimoji="0" lang="zh-CN" altLang="en-US" sz="1200"/>
              <a:pPr/>
              <a:t>15</a:t>
            </a:fld>
            <a:endParaRPr kumimoji="0" lang="zh-CN" alt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endParaRPr kumimoji="0" lang="en-US" altLang="zh-CN" dirty="0" smtClean="0">
              <a:ea typeface="+mn-ea"/>
              <a:cs typeface="+mn-cs"/>
            </a:endParaRPr>
          </a:p>
        </p:txBody>
      </p:sp>
      <p:sp>
        <p:nvSpPr>
          <p:cNvPr id="24579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E1732DD-65FD-45FA-8AD2-1AAFF824A574}" type="slidenum">
              <a:rPr kumimoji="0" lang="zh-CN" altLang="en-US" sz="1200"/>
              <a:pPr/>
              <a:t>16</a:t>
            </a:fld>
            <a:endParaRPr kumimoji="0" lang="zh-CN" alt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2662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kumimoji="0" lang="zh-CN" altLang="en-US" dirty="0" smtClean="0">
              <a:ea typeface="宋体" panose="02010600030101010101" pitchFamily="2" charset="-122"/>
            </a:endParaRPr>
          </a:p>
        </p:txBody>
      </p:sp>
      <p:sp>
        <p:nvSpPr>
          <p:cNvPr id="26627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05AFDBA-1FA2-4711-B540-AF98A4CB9F76}" type="slidenum">
              <a:rPr kumimoji="0" lang="zh-CN" altLang="en-US" sz="1200"/>
              <a:pPr/>
              <a:t>17</a:t>
            </a:fld>
            <a:endParaRPr kumimoji="0" lang="zh-CN" altLang="en-US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endParaRPr kumimoji="0" lang="zh-CN" altLang="en-US" dirty="0">
              <a:ea typeface="+mn-ea"/>
              <a:cs typeface="+mn-cs"/>
            </a:endParaRPr>
          </a:p>
        </p:txBody>
      </p:sp>
      <p:sp>
        <p:nvSpPr>
          <p:cNvPr id="28675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7D677FD-F9A5-4BDC-9A97-41921B6F8B5D}" type="slidenum">
              <a:rPr kumimoji="0" lang="zh-CN" altLang="en-US" sz="1200"/>
              <a:pPr/>
              <a:t>18</a:t>
            </a:fld>
            <a:endParaRPr kumimoji="0" lang="zh-CN" altLang="en-US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072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kumimoji="0" lang="zh-CN" altLang="en-US" dirty="0" smtClean="0">
              <a:ea typeface="宋体" panose="02010600030101010101" pitchFamily="2" charset="-122"/>
            </a:endParaRPr>
          </a:p>
        </p:txBody>
      </p:sp>
      <p:sp>
        <p:nvSpPr>
          <p:cNvPr id="30723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618EAAF-3F68-4E95-8F8E-5E473F67079E}" type="slidenum">
              <a:rPr kumimoji="0" lang="zh-CN" altLang="en-US" sz="1200"/>
              <a:pPr/>
              <a:t>19</a:t>
            </a:fld>
            <a:endParaRPr kumimoji="0" lang="zh-CN" altLang="en-US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277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kumimoji="0" lang="zh-CN" altLang="en-US" smtClean="0">
              <a:ea typeface="宋体" panose="02010600030101010101" pitchFamily="2" charset="-122"/>
            </a:endParaRPr>
          </a:p>
        </p:txBody>
      </p:sp>
      <p:sp>
        <p:nvSpPr>
          <p:cNvPr id="32771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35787F8-FE6C-4A27-AE03-7A3578022B02}" type="slidenum">
              <a:rPr kumimoji="0" lang="zh-CN" altLang="en-US" sz="1200"/>
              <a:pPr/>
              <a:t>20</a:t>
            </a:fld>
            <a:endParaRPr kumimoji="0" lang="zh-CN" altLang="en-US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481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kumimoji="0" lang="zh-CN" altLang="en-US" dirty="0" smtClean="0">
              <a:ea typeface="宋体" panose="02010600030101010101" pitchFamily="2" charset="-122"/>
            </a:endParaRPr>
          </a:p>
        </p:txBody>
      </p:sp>
      <p:sp>
        <p:nvSpPr>
          <p:cNvPr id="34819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64CFEF0-3349-489D-898F-E4227732DD76}" type="slidenum">
              <a:rPr kumimoji="0" lang="zh-CN" altLang="en-US" sz="1200"/>
              <a:pPr/>
              <a:t>21</a:t>
            </a:fld>
            <a:endParaRPr kumimoji="0" lang="zh-CN" altLang="en-US" sz="1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endParaRPr kumimoji="0" lang="en-US" altLang="zh-CN" dirty="0" smtClean="0">
              <a:ea typeface="+mn-ea"/>
              <a:cs typeface="+mn-cs"/>
            </a:endParaRPr>
          </a:p>
        </p:txBody>
      </p:sp>
      <p:sp>
        <p:nvSpPr>
          <p:cNvPr id="36867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F655DD0-9692-496E-A084-C22520C8A701}" type="slidenum">
              <a:rPr kumimoji="0" lang="zh-CN" altLang="en-US" sz="1200"/>
              <a:pPr/>
              <a:t>22</a:t>
            </a:fld>
            <a:endParaRPr kumimoji="0" lang="zh-CN" altLang="en-US" sz="12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440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zh-CN" altLang="en-US">
              <a:latin typeface="Calibri" panose="020F0502020204030204" charset="0"/>
              <a:cs typeface="宋体" panose="02010600030101010101" pitchFamily="2" charset="-122"/>
            </a:endParaRPr>
          </a:p>
        </p:txBody>
      </p:sp>
      <p:sp>
        <p:nvSpPr>
          <p:cNvPr id="4403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fld id="{ACAE5A8A-FFFB-6444-925A-AD65C5367D2B}" type="slidenum">
              <a:rPr lang="zh-CN" altLang="en-US">
                <a:latin typeface="Arial" panose="020B0604020202020204" pitchFamily="34" charset="0"/>
              </a:rPr>
              <a:pPr/>
              <a:t>23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424725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endParaRPr kumimoji="0" lang="zh-CN" altLang="en-US" dirty="0" smtClean="0">
              <a:ea typeface="+mn-ea"/>
              <a:cs typeface="+mn-cs"/>
            </a:endParaRPr>
          </a:p>
        </p:txBody>
      </p:sp>
      <p:sp>
        <p:nvSpPr>
          <p:cNvPr id="40963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E81E735-DE0B-4724-BB5D-2D3F62727DEC}" type="slidenum">
              <a:rPr kumimoji="0" lang="zh-CN" altLang="en-US" sz="1200"/>
              <a:pPr/>
              <a:t>27</a:t>
            </a:fld>
            <a:endParaRPr kumimoji="0" lang="zh-CN" altLang="en-US" sz="12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4301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kumimoji="0" lang="en-US" altLang="zh-CN" dirty="0" smtClean="0">
              <a:ea typeface="宋体" panose="02010600030101010101" pitchFamily="2" charset="-122"/>
            </a:endParaRPr>
          </a:p>
          <a:p>
            <a:endParaRPr kumimoji="0" lang="en-US" altLang="zh-CN" dirty="0" smtClean="0">
              <a:ea typeface="宋体" panose="02010600030101010101" pitchFamily="2" charset="-122"/>
            </a:endParaRPr>
          </a:p>
          <a:p>
            <a:endParaRPr kumimoji="0"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43011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4BCE1B4-B9B5-465F-AFE4-8479687306EB}" type="slidenum">
              <a:rPr kumimoji="0" lang="zh-CN" altLang="en-US" sz="1200"/>
              <a:pPr/>
              <a:t>28</a:t>
            </a:fld>
            <a:endParaRPr kumimoji="0" lang="zh-CN" altLang="en-US" sz="12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4505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kumimoji="0" lang="zh-CN" altLang="en-US" dirty="0" smtClean="0">
              <a:ea typeface="宋体" panose="02010600030101010101" pitchFamily="2" charset="-122"/>
            </a:endParaRPr>
          </a:p>
        </p:txBody>
      </p:sp>
      <p:sp>
        <p:nvSpPr>
          <p:cNvPr id="45059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C8B14C0-1A0D-47C7-86F3-1A5E327F41D8}" type="slidenum">
              <a:rPr kumimoji="0" lang="zh-CN" altLang="en-US" sz="1200"/>
              <a:pPr/>
              <a:t>29</a:t>
            </a:fld>
            <a:endParaRPr kumimoji="0" lang="zh-CN" altLang="en-US" sz="12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kumimoji="0" lang="zh-CN" altLang="en-US" dirty="0" smtClean="0">
                <a:ea typeface="+mn-ea"/>
                <a:cs typeface="+mn-cs"/>
              </a:rPr>
              <a:t>技能的匹配度</a:t>
            </a:r>
            <a:endParaRPr kumimoji="0" lang="zh-CN" altLang="en-US" dirty="0">
              <a:ea typeface="+mn-ea"/>
              <a:cs typeface="+mn-cs"/>
            </a:endParaRPr>
          </a:p>
        </p:txBody>
      </p:sp>
      <p:sp>
        <p:nvSpPr>
          <p:cNvPr id="57347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08B329A-1054-478C-B0B8-3F1B9CBD17D0}" type="slidenum">
              <a:rPr kumimoji="0" lang="zh-CN" altLang="en-US" sz="1200"/>
              <a:pPr/>
              <a:t>43</a:t>
            </a:fld>
            <a:endParaRPr kumimoji="0" lang="zh-CN" altLang="en-US" sz="12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5939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kumimoji="0" lang="zh-CN" altLang="en-US" dirty="0" smtClean="0">
              <a:ea typeface="宋体" panose="02010600030101010101" pitchFamily="2" charset="-122"/>
            </a:endParaRPr>
          </a:p>
        </p:txBody>
      </p:sp>
      <p:sp>
        <p:nvSpPr>
          <p:cNvPr id="59395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E7635A1-DC73-429C-947B-81F7DA9B352E}" type="slidenum">
              <a:rPr kumimoji="0" lang="zh-CN" altLang="en-US" sz="1200"/>
              <a:pPr/>
              <a:t>44</a:t>
            </a:fld>
            <a:endParaRPr kumimoji="0" lang="zh-CN" altLang="en-US" sz="12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6144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kumimoji="0"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61443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B9054DE-070C-40FC-9A9D-A9D0E82D2A21}" type="slidenum">
              <a:rPr kumimoji="0" lang="zh-CN" altLang="en-US" sz="1200"/>
              <a:pPr/>
              <a:t>45</a:t>
            </a:fld>
            <a:endParaRPr kumimoji="0" lang="zh-CN" altLang="en-US" sz="12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5120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kumimoji="0" lang="zh-CN" altLang="en-US" dirty="0" smtClean="0">
              <a:ea typeface="宋体" panose="02010600030101010101" pitchFamily="2" charset="-122"/>
            </a:endParaRPr>
          </a:p>
        </p:txBody>
      </p:sp>
      <p:sp>
        <p:nvSpPr>
          <p:cNvPr id="51203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B0CD4C7-74F3-4D27-A236-3EAD96537E72}" type="slidenum">
              <a:rPr kumimoji="0" lang="zh-CN" altLang="en-US" sz="1200"/>
              <a:pPr/>
              <a:t>46</a:t>
            </a:fld>
            <a:endParaRPr kumimoji="0" lang="zh-CN" altLang="en-US" sz="12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7475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kumimoji="0" lang="zh-CN" altLang="en-US" smtClean="0">
              <a:ea typeface="宋体" panose="02010600030101010101" pitchFamily="2" charset="-122"/>
            </a:endParaRPr>
          </a:p>
        </p:txBody>
      </p:sp>
      <p:sp>
        <p:nvSpPr>
          <p:cNvPr id="74755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E8D477A-945F-4E4E-BE71-A592B94F5B9A}" type="slidenum">
              <a:rPr kumimoji="0" lang="zh-CN" altLang="en-US" sz="1200"/>
              <a:pPr/>
              <a:t>50</a:t>
            </a:fld>
            <a:endParaRPr kumimoji="0" lang="zh-CN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8A0000E-ADFF-4260-8F7A-F0EA6135B30E}" type="datetimeFigureOut">
              <a:rPr lang="zh-CN" altLang="en-US" smtClean="0"/>
              <a:pPr/>
              <a:t>2024/4/1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268B979-87BD-4E3D-9D72-25B30CB92A5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85786" y="392906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5429264"/>
            <a:ext cx="6400800" cy="8524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6856" y="1556792"/>
            <a:ext cx="8229600" cy="45259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50000"/>
              </a:lnSpc>
              <a:defRPr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50000"/>
              </a:lnSpc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50000"/>
              </a:lnSpc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50000"/>
              </a:lnSpc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0967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6856" y="1556792"/>
            <a:ext cx="8229600" cy="45259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50000"/>
              </a:lnSpc>
              <a:defRPr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50000"/>
              </a:lnSpc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50000"/>
              </a:lnSpc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50000"/>
              </a:lnSpc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0967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6856" y="1556792"/>
            <a:ext cx="8229600" cy="45259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50000"/>
              </a:lnSpc>
              <a:defRPr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50000"/>
              </a:lnSpc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50000"/>
              </a:lnSpc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50000"/>
              </a:lnSpc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0967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>
              <a:solidFill>
                <a:srgbClr val="FFFFFF"/>
              </a:solidFill>
              <a:latin typeface="Calibri" panose="020F0502020204030204" charset="0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4000">
              <a:srgbClr val="DBDDDE"/>
            </a:gs>
            <a:gs pos="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://image.baidu.com/i?ct=503316480&amp;z=0&amp;tn=baiduimagedetail&amp;word=%C2%CC&amp;in=7333&amp;cl=2&amp;cm=1&amp;sc=0&amp;lm=-1&amp;pn=160&amp;rn=1&amp;di=9737147104&amp;ln=2000&amp;fr=&amp;ic=0&amp;s=0" TargetMode="External"/><Relationship Id="rId3" Type="http://schemas.openxmlformats.org/officeDocument/2006/relationships/image" Target="../media/image1.jpeg"/><Relationship Id="rId7" Type="http://schemas.openxmlformats.org/officeDocument/2006/relationships/image" Target="../media/image3.jpeg"/><Relationship Id="rId2" Type="http://schemas.openxmlformats.org/officeDocument/2006/relationships/hyperlink" Target="http://image.baidu.com/i?ct=503316480&amp;z=0&amp;tn=baiduimagedetail&amp;word=%C2%CC&amp;in=8453&amp;cl=2&amp;cm=1&amp;sc=0&amp;lm=-1&amp;pn=2&amp;rn=1&amp;di=1101007616&amp;ln=2000&amp;fr=&amp;ic=0&amp;s=0" TargetMode="External"/><Relationship Id="rId1" Type="http://schemas.openxmlformats.org/officeDocument/2006/relationships/slideLayout" Target="../slideLayouts/slideLayout8.xml"/><Relationship Id="rId6" Type="http://schemas.openxmlformats.org/officeDocument/2006/relationships/hyperlink" Target="http://image.baidu.com/i?ct=503316480&amp;z=0&amp;tn=baiduimagedetail&amp;word=%C2%CC&amp;in=7042&amp;cl=2&amp;cm=1&amp;sc=0&amp;lm=-1&amp;pn=61&amp;rn=1&amp;di=3008746848&amp;ln=2000&amp;fr=&amp;ic=0&amp;s=0" TargetMode="External"/><Relationship Id="rId5" Type="http://schemas.openxmlformats.org/officeDocument/2006/relationships/image" Target="../media/image2.jpeg"/><Relationship Id="rId4" Type="http://schemas.openxmlformats.org/officeDocument/2006/relationships/hyperlink" Target="http://image.baidu.com/i?ct=503316480&amp;z=0&amp;tn=baiduimagedetail&amp;word=%C2%CC&amp;in=4450&amp;cl=2&amp;cm=1&amp;sc=0&amp;lm=-1&amp;pn=7&amp;rn=1&amp;di=6928406352&amp;ln=2000&amp;fr=&amp;ic=0&amp;s=0" TargetMode="External"/><Relationship Id="rId9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&#21360;&#24230;&#20154;&#37117;&#26159;&#24320;&#25346;&#30340;.wmv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0001.&#20248;&#37239;&#32593;-&#35753;&#20154;&#31505;&#20013;&#24102;&#27882;&#30340;&#25903;&#20184;&#23453;&#26368;&#26032;&#24191;&#21578;&#12298;&#38053;&#21273;&#38463;&#23016;&#12299;%20%5b&#39640;&#28165;&#29256;%5d.mp4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20121202&#227;&#128;&#138;&#233;&#157;&#158;&#228;&#189;&#160;&#232;&#142;&#171;&#229;&#177;&#158;&#227;&#128;&#139;&#239;&#188;&#154;&#228;&#190;&#175;&#228;&#186;&#154;&#233;&#157;&#153;&#229;&#186;&#148;&#232;&#129;&#152;&#230;&#136;&#144;&#229;&#138;&#159;%5b&#233;&#157;&#158;&#228;&#189;&#160;&#232;&#142;&#171;&#229;&#177;&#158;%5d_&#233;&#171;&#152;&#230;&#184;&#133;.mp4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&#21608;&#20521;&#22914;%20&#38750;&#20320;&#33707;&#23646;%20130105_&#26631;&#28165;.flv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NULL" TargetMode="Externa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NULL" TargetMode="Externa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ctrTitle"/>
          </p:nvPr>
        </p:nvSpPr>
        <p:spPr>
          <a:xfrm>
            <a:off x="1000125" y="1714500"/>
            <a:ext cx="7772400" cy="1830388"/>
          </a:xfrm>
        </p:spPr>
        <p:txBody>
          <a:bodyPr/>
          <a:lstStyle/>
          <a:p>
            <a:pPr eaLnBrk="1" hangingPunct="1"/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zh-CN" altLang="en-US" dirty="0" smtClean="0"/>
          </a:p>
        </p:txBody>
      </p:sp>
      <p:pic>
        <p:nvPicPr>
          <p:cNvPr id="12292" name="Picture 2" descr="http://t3.baidu.com/it/u=2081124133,220886098&amp;fm=0&amp;gp=0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2938" y="2214563"/>
            <a:ext cx="1333500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3" name="Picture 4" descr="http://t3.baidu.com/it/u=1233651723,1551113003&amp;fm=0&amp;gp=0.jpg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000250" y="3148013"/>
            <a:ext cx="13335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4" name="Picture 6" descr="http://t3.baidu.com/it/u=1676374858,1328282620&amp;fm=0&amp;gp=0.jpg">
            <a:hlinkClick r:id="rId6"/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000250" y="1214438"/>
            <a:ext cx="13335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5" name="Picture 8" descr="http://t1.baidu.com/it/u=1921821230,156460624&amp;fm=0&amp;gp=0.jpg">
            <a:hlinkClick r:id="rId8"/>
          </p:cNvPr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357563" y="357188"/>
            <a:ext cx="133350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2457693" y="2433890"/>
            <a:ext cx="502894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8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E83828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第四讲 </a:t>
            </a:r>
            <a:r>
              <a:rPr lang="zh-CN" altLang="en-US" sz="28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E83828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自我探索</a:t>
            </a:r>
            <a:r>
              <a:rPr lang="en-US" altLang="zh-CN" sz="28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E83828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——</a:t>
            </a:r>
            <a:r>
              <a:rPr lang="zh-CN" altLang="en-US" sz="28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E83828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rPr>
              <a:t>职业技能 </a:t>
            </a:r>
            <a:endParaRPr lang="zh-CN" altLang="en-US" sz="28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E83828"/>
              </a:solidFill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5" name="组合 3"/>
          <p:cNvGrpSpPr/>
          <p:nvPr/>
        </p:nvGrpSpPr>
        <p:grpSpPr bwMode="auto">
          <a:xfrm>
            <a:off x="2330450" y="615950"/>
            <a:ext cx="4859338" cy="5402263"/>
            <a:chOff x="2330230" y="615677"/>
            <a:chExt cx="4859721" cy="5402791"/>
          </a:xfrm>
        </p:grpSpPr>
        <p:sp>
          <p:nvSpPr>
            <p:cNvPr id="5" name="任意多边形 4"/>
            <p:cNvSpPr/>
            <p:nvPr/>
          </p:nvSpPr>
          <p:spPr>
            <a:xfrm>
              <a:off x="4085461" y="615677"/>
              <a:ext cx="1349258" cy="1349258"/>
            </a:xfrm>
            <a:custGeom>
              <a:avLst/>
              <a:gdLst>
                <a:gd name="connsiteX0" fmla="*/ 0 w 1349258"/>
                <a:gd name="connsiteY0" fmla="*/ 674629 h 1349258"/>
                <a:gd name="connsiteX1" fmla="*/ 197595 w 1349258"/>
                <a:gd name="connsiteY1" fmla="*/ 197594 h 1349258"/>
                <a:gd name="connsiteX2" fmla="*/ 674630 w 1349258"/>
                <a:gd name="connsiteY2" fmla="*/ 0 h 1349258"/>
                <a:gd name="connsiteX3" fmla="*/ 1151665 w 1349258"/>
                <a:gd name="connsiteY3" fmla="*/ 197595 h 1349258"/>
                <a:gd name="connsiteX4" fmla="*/ 1349259 w 1349258"/>
                <a:gd name="connsiteY4" fmla="*/ 674630 h 1349258"/>
                <a:gd name="connsiteX5" fmla="*/ 1151665 w 1349258"/>
                <a:gd name="connsiteY5" fmla="*/ 1151665 h 1349258"/>
                <a:gd name="connsiteX6" fmla="*/ 674630 w 1349258"/>
                <a:gd name="connsiteY6" fmla="*/ 1349259 h 1349258"/>
                <a:gd name="connsiteX7" fmla="*/ 197595 w 1349258"/>
                <a:gd name="connsiteY7" fmla="*/ 1151664 h 1349258"/>
                <a:gd name="connsiteX8" fmla="*/ 1 w 1349258"/>
                <a:gd name="connsiteY8" fmla="*/ 674629 h 1349258"/>
                <a:gd name="connsiteX9" fmla="*/ 0 w 1349258"/>
                <a:gd name="connsiteY9" fmla="*/ 674629 h 1349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49258" h="1349258">
                  <a:moveTo>
                    <a:pt x="0" y="674629"/>
                  </a:moveTo>
                  <a:cubicBezTo>
                    <a:pt x="0" y="495706"/>
                    <a:pt x="71077" y="324112"/>
                    <a:pt x="197595" y="197594"/>
                  </a:cubicBezTo>
                  <a:cubicBezTo>
                    <a:pt x="324113" y="71077"/>
                    <a:pt x="495707" y="0"/>
                    <a:pt x="674630" y="0"/>
                  </a:cubicBezTo>
                  <a:cubicBezTo>
                    <a:pt x="853553" y="0"/>
                    <a:pt x="1025147" y="71077"/>
                    <a:pt x="1151665" y="197595"/>
                  </a:cubicBezTo>
                  <a:cubicBezTo>
                    <a:pt x="1278182" y="324113"/>
                    <a:pt x="1349259" y="495707"/>
                    <a:pt x="1349259" y="674630"/>
                  </a:cubicBezTo>
                  <a:cubicBezTo>
                    <a:pt x="1349259" y="853553"/>
                    <a:pt x="1278182" y="1025147"/>
                    <a:pt x="1151665" y="1151665"/>
                  </a:cubicBezTo>
                  <a:cubicBezTo>
                    <a:pt x="1025147" y="1278182"/>
                    <a:pt x="853553" y="1349259"/>
                    <a:pt x="674630" y="1349259"/>
                  </a:cubicBezTo>
                  <a:cubicBezTo>
                    <a:pt x="495707" y="1349259"/>
                    <a:pt x="324113" y="1278182"/>
                    <a:pt x="197595" y="1151664"/>
                  </a:cubicBezTo>
                  <a:cubicBezTo>
                    <a:pt x="71078" y="1025146"/>
                    <a:pt x="1" y="853552"/>
                    <a:pt x="1" y="674629"/>
                  </a:cubicBezTo>
                  <a:lnTo>
                    <a:pt x="0" y="674629"/>
                  </a:lnTo>
                  <a:close/>
                </a:path>
              </a:pathLst>
            </a:custGeom>
            <a:solidFill>
              <a:srgbClr val="C00000"/>
            </a:solidFill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6">
                <a:shade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22994" tIns="222994" rIns="222994" bIns="222994" anchor="ctr"/>
            <a:lstStyle>
              <a:lvl1pPr defTabSz="8890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8890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8890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890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8890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89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89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89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89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Aft>
                  <a:spcPct val="35000"/>
                </a:spcAft>
              </a:pPr>
              <a:r>
                <a:rPr kumimoji="0" lang="en-US" altLang="zh-CN" sz="200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1.</a:t>
              </a:r>
              <a:r>
                <a:rPr kumimoji="0" lang="zh-CN" altLang="en-US" sz="200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觉知与承诺</a:t>
              </a:r>
              <a:endParaRPr kumimoji="0" lang="zh-CN" altLang="zh-CN"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任意多边形 5"/>
            <p:cNvSpPr/>
            <p:nvPr/>
          </p:nvSpPr>
          <p:spPr>
            <a:xfrm rot="1800000">
              <a:off x="5449365" y="1564229"/>
              <a:ext cx="359079" cy="455374"/>
            </a:xfrm>
            <a:custGeom>
              <a:avLst/>
              <a:gdLst>
                <a:gd name="connsiteX0" fmla="*/ 0 w 359079"/>
                <a:gd name="connsiteY0" fmla="*/ 91075 h 455374"/>
                <a:gd name="connsiteX1" fmla="*/ 179540 w 359079"/>
                <a:gd name="connsiteY1" fmla="*/ 91075 h 455374"/>
                <a:gd name="connsiteX2" fmla="*/ 179540 w 359079"/>
                <a:gd name="connsiteY2" fmla="*/ 0 h 455374"/>
                <a:gd name="connsiteX3" fmla="*/ 359079 w 359079"/>
                <a:gd name="connsiteY3" fmla="*/ 227687 h 455374"/>
                <a:gd name="connsiteX4" fmla="*/ 179540 w 359079"/>
                <a:gd name="connsiteY4" fmla="*/ 455374 h 455374"/>
                <a:gd name="connsiteX5" fmla="*/ 179540 w 359079"/>
                <a:gd name="connsiteY5" fmla="*/ 364299 h 455374"/>
                <a:gd name="connsiteX6" fmla="*/ 0 w 359079"/>
                <a:gd name="connsiteY6" fmla="*/ 364299 h 455374"/>
                <a:gd name="connsiteX7" fmla="*/ 0 w 359079"/>
                <a:gd name="connsiteY7" fmla="*/ 91075 h 45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9079" h="455374">
                  <a:moveTo>
                    <a:pt x="0" y="91075"/>
                  </a:moveTo>
                  <a:lnTo>
                    <a:pt x="179540" y="91075"/>
                  </a:lnTo>
                  <a:lnTo>
                    <a:pt x="179540" y="0"/>
                  </a:lnTo>
                  <a:lnTo>
                    <a:pt x="359079" y="227687"/>
                  </a:lnTo>
                  <a:lnTo>
                    <a:pt x="179540" y="455374"/>
                  </a:lnTo>
                  <a:lnTo>
                    <a:pt x="179540" y="364299"/>
                  </a:lnTo>
                  <a:lnTo>
                    <a:pt x="0" y="364299"/>
                  </a:lnTo>
                  <a:lnTo>
                    <a:pt x="0" y="91075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z="-80000" prstMaterial="plastic">
              <a:bevelT w="50800" h="50800"/>
              <a:bevelB w="25400" h="25400" prst="angle"/>
            </a:sp3d>
          </p:spPr>
          <p:style>
            <a:lnRef idx="0">
              <a:schemeClr val="accent6">
                <a:shade val="90000"/>
                <a:hueOff val="0"/>
                <a:satOff val="0"/>
                <a:lumOff val="0"/>
                <a:alphaOff val="0"/>
              </a:schemeClr>
            </a:lnRef>
            <a:fillRef idx="3">
              <a:schemeClr val="accent6">
                <a:shade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6">
                <a:shade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-1" tIns="91074" rIns="107724" bIns="91075" spcCol="1270" anchor="ctr"/>
            <a:lstStyle/>
            <a:p>
              <a:pPr algn="ctr" defTabSz="8890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任意多边形 6"/>
            <p:cNvSpPr/>
            <p:nvPr/>
          </p:nvSpPr>
          <p:spPr>
            <a:xfrm>
              <a:off x="5840693" y="1629060"/>
              <a:ext cx="1349258" cy="1349258"/>
            </a:xfrm>
            <a:custGeom>
              <a:avLst/>
              <a:gdLst>
                <a:gd name="connsiteX0" fmla="*/ 0 w 1349258"/>
                <a:gd name="connsiteY0" fmla="*/ 674629 h 1349258"/>
                <a:gd name="connsiteX1" fmla="*/ 197595 w 1349258"/>
                <a:gd name="connsiteY1" fmla="*/ 197594 h 1349258"/>
                <a:gd name="connsiteX2" fmla="*/ 674630 w 1349258"/>
                <a:gd name="connsiteY2" fmla="*/ 0 h 1349258"/>
                <a:gd name="connsiteX3" fmla="*/ 1151665 w 1349258"/>
                <a:gd name="connsiteY3" fmla="*/ 197595 h 1349258"/>
                <a:gd name="connsiteX4" fmla="*/ 1349259 w 1349258"/>
                <a:gd name="connsiteY4" fmla="*/ 674630 h 1349258"/>
                <a:gd name="connsiteX5" fmla="*/ 1151665 w 1349258"/>
                <a:gd name="connsiteY5" fmla="*/ 1151665 h 1349258"/>
                <a:gd name="connsiteX6" fmla="*/ 674630 w 1349258"/>
                <a:gd name="connsiteY6" fmla="*/ 1349259 h 1349258"/>
                <a:gd name="connsiteX7" fmla="*/ 197595 w 1349258"/>
                <a:gd name="connsiteY7" fmla="*/ 1151664 h 1349258"/>
                <a:gd name="connsiteX8" fmla="*/ 1 w 1349258"/>
                <a:gd name="connsiteY8" fmla="*/ 674629 h 1349258"/>
                <a:gd name="connsiteX9" fmla="*/ 0 w 1349258"/>
                <a:gd name="connsiteY9" fmla="*/ 674629 h 1349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49258" h="1349258">
                  <a:moveTo>
                    <a:pt x="0" y="674629"/>
                  </a:moveTo>
                  <a:cubicBezTo>
                    <a:pt x="0" y="495706"/>
                    <a:pt x="71077" y="324112"/>
                    <a:pt x="197595" y="197594"/>
                  </a:cubicBezTo>
                  <a:cubicBezTo>
                    <a:pt x="324113" y="71077"/>
                    <a:pt x="495707" y="0"/>
                    <a:pt x="674630" y="0"/>
                  </a:cubicBezTo>
                  <a:cubicBezTo>
                    <a:pt x="853553" y="0"/>
                    <a:pt x="1025147" y="71077"/>
                    <a:pt x="1151665" y="197595"/>
                  </a:cubicBezTo>
                  <a:cubicBezTo>
                    <a:pt x="1278182" y="324113"/>
                    <a:pt x="1349259" y="495707"/>
                    <a:pt x="1349259" y="674630"/>
                  </a:cubicBezTo>
                  <a:cubicBezTo>
                    <a:pt x="1349259" y="853553"/>
                    <a:pt x="1278182" y="1025147"/>
                    <a:pt x="1151665" y="1151665"/>
                  </a:cubicBezTo>
                  <a:cubicBezTo>
                    <a:pt x="1025147" y="1278182"/>
                    <a:pt x="853553" y="1349259"/>
                    <a:pt x="674630" y="1349259"/>
                  </a:cubicBezTo>
                  <a:cubicBezTo>
                    <a:pt x="495707" y="1349259"/>
                    <a:pt x="324113" y="1278182"/>
                    <a:pt x="197595" y="1151664"/>
                  </a:cubicBezTo>
                  <a:cubicBezTo>
                    <a:pt x="71078" y="1025146"/>
                    <a:pt x="1" y="853552"/>
                    <a:pt x="1" y="674629"/>
                  </a:cubicBezTo>
                  <a:lnTo>
                    <a:pt x="0" y="674629"/>
                  </a:lnTo>
                  <a:close/>
                </a:path>
              </a:pathLst>
            </a:custGeom>
            <a:solidFill>
              <a:srgbClr val="FF0000"/>
            </a:solidFill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6">
                <a:shade val="50000"/>
                <a:hueOff val="0"/>
                <a:satOff val="-12473"/>
                <a:lumOff val="16551"/>
                <a:alphaOff val="0"/>
              </a:schemeClr>
            </a:effectRef>
            <a:fontRef idx="minor">
              <a:schemeClr val="lt1"/>
            </a:fontRef>
          </p:style>
          <p:txBody>
            <a:bodyPr lIns="222994" tIns="222994" rIns="222994" bIns="222994" spcCol="1270" anchor="ctr"/>
            <a:lstStyle/>
            <a:p>
              <a:pPr algn="ctr" defTabSz="8890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自我</a:t>
              </a:r>
              <a:endPara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8890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探索</a:t>
              </a:r>
              <a:endParaRPr 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任意多边形 7"/>
            <p:cNvSpPr/>
            <p:nvPr/>
          </p:nvSpPr>
          <p:spPr>
            <a:xfrm rot="5400000">
              <a:off x="6335782" y="3079223"/>
              <a:ext cx="359079" cy="455374"/>
            </a:xfrm>
            <a:custGeom>
              <a:avLst/>
              <a:gdLst>
                <a:gd name="connsiteX0" fmla="*/ 0 w 359079"/>
                <a:gd name="connsiteY0" fmla="*/ 91075 h 455374"/>
                <a:gd name="connsiteX1" fmla="*/ 179540 w 359079"/>
                <a:gd name="connsiteY1" fmla="*/ 91075 h 455374"/>
                <a:gd name="connsiteX2" fmla="*/ 179540 w 359079"/>
                <a:gd name="connsiteY2" fmla="*/ 0 h 455374"/>
                <a:gd name="connsiteX3" fmla="*/ 359079 w 359079"/>
                <a:gd name="connsiteY3" fmla="*/ 227687 h 455374"/>
                <a:gd name="connsiteX4" fmla="*/ 179540 w 359079"/>
                <a:gd name="connsiteY4" fmla="*/ 455374 h 455374"/>
                <a:gd name="connsiteX5" fmla="*/ 179540 w 359079"/>
                <a:gd name="connsiteY5" fmla="*/ 364299 h 455374"/>
                <a:gd name="connsiteX6" fmla="*/ 0 w 359079"/>
                <a:gd name="connsiteY6" fmla="*/ 364299 h 455374"/>
                <a:gd name="connsiteX7" fmla="*/ 0 w 359079"/>
                <a:gd name="connsiteY7" fmla="*/ 91075 h 45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9079" h="455374">
                  <a:moveTo>
                    <a:pt x="0" y="91075"/>
                  </a:moveTo>
                  <a:lnTo>
                    <a:pt x="179540" y="91075"/>
                  </a:lnTo>
                  <a:lnTo>
                    <a:pt x="179540" y="0"/>
                  </a:lnTo>
                  <a:lnTo>
                    <a:pt x="359079" y="227687"/>
                  </a:lnTo>
                  <a:lnTo>
                    <a:pt x="179540" y="455374"/>
                  </a:lnTo>
                  <a:lnTo>
                    <a:pt x="179540" y="364299"/>
                  </a:lnTo>
                  <a:lnTo>
                    <a:pt x="0" y="364299"/>
                  </a:lnTo>
                  <a:lnTo>
                    <a:pt x="0" y="91075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z="-80000" prstMaterial="plastic">
              <a:bevelT w="50800" h="50800"/>
              <a:bevelB w="25400" h="25400" prst="angle"/>
            </a:sp3d>
          </p:spPr>
          <p:style>
            <a:lnRef idx="0">
              <a:schemeClr val="accent6">
                <a:shade val="90000"/>
                <a:hueOff val="0"/>
                <a:satOff val="-11809"/>
                <a:lumOff val="14590"/>
                <a:alphaOff val="0"/>
              </a:schemeClr>
            </a:lnRef>
            <a:fillRef idx="3">
              <a:schemeClr val="accent6">
                <a:shade val="90000"/>
                <a:hueOff val="0"/>
                <a:satOff val="-11809"/>
                <a:lumOff val="14590"/>
                <a:alphaOff val="0"/>
              </a:schemeClr>
            </a:fillRef>
            <a:effectRef idx="2">
              <a:schemeClr val="accent6">
                <a:shade val="90000"/>
                <a:hueOff val="0"/>
                <a:satOff val="-11809"/>
                <a:lumOff val="14590"/>
                <a:alphaOff val="0"/>
              </a:schemeClr>
            </a:effectRef>
            <a:fontRef idx="minor">
              <a:schemeClr val="lt1"/>
            </a:fontRef>
          </p:style>
          <p:txBody>
            <a:bodyPr lIns="-1" tIns="91074" rIns="107724" bIns="91075" spcCol="1270" anchor="ctr"/>
            <a:lstStyle/>
            <a:p>
              <a:pPr algn="ctr" defTabSz="8890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任意多边形 8"/>
            <p:cNvSpPr/>
            <p:nvPr/>
          </p:nvSpPr>
          <p:spPr>
            <a:xfrm>
              <a:off x="5840693" y="3655827"/>
              <a:ext cx="1349258" cy="1349258"/>
            </a:xfrm>
            <a:custGeom>
              <a:avLst/>
              <a:gdLst>
                <a:gd name="connsiteX0" fmla="*/ 0 w 1349258"/>
                <a:gd name="connsiteY0" fmla="*/ 674629 h 1349258"/>
                <a:gd name="connsiteX1" fmla="*/ 197595 w 1349258"/>
                <a:gd name="connsiteY1" fmla="*/ 197594 h 1349258"/>
                <a:gd name="connsiteX2" fmla="*/ 674630 w 1349258"/>
                <a:gd name="connsiteY2" fmla="*/ 0 h 1349258"/>
                <a:gd name="connsiteX3" fmla="*/ 1151665 w 1349258"/>
                <a:gd name="connsiteY3" fmla="*/ 197595 h 1349258"/>
                <a:gd name="connsiteX4" fmla="*/ 1349259 w 1349258"/>
                <a:gd name="connsiteY4" fmla="*/ 674630 h 1349258"/>
                <a:gd name="connsiteX5" fmla="*/ 1151665 w 1349258"/>
                <a:gd name="connsiteY5" fmla="*/ 1151665 h 1349258"/>
                <a:gd name="connsiteX6" fmla="*/ 674630 w 1349258"/>
                <a:gd name="connsiteY6" fmla="*/ 1349259 h 1349258"/>
                <a:gd name="connsiteX7" fmla="*/ 197595 w 1349258"/>
                <a:gd name="connsiteY7" fmla="*/ 1151664 h 1349258"/>
                <a:gd name="connsiteX8" fmla="*/ 1 w 1349258"/>
                <a:gd name="connsiteY8" fmla="*/ 674629 h 1349258"/>
                <a:gd name="connsiteX9" fmla="*/ 0 w 1349258"/>
                <a:gd name="connsiteY9" fmla="*/ 674629 h 1349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49258" h="1349258">
                  <a:moveTo>
                    <a:pt x="0" y="674629"/>
                  </a:moveTo>
                  <a:cubicBezTo>
                    <a:pt x="0" y="495706"/>
                    <a:pt x="71077" y="324112"/>
                    <a:pt x="197595" y="197594"/>
                  </a:cubicBezTo>
                  <a:cubicBezTo>
                    <a:pt x="324113" y="71077"/>
                    <a:pt x="495707" y="0"/>
                    <a:pt x="674630" y="0"/>
                  </a:cubicBezTo>
                  <a:cubicBezTo>
                    <a:pt x="853553" y="0"/>
                    <a:pt x="1025147" y="71077"/>
                    <a:pt x="1151665" y="197595"/>
                  </a:cubicBezTo>
                  <a:cubicBezTo>
                    <a:pt x="1278182" y="324113"/>
                    <a:pt x="1349259" y="495707"/>
                    <a:pt x="1349259" y="674630"/>
                  </a:cubicBezTo>
                  <a:cubicBezTo>
                    <a:pt x="1349259" y="853553"/>
                    <a:pt x="1278182" y="1025147"/>
                    <a:pt x="1151665" y="1151665"/>
                  </a:cubicBezTo>
                  <a:cubicBezTo>
                    <a:pt x="1025147" y="1278182"/>
                    <a:pt x="853553" y="1349259"/>
                    <a:pt x="674630" y="1349259"/>
                  </a:cubicBezTo>
                  <a:cubicBezTo>
                    <a:pt x="495707" y="1349259"/>
                    <a:pt x="324113" y="1278182"/>
                    <a:pt x="197595" y="1151664"/>
                  </a:cubicBezTo>
                  <a:cubicBezTo>
                    <a:pt x="71078" y="1025146"/>
                    <a:pt x="1" y="853552"/>
                    <a:pt x="1" y="674629"/>
                  </a:cubicBezTo>
                  <a:lnTo>
                    <a:pt x="0" y="674629"/>
                  </a:lnTo>
                  <a:close/>
                </a:path>
              </a:pathLst>
            </a:custGeom>
            <a:solidFill>
              <a:srgbClr val="FFC000"/>
            </a:solidFill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6">
                <a:shade val="50000"/>
                <a:hueOff val="0"/>
                <a:satOff val="-24948"/>
                <a:lumOff val="33101"/>
                <a:alphaOff val="0"/>
              </a:schemeClr>
            </a:effectRef>
            <a:fontRef idx="minor">
              <a:schemeClr val="lt1"/>
            </a:fontRef>
          </p:style>
          <p:txBody>
            <a:bodyPr lIns="222994" tIns="222994" rIns="222994" bIns="222994" spcCol="1270" anchor="ctr"/>
            <a:lstStyle/>
            <a:p>
              <a:pPr algn="ctr" defTabSz="8890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3.</a:t>
              </a: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探索工作世界</a:t>
              </a:r>
              <a:endParaRPr 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任意多边形 9"/>
            <p:cNvSpPr/>
            <p:nvPr/>
          </p:nvSpPr>
          <p:spPr>
            <a:xfrm rot="19800000">
              <a:off x="5466967" y="4604378"/>
              <a:ext cx="359080" cy="455375"/>
            </a:xfrm>
            <a:custGeom>
              <a:avLst/>
              <a:gdLst>
                <a:gd name="connsiteX0" fmla="*/ 0 w 359079"/>
                <a:gd name="connsiteY0" fmla="*/ 91075 h 455374"/>
                <a:gd name="connsiteX1" fmla="*/ 179540 w 359079"/>
                <a:gd name="connsiteY1" fmla="*/ 91075 h 455374"/>
                <a:gd name="connsiteX2" fmla="*/ 179540 w 359079"/>
                <a:gd name="connsiteY2" fmla="*/ 0 h 455374"/>
                <a:gd name="connsiteX3" fmla="*/ 359079 w 359079"/>
                <a:gd name="connsiteY3" fmla="*/ 227687 h 455374"/>
                <a:gd name="connsiteX4" fmla="*/ 179540 w 359079"/>
                <a:gd name="connsiteY4" fmla="*/ 455374 h 455374"/>
                <a:gd name="connsiteX5" fmla="*/ 179540 w 359079"/>
                <a:gd name="connsiteY5" fmla="*/ 364299 h 455374"/>
                <a:gd name="connsiteX6" fmla="*/ 0 w 359079"/>
                <a:gd name="connsiteY6" fmla="*/ 364299 h 455374"/>
                <a:gd name="connsiteX7" fmla="*/ 0 w 359079"/>
                <a:gd name="connsiteY7" fmla="*/ 91075 h 45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9079" h="455374">
                  <a:moveTo>
                    <a:pt x="359079" y="364299"/>
                  </a:moveTo>
                  <a:lnTo>
                    <a:pt x="179539" y="364299"/>
                  </a:lnTo>
                  <a:lnTo>
                    <a:pt x="179539" y="455374"/>
                  </a:lnTo>
                  <a:lnTo>
                    <a:pt x="0" y="227687"/>
                  </a:lnTo>
                  <a:lnTo>
                    <a:pt x="179539" y="0"/>
                  </a:lnTo>
                  <a:lnTo>
                    <a:pt x="179539" y="91075"/>
                  </a:lnTo>
                  <a:lnTo>
                    <a:pt x="359079" y="91075"/>
                  </a:lnTo>
                  <a:lnTo>
                    <a:pt x="359079" y="364299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z="-80000" prstMaterial="plastic">
              <a:bevelT w="50800" h="50800"/>
              <a:bevelB w="25400" h="25400" prst="angle"/>
            </a:sp3d>
          </p:spPr>
          <p:style>
            <a:lnRef idx="0">
              <a:schemeClr val="accent6">
                <a:shade val="90000"/>
                <a:hueOff val="0"/>
                <a:satOff val="-23619"/>
                <a:lumOff val="29180"/>
                <a:alphaOff val="0"/>
              </a:schemeClr>
            </a:lnRef>
            <a:fillRef idx="3">
              <a:schemeClr val="accent6">
                <a:shade val="90000"/>
                <a:hueOff val="0"/>
                <a:satOff val="-23619"/>
                <a:lumOff val="29180"/>
                <a:alphaOff val="0"/>
              </a:schemeClr>
            </a:fillRef>
            <a:effectRef idx="2">
              <a:schemeClr val="accent6">
                <a:shade val="90000"/>
                <a:hueOff val="0"/>
                <a:satOff val="-23619"/>
                <a:lumOff val="29180"/>
                <a:alphaOff val="0"/>
              </a:schemeClr>
            </a:effectRef>
            <a:fontRef idx="minor">
              <a:schemeClr val="lt1"/>
            </a:fontRef>
          </p:style>
          <p:txBody>
            <a:bodyPr lIns="107723" tIns="91075" rIns="1" bIns="91075" spcCol="1270" anchor="ctr"/>
            <a:lstStyle/>
            <a:p>
              <a:pPr algn="ctr" defTabSz="8890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任意多边形 11"/>
            <p:cNvSpPr/>
            <p:nvPr/>
          </p:nvSpPr>
          <p:spPr>
            <a:xfrm>
              <a:off x="4085461" y="4669210"/>
              <a:ext cx="1349258" cy="1349258"/>
            </a:xfrm>
            <a:custGeom>
              <a:avLst/>
              <a:gdLst>
                <a:gd name="connsiteX0" fmla="*/ 0 w 1349258"/>
                <a:gd name="connsiteY0" fmla="*/ 674629 h 1349258"/>
                <a:gd name="connsiteX1" fmla="*/ 197595 w 1349258"/>
                <a:gd name="connsiteY1" fmla="*/ 197594 h 1349258"/>
                <a:gd name="connsiteX2" fmla="*/ 674630 w 1349258"/>
                <a:gd name="connsiteY2" fmla="*/ 0 h 1349258"/>
                <a:gd name="connsiteX3" fmla="*/ 1151665 w 1349258"/>
                <a:gd name="connsiteY3" fmla="*/ 197595 h 1349258"/>
                <a:gd name="connsiteX4" fmla="*/ 1349259 w 1349258"/>
                <a:gd name="connsiteY4" fmla="*/ 674630 h 1349258"/>
                <a:gd name="connsiteX5" fmla="*/ 1151665 w 1349258"/>
                <a:gd name="connsiteY5" fmla="*/ 1151665 h 1349258"/>
                <a:gd name="connsiteX6" fmla="*/ 674630 w 1349258"/>
                <a:gd name="connsiteY6" fmla="*/ 1349259 h 1349258"/>
                <a:gd name="connsiteX7" fmla="*/ 197595 w 1349258"/>
                <a:gd name="connsiteY7" fmla="*/ 1151664 h 1349258"/>
                <a:gd name="connsiteX8" fmla="*/ 1 w 1349258"/>
                <a:gd name="connsiteY8" fmla="*/ 674629 h 1349258"/>
                <a:gd name="connsiteX9" fmla="*/ 0 w 1349258"/>
                <a:gd name="connsiteY9" fmla="*/ 674629 h 1349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49258" h="1349258">
                  <a:moveTo>
                    <a:pt x="0" y="674629"/>
                  </a:moveTo>
                  <a:cubicBezTo>
                    <a:pt x="0" y="495706"/>
                    <a:pt x="71077" y="324112"/>
                    <a:pt x="197595" y="197594"/>
                  </a:cubicBezTo>
                  <a:cubicBezTo>
                    <a:pt x="324113" y="71077"/>
                    <a:pt x="495707" y="0"/>
                    <a:pt x="674630" y="0"/>
                  </a:cubicBezTo>
                  <a:cubicBezTo>
                    <a:pt x="853553" y="0"/>
                    <a:pt x="1025147" y="71077"/>
                    <a:pt x="1151665" y="197595"/>
                  </a:cubicBezTo>
                  <a:cubicBezTo>
                    <a:pt x="1278182" y="324113"/>
                    <a:pt x="1349259" y="495707"/>
                    <a:pt x="1349259" y="674630"/>
                  </a:cubicBezTo>
                  <a:cubicBezTo>
                    <a:pt x="1349259" y="853553"/>
                    <a:pt x="1278182" y="1025147"/>
                    <a:pt x="1151665" y="1151665"/>
                  </a:cubicBezTo>
                  <a:cubicBezTo>
                    <a:pt x="1025147" y="1278182"/>
                    <a:pt x="853553" y="1349259"/>
                    <a:pt x="674630" y="1349259"/>
                  </a:cubicBezTo>
                  <a:cubicBezTo>
                    <a:pt x="495707" y="1349259"/>
                    <a:pt x="324113" y="1278182"/>
                    <a:pt x="197595" y="1151664"/>
                  </a:cubicBezTo>
                  <a:cubicBezTo>
                    <a:pt x="71078" y="1025146"/>
                    <a:pt x="1" y="853552"/>
                    <a:pt x="1" y="674629"/>
                  </a:cubicBezTo>
                  <a:lnTo>
                    <a:pt x="0" y="674629"/>
                  </a:lnTo>
                  <a:close/>
                </a:path>
              </a:pathLst>
            </a:custGeom>
            <a:solidFill>
              <a:srgbClr val="0070C0"/>
            </a:solidFill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6">
                <a:shade val="50000"/>
                <a:hueOff val="0"/>
                <a:satOff val="-37423"/>
                <a:lumOff val="49652"/>
                <a:alphaOff val="0"/>
              </a:schemeClr>
            </a:effectRef>
            <a:fontRef idx="minor">
              <a:schemeClr val="lt1"/>
            </a:fontRef>
          </p:style>
          <p:txBody>
            <a:bodyPr lIns="222994" tIns="222994" rIns="222994" bIns="222994" spcCol="1270" anchor="ctr"/>
            <a:lstStyle/>
            <a:p>
              <a:pPr algn="ctr" defTabSz="8890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4.</a:t>
              </a: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决策</a:t>
              </a:r>
              <a:endParaRPr 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任意多边形 12"/>
            <p:cNvSpPr/>
            <p:nvPr/>
          </p:nvSpPr>
          <p:spPr>
            <a:xfrm rot="23400000">
              <a:off x="3711736" y="4614541"/>
              <a:ext cx="359080" cy="455374"/>
            </a:xfrm>
            <a:custGeom>
              <a:avLst/>
              <a:gdLst>
                <a:gd name="connsiteX0" fmla="*/ 0 w 359079"/>
                <a:gd name="connsiteY0" fmla="*/ 91075 h 455374"/>
                <a:gd name="connsiteX1" fmla="*/ 179540 w 359079"/>
                <a:gd name="connsiteY1" fmla="*/ 91075 h 455374"/>
                <a:gd name="connsiteX2" fmla="*/ 179540 w 359079"/>
                <a:gd name="connsiteY2" fmla="*/ 0 h 455374"/>
                <a:gd name="connsiteX3" fmla="*/ 359079 w 359079"/>
                <a:gd name="connsiteY3" fmla="*/ 227687 h 455374"/>
                <a:gd name="connsiteX4" fmla="*/ 179540 w 359079"/>
                <a:gd name="connsiteY4" fmla="*/ 455374 h 455374"/>
                <a:gd name="connsiteX5" fmla="*/ 179540 w 359079"/>
                <a:gd name="connsiteY5" fmla="*/ 364299 h 455374"/>
                <a:gd name="connsiteX6" fmla="*/ 0 w 359079"/>
                <a:gd name="connsiteY6" fmla="*/ 364299 h 455374"/>
                <a:gd name="connsiteX7" fmla="*/ 0 w 359079"/>
                <a:gd name="connsiteY7" fmla="*/ 91075 h 45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9079" h="455374">
                  <a:moveTo>
                    <a:pt x="359079" y="364299"/>
                  </a:moveTo>
                  <a:lnTo>
                    <a:pt x="179539" y="364299"/>
                  </a:lnTo>
                  <a:lnTo>
                    <a:pt x="179539" y="455374"/>
                  </a:lnTo>
                  <a:lnTo>
                    <a:pt x="0" y="227687"/>
                  </a:lnTo>
                  <a:lnTo>
                    <a:pt x="179539" y="0"/>
                  </a:lnTo>
                  <a:lnTo>
                    <a:pt x="179539" y="91075"/>
                  </a:lnTo>
                  <a:lnTo>
                    <a:pt x="359079" y="91075"/>
                  </a:lnTo>
                  <a:lnTo>
                    <a:pt x="359079" y="364299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z="-80000" prstMaterial="plastic">
              <a:bevelT w="50800" h="50800"/>
              <a:bevelB w="25400" h="25400" prst="angle"/>
            </a:sp3d>
          </p:spPr>
          <p:style>
            <a:lnRef idx="0">
              <a:schemeClr val="accent6">
                <a:shade val="90000"/>
                <a:hueOff val="0"/>
                <a:satOff val="-35430"/>
                <a:lumOff val="43770"/>
                <a:alphaOff val="0"/>
              </a:schemeClr>
            </a:lnRef>
            <a:fillRef idx="3">
              <a:schemeClr val="accent6">
                <a:shade val="90000"/>
                <a:hueOff val="0"/>
                <a:satOff val="-35430"/>
                <a:lumOff val="43770"/>
                <a:alphaOff val="0"/>
              </a:schemeClr>
            </a:fillRef>
            <a:effectRef idx="2">
              <a:schemeClr val="accent6">
                <a:shade val="90000"/>
                <a:hueOff val="0"/>
                <a:satOff val="-35430"/>
                <a:lumOff val="43770"/>
                <a:alphaOff val="0"/>
              </a:schemeClr>
            </a:effectRef>
            <a:fontRef idx="minor">
              <a:schemeClr val="lt1"/>
            </a:fontRef>
          </p:style>
          <p:txBody>
            <a:bodyPr lIns="107724" tIns="91075" rIns="0" bIns="91074" spcCol="1270" anchor="ctr"/>
            <a:lstStyle/>
            <a:p>
              <a:pPr algn="ctr" defTabSz="8890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任意多边形 13"/>
            <p:cNvSpPr/>
            <p:nvPr/>
          </p:nvSpPr>
          <p:spPr>
            <a:xfrm>
              <a:off x="2330230" y="3655827"/>
              <a:ext cx="1349258" cy="1349258"/>
            </a:xfrm>
            <a:custGeom>
              <a:avLst/>
              <a:gdLst>
                <a:gd name="connsiteX0" fmla="*/ 0 w 1349258"/>
                <a:gd name="connsiteY0" fmla="*/ 674629 h 1349258"/>
                <a:gd name="connsiteX1" fmla="*/ 197595 w 1349258"/>
                <a:gd name="connsiteY1" fmla="*/ 197594 h 1349258"/>
                <a:gd name="connsiteX2" fmla="*/ 674630 w 1349258"/>
                <a:gd name="connsiteY2" fmla="*/ 0 h 1349258"/>
                <a:gd name="connsiteX3" fmla="*/ 1151665 w 1349258"/>
                <a:gd name="connsiteY3" fmla="*/ 197595 h 1349258"/>
                <a:gd name="connsiteX4" fmla="*/ 1349259 w 1349258"/>
                <a:gd name="connsiteY4" fmla="*/ 674630 h 1349258"/>
                <a:gd name="connsiteX5" fmla="*/ 1151665 w 1349258"/>
                <a:gd name="connsiteY5" fmla="*/ 1151665 h 1349258"/>
                <a:gd name="connsiteX6" fmla="*/ 674630 w 1349258"/>
                <a:gd name="connsiteY6" fmla="*/ 1349259 h 1349258"/>
                <a:gd name="connsiteX7" fmla="*/ 197595 w 1349258"/>
                <a:gd name="connsiteY7" fmla="*/ 1151664 h 1349258"/>
                <a:gd name="connsiteX8" fmla="*/ 1 w 1349258"/>
                <a:gd name="connsiteY8" fmla="*/ 674629 h 1349258"/>
                <a:gd name="connsiteX9" fmla="*/ 0 w 1349258"/>
                <a:gd name="connsiteY9" fmla="*/ 674629 h 1349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49258" h="1349258">
                  <a:moveTo>
                    <a:pt x="0" y="674629"/>
                  </a:moveTo>
                  <a:cubicBezTo>
                    <a:pt x="0" y="495706"/>
                    <a:pt x="71077" y="324112"/>
                    <a:pt x="197595" y="197594"/>
                  </a:cubicBezTo>
                  <a:cubicBezTo>
                    <a:pt x="324113" y="71077"/>
                    <a:pt x="495707" y="0"/>
                    <a:pt x="674630" y="0"/>
                  </a:cubicBezTo>
                  <a:cubicBezTo>
                    <a:pt x="853553" y="0"/>
                    <a:pt x="1025147" y="71077"/>
                    <a:pt x="1151665" y="197595"/>
                  </a:cubicBezTo>
                  <a:cubicBezTo>
                    <a:pt x="1278182" y="324113"/>
                    <a:pt x="1349259" y="495707"/>
                    <a:pt x="1349259" y="674630"/>
                  </a:cubicBezTo>
                  <a:cubicBezTo>
                    <a:pt x="1349259" y="853553"/>
                    <a:pt x="1278182" y="1025147"/>
                    <a:pt x="1151665" y="1151665"/>
                  </a:cubicBezTo>
                  <a:cubicBezTo>
                    <a:pt x="1025147" y="1278182"/>
                    <a:pt x="853553" y="1349259"/>
                    <a:pt x="674630" y="1349259"/>
                  </a:cubicBezTo>
                  <a:cubicBezTo>
                    <a:pt x="495707" y="1349259"/>
                    <a:pt x="324113" y="1278182"/>
                    <a:pt x="197595" y="1151664"/>
                  </a:cubicBezTo>
                  <a:cubicBezTo>
                    <a:pt x="71078" y="1025146"/>
                    <a:pt x="1" y="853552"/>
                    <a:pt x="1" y="674629"/>
                  </a:cubicBezTo>
                  <a:lnTo>
                    <a:pt x="0" y="674629"/>
                  </a:lnTo>
                  <a:close/>
                </a:path>
              </a:pathLst>
            </a:custGeom>
            <a:solidFill>
              <a:srgbClr val="00B050"/>
            </a:solidFill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6">
                <a:shade val="50000"/>
                <a:hueOff val="0"/>
                <a:satOff val="-24948"/>
                <a:lumOff val="33101"/>
                <a:alphaOff val="0"/>
              </a:schemeClr>
            </a:effectRef>
            <a:fontRef idx="minor">
              <a:schemeClr val="lt1"/>
            </a:fontRef>
          </p:style>
          <p:txBody>
            <a:bodyPr lIns="222994" tIns="222994" rIns="222994" bIns="222994" anchor="ctr"/>
            <a:lstStyle>
              <a:lvl1pPr defTabSz="8890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8890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8890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890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8890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89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89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89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89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Aft>
                  <a:spcPct val="35000"/>
                </a:spcAft>
              </a:pPr>
              <a:r>
                <a:rPr kumimoji="0" lang="en-US" altLang="zh-CN" sz="200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5.</a:t>
              </a:r>
              <a:r>
                <a:rPr kumimoji="0" lang="zh-CN" altLang="en-US" sz="200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求职</a:t>
              </a:r>
              <a:endParaRPr kumimoji="0" lang="en-US" altLang="zh-CN"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90000"/>
                </a:lnSpc>
                <a:spcAft>
                  <a:spcPct val="35000"/>
                </a:spcAft>
              </a:pPr>
              <a:r>
                <a:rPr kumimoji="0" lang="zh-CN" altLang="en-US" sz="200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行动</a:t>
              </a:r>
              <a:endParaRPr kumimoji="0" lang="zh-CN" altLang="zh-CN"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任意多边形 14"/>
            <p:cNvSpPr/>
            <p:nvPr/>
          </p:nvSpPr>
          <p:spPr>
            <a:xfrm rot="16200000">
              <a:off x="2825320" y="3099548"/>
              <a:ext cx="359079" cy="455374"/>
            </a:xfrm>
            <a:custGeom>
              <a:avLst/>
              <a:gdLst>
                <a:gd name="connsiteX0" fmla="*/ 0 w 359079"/>
                <a:gd name="connsiteY0" fmla="*/ 91075 h 455374"/>
                <a:gd name="connsiteX1" fmla="*/ 179540 w 359079"/>
                <a:gd name="connsiteY1" fmla="*/ 91075 h 455374"/>
                <a:gd name="connsiteX2" fmla="*/ 179540 w 359079"/>
                <a:gd name="connsiteY2" fmla="*/ 0 h 455374"/>
                <a:gd name="connsiteX3" fmla="*/ 359079 w 359079"/>
                <a:gd name="connsiteY3" fmla="*/ 227687 h 455374"/>
                <a:gd name="connsiteX4" fmla="*/ 179540 w 359079"/>
                <a:gd name="connsiteY4" fmla="*/ 455374 h 455374"/>
                <a:gd name="connsiteX5" fmla="*/ 179540 w 359079"/>
                <a:gd name="connsiteY5" fmla="*/ 364299 h 455374"/>
                <a:gd name="connsiteX6" fmla="*/ 0 w 359079"/>
                <a:gd name="connsiteY6" fmla="*/ 364299 h 455374"/>
                <a:gd name="connsiteX7" fmla="*/ 0 w 359079"/>
                <a:gd name="connsiteY7" fmla="*/ 91075 h 45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9079" h="455374">
                  <a:moveTo>
                    <a:pt x="0" y="91075"/>
                  </a:moveTo>
                  <a:lnTo>
                    <a:pt x="179540" y="91075"/>
                  </a:lnTo>
                  <a:lnTo>
                    <a:pt x="179540" y="0"/>
                  </a:lnTo>
                  <a:lnTo>
                    <a:pt x="359079" y="227687"/>
                  </a:lnTo>
                  <a:lnTo>
                    <a:pt x="179540" y="455374"/>
                  </a:lnTo>
                  <a:lnTo>
                    <a:pt x="179540" y="364299"/>
                  </a:lnTo>
                  <a:lnTo>
                    <a:pt x="0" y="364299"/>
                  </a:lnTo>
                  <a:lnTo>
                    <a:pt x="0" y="91075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z="-80000" prstMaterial="plastic">
              <a:bevelT w="50800" h="50800"/>
              <a:bevelB w="25400" h="25400" prst="angle"/>
            </a:sp3d>
          </p:spPr>
          <p:style>
            <a:lnRef idx="0">
              <a:schemeClr val="accent6">
                <a:shade val="90000"/>
                <a:hueOff val="0"/>
                <a:satOff val="-23619"/>
                <a:lumOff val="29180"/>
                <a:alphaOff val="0"/>
              </a:schemeClr>
            </a:lnRef>
            <a:fillRef idx="3">
              <a:schemeClr val="accent6">
                <a:shade val="90000"/>
                <a:hueOff val="0"/>
                <a:satOff val="-23619"/>
                <a:lumOff val="29180"/>
                <a:alphaOff val="0"/>
              </a:schemeClr>
            </a:fillRef>
            <a:effectRef idx="2">
              <a:schemeClr val="accent6">
                <a:shade val="90000"/>
                <a:hueOff val="0"/>
                <a:satOff val="-23619"/>
                <a:lumOff val="29180"/>
                <a:alphaOff val="0"/>
              </a:schemeClr>
            </a:effectRef>
            <a:fontRef idx="minor">
              <a:schemeClr val="lt1"/>
            </a:fontRef>
          </p:style>
          <p:txBody>
            <a:bodyPr lIns="-1" tIns="91075" rIns="107724" bIns="91074" spcCol="1270" anchor="ctr"/>
            <a:lstStyle/>
            <a:p>
              <a:pPr algn="ctr" defTabSz="8890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任意多边形 15"/>
            <p:cNvSpPr/>
            <p:nvPr/>
          </p:nvSpPr>
          <p:spPr>
            <a:xfrm>
              <a:off x="2330230" y="1629060"/>
              <a:ext cx="1349258" cy="1349258"/>
            </a:xfrm>
            <a:custGeom>
              <a:avLst/>
              <a:gdLst>
                <a:gd name="connsiteX0" fmla="*/ 0 w 1349258"/>
                <a:gd name="connsiteY0" fmla="*/ 674629 h 1349258"/>
                <a:gd name="connsiteX1" fmla="*/ 197595 w 1349258"/>
                <a:gd name="connsiteY1" fmla="*/ 197594 h 1349258"/>
                <a:gd name="connsiteX2" fmla="*/ 674630 w 1349258"/>
                <a:gd name="connsiteY2" fmla="*/ 0 h 1349258"/>
                <a:gd name="connsiteX3" fmla="*/ 1151665 w 1349258"/>
                <a:gd name="connsiteY3" fmla="*/ 197595 h 1349258"/>
                <a:gd name="connsiteX4" fmla="*/ 1349259 w 1349258"/>
                <a:gd name="connsiteY4" fmla="*/ 674630 h 1349258"/>
                <a:gd name="connsiteX5" fmla="*/ 1151665 w 1349258"/>
                <a:gd name="connsiteY5" fmla="*/ 1151665 h 1349258"/>
                <a:gd name="connsiteX6" fmla="*/ 674630 w 1349258"/>
                <a:gd name="connsiteY6" fmla="*/ 1349259 h 1349258"/>
                <a:gd name="connsiteX7" fmla="*/ 197595 w 1349258"/>
                <a:gd name="connsiteY7" fmla="*/ 1151664 h 1349258"/>
                <a:gd name="connsiteX8" fmla="*/ 1 w 1349258"/>
                <a:gd name="connsiteY8" fmla="*/ 674629 h 1349258"/>
                <a:gd name="connsiteX9" fmla="*/ 0 w 1349258"/>
                <a:gd name="connsiteY9" fmla="*/ 674629 h 1349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49258" h="1349258">
                  <a:moveTo>
                    <a:pt x="0" y="674629"/>
                  </a:moveTo>
                  <a:cubicBezTo>
                    <a:pt x="0" y="495706"/>
                    <a:pt x="71077" y="324112"/>
                    <a:pt x="197595" y="197594"/>
                  </a:cubicBezTo>
                  <a:cubicBezTo>
                    <a:pt x="324113" y="71077"/>
                    <a:pt x="495707" y="0"/>
                    <a:pt x="674630" y="0"/>
                  </a:cubicBezTo>
                  <a:cubicBezTo>
                    <a:pt x="853553" y="0"/>
                    <a:pt x="1025147" y="71077"/>
                    <a:pt x="1151665" y="197595"/>
                  </a:cubicBezTo>
                  <a:cubicBezTo>
                    <a:pt x="1278182" y="324113"/>
                    <a:pt x="1349259" y="495707"/>
                    <a:pt x="1349259" y="674630"/>
                  </a:cubicBezTo>
                  <a:cubicBezTo>
                    <a:pt x="1349259" y="853553"/>
                    <a:pt x="1278182" y="1025147"/>
                    <a:pt x="1151665" y="1151665"/>
                  </a:cubicBezTo>
                  <a:cubicBezTo>
                    <a:pt x="1025147" y="1278182"/>
                    <a:pt x="853553" y="1349259"/>
                    <a:pt x="674630" y="1349259"/>
                  </a:cubicBezTo>
                  <a:cubicBezTo>
                    <a:pt x="495707" y="1349259"/>
                    <a:pt x="324113" y="1278182"/>
                    <a:pt x="197595" y="1151664"/>
                  </a:cubicBezTo>
                  <a:cubicBezTo>
                    <a:pt x="71078" y="1025146"/>
                    <a:pt x="1" y="853552"/>
                    <a:pt x="1" y="674629"/>
                  </a:cubicBezTo>
                  <a:lnTo>
                    <a:pt x="0" y="674629"/>
                  </a:lnTo>
                  <a:close/>
                </a:path>
              </a:pathLst>
            </a:custGeom>
            <a:solidFill>
              <a:srgbClr val="7030A0"/>
            </a:solidFill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6">
                <a:shade val="50000"/>
                <a:hueOff val="0"/>
                <a:satOff val="-12473"/>
                <a:lumOff val="16551"/>
                <a:alphaOff val="0"/>
              </a:schemeClr>
            </a:effectRef>
            <a:fontRef idx="minor">
              <a:schemeClr val="lt1"/>
            </a:fontRef>
          </p:style>
          <p:txBody>
            <a:bodyPr lIns="222994" tIns="222994" rIns="222994" bIns="222994" anchor="ctr"/>
            <a:lstStyle>
              <a:lvl1pPr defTabSz="8890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8890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8890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8890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8890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889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889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889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8890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  <a:spcAft>
                  <a:spcPct val="35000"/>
                </a:spcAft>
              </a:pPr>
              <a:r>
                <a:rPr kumimoji="0" lang="en-US" altLang="zh-CN" sz="200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6.</a:t>
              </a:r>
              <a:r>
                <a:rPr kumimoji="0" lang="zh-CN" altLang="en-US" sz="200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再评估</a:t>
              </a:r>
              <a:endParaRPr kumimoji="0" lang="zh-CN" altLang="zh-CN" sz="2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任意多边形 16"/>
            <p:cNvSpPr/>
            <p:nvPr/>
          </p:nvSpPr>
          <p:spPr>
            <a:xfrm rot="19800000">
              <a:off x="3694134" y="1574392"/>
              <a:ext cx="359079" cy="455374"/>
            </a:xfrm>
            <a:custGeom>
              <a:avLst/>
              <a:gdLst>
                <a:gd name="connsiteX0" fmla="*/ 0 w 359079"/>
                <a:gd name="connsiteY0" fmla="*/ 91075 h 455374"/>
                <a:gd name="connsiteX1" fmla="*/ 179540 w 359079"/>
                <a:gd name="connsiteY1" fmla="*/ 91075 h 455374"/>
                <a:gd name="connsiteX2" fmla="*/ 179540 w 359079"/>
                <a:gd name="connsiteY2" fmla="*/ 0 h 455374"/>
                <a:gd name="connsiteX3" fmla="*/ 359079 w 359079"/>
                <a:gd name="connsiteY3" fmla="*/ 227687 h 455374"/>
                <a:gd name="connsiteX4" fmla="*/ 179540 w 359079"/>
                <a:gd name="connsiteY4" fmla="*/ 455374 h 455374"/>
                <a:gd name="connsiteX5" fmla="*/ 179540 w 359079"/>
                <a:gd name="connsiteY5" fmla="*/ 364299 h 455374"/>
                <a:gd name="connsiteX6" fmla="*/ 0 w 359079"/>
                <a:gd name="connsiteY6" fmla="*/ 364299 h 455374"/>
                <a:gd name="connsiteX7" fmla="*/ 0 w 359079"/>
                <a:gd name="connsiteY7" fmla="*/ 91075 h 45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9079" h="455374">
                  <a:moveTo>
                    <a:pt x="0" y="91075"/>
                  </a:moveTo>
                  <a:lnTo>
                    <a:pt x="179540" y="91075"/>
                  </a:lnTo>
                  <a:lnTo>
                    <a:pt x="179540" y="0"/>
                  </a:lnTo>
                  <a:lnTo>
                    <a:pt x="359079" y="227687"/>
                  </a:lnTo>
                  <a:lnTo>
                    <a:pt x="179540" y="455374"/>
                  </a:lnTo>
                  <a:lnTo>
                    <a:pt x="179540" y="364299"/>
                  </a:lnTo>
                  <a:lnTo>
                    <a:pt x="0" y="364299"/>
                  </a:lnTo>
                  <a:lnTo>
                    <a:pt x="0" y="91075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z="-80000" prstMaterial="plastic">
              <a:bevelT w="50800" h="50800"/>
              <a:bevelB w="25400" h="25400" prst="angle"/>
            </a:sp3d>
          </p:spPr>
          <p:style>
            <a:lnRef idx="0">
              <a:schemeClr val="accent6">
                <a:shade val="90000"/>
                <a:hueOff val="0"/>
                <a:satOff val="-11809"/>
                <a:lumOff val="14590"/>
                <a:alphaOff val="0"/>
              </a:schemeClr>
            </a:lnRef>
            <a:fillRef idx="3">
              <a:schemeClr val="accent6">
                <a:shade val="90000"/>
                <a:hueOff val="0"/>
                <a:satOff val="-11809"/>
                <a:lumOff val="14590"/>
                <a:alphaOff val="0"/>
              </a:schemeClr>
            </a:fillRef>
            <a:effectRef idx="2">
              <a:schemeClr val="accent6">
                <a:shade val="90000"/>
                <a:hueOff val="0"/>
                <a:satOff val="-11809"/>
                <a:lumOff val="14590"/>
                <a:alphaOff val="0"/>
              </a:schemeClr>
            </a:effectRef>
            <a:fontRef idx="minor">
              <a:schemeClr val="lt1"/>
            </a:fontRef>
          </p:style>
          <p:txBody>
            <a:bodyPr lIns="-1" tIns="91075" rIns="107724" bIns="91074" spcCol="1270" anchor="ctr"/>
            <a:lstStyle/>
            <a:p>
              <a:pPr algn="ctr" defTabSz="8890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146" name="TextBox 11"/>
          <p:cNvSpPr txBox="1">
            <a:spLocks noChangeArrowheads="1"/>
          </p:cNvSpPr>
          <p:nvPr/>
        </p:nvSpPr>
        <p:spPr bwMode="auto">
          <a:xfrm>
            <a:off x="762000" y="1371600"/>
            <a:ext cx="677863" cy="3786188"/>
          </a:xfrm>
          <a:prstGeom prst="rect">
            <a:avLst/>
          </a:prstGeom>
          <a:noFill/>
          <a:ln>
            <a:noFill/>
          </a:ln>
        </p:spPr>
        <p:txBody>
          <a:bodyPr vert="eaVert"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系统职业生涯规划法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       党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的十八大以来，党和国家事业取得历史性成就、发生历史性变革，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其中一条很重要的经验就是坚持问题导向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，把解决实际问题作为打开工作局面的</a:t>
            </a:r>
            <a:r>
              <a:rPr lang="zh-CN" altLang="en-US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突破口</a:t>
            </a:r>
            <a:r>
              <a:rPr lang="en-US" altLang="zh-CN" sz="24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---</a:t>
            </a:r>
            <a:r>
              <a:rPr lang="zh-CN" altLang="en-US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习近平</a:t>
            </a:r>
            <a:endParaRPr lang="zh-CN" altLang="en-US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269412" y="1417638"/>
            <a:ext cx="2950235" cy="5249529"/>
          </a:xfrm>
        </p:spPr>
      </p:pic>
    </p:spTree>
    <p:extLst>
      <p:ext uri="{BB962C8B-B14F-4D97-AF65-F5344CB8AC3E}">
        <p14:creationId xmlns:p14="http://schemas.microsoft.com/office/powerpoint/2010/main" xmlns="" val="2621243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 txBox="1">
            <a:spLocks noChangeArrowheads="1"/>
          </p:cNvSpPr>
          <p:nvPr/>
        </p:nvSpPr>
        <p:spPr bwMode="auto">
          <a:xfrm>
            <a:off x="914400" y="1752600"/>
            <a:ext cx="7467600" cy="324802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kumimoji="0" lang="zh-CN" altLang="en-US" sz="2800" b="1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认知目标</a:t>
            </a:r>
            <a:r>
              <a:rPr kumimoji="0" lang="zh-CN" altLang="en-US" sz="28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正确理解技能的概念及分类。</a:t>
            </a:r>
          </a:p>
          <a:p>
            <a:pPr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在职业规划中能重视对个人技能的澄清。</a:t>
            </a:r>
            <a:endParaRPr kumimoji="0"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愿意在实践中不断探索思考，并有意识地培养自己所需要的技能。</a:t>
            </a:r>
          </a:p>
          <a:p>
            <a:pPr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endParaRPr kumimoji="0" lang="en-US" altLang="zh-CN" sz="2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853440" y="929640"/>
            <a:ext cx="7437120" cy="0"/>
          </a:xfrm>
          <a:prstGeom prst="line">
            <a:avLst/>
          </a:prstGeom>
          <a:ln w="28575">
            <a:solidFill>
              <a:srgbClr val="398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" name="矩形 4"/>
          <p:cNvSpPr/>
          <p:nvPr/>
        </p:nvSpPr>
        <p:spPr>
          <a:xfrm>
            <a:off x="2232660" y="533400"/>
            <a:ext cx="4678680" cy="79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教学目标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 txBox="1">
            <a:spLocks noChangeArrowheads="1"/>
          </p:cNvSpPr>
          <p:nvPr/>
        </p:nvSpPr>
        <p:spPr bwMode="auto">
          <a:xfrm>
            <a:off x="914400" y="1828800"/>
            <a:ext cx="6705600" cy="3733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kumimoji="0" lang="zh-CN" altLang="en-US" sz="2800" b="1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技能目标</a:t>
            </a:r>
            <a:r>
              <a:rPr kumimoji="0" lang="zh-CN" altLang="en-US" sz="28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能够对自己的技能进行探索和分类。</a:t>
            </a:r>
            <a:endParaRPr kumimoji="0"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能使用至少三种途径来了解意向职业的技能要求。</a:t>
            </a:r>
            <a:endParaRPr kumimoji="0"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学会合理描述自己所具备的技能。</a:t>
            </a:r>
            <a:endParaRPr kumimoji="0"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53440" y="929640"/>
            <a:ext cx="7437120" cy="0"/>
          </a:xfrm>
          <a:prstGeom prst="line">
            <a:avLst/>
          </a:prstGeom>
          <a:ln w="28575">
            <a:solidFill>
              <a:srgbClr val="398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" name="矩形 5"/>
          <p:cNvSpPr/>
          <p:nvPr/>
        </p:nvSpPr>
        <p:spPr>
          <a:xfrm>
            <a:off x="2232660" y="533400"/>
            <a:ext cx="4678680" cy="79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教学目标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cap="none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技能的定义</a:t>
            </a:r>
          </a:p>
        </p:txBody>
      </p:sp>
      <p:sp>
        <p:nvSpPr>
          <p:cNvPr id="8195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第一节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能力</a:t>
            </a: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能力是顺利实现某种活动的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心理条件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742950" lvl="2" indent="-342900">
              <a:lnSpc>
                <a:spcPct val="150000"/>
              </a:lnSpc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能力是和活动紧密相连的，离开了具体活动，能力就无法形成和表现。 </a:t>
            </a:r>
          </a:p>
          <a:p>
            <a:pPr marL="742950" lvl="2" indent="-342900">
              <a:lnSpc>
                <a:spcPct val="150000"/>
              </a:lnSpc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能力是顺利完成某种活动直接有效的心理特征，而不是顺利完成某种活动的全部心理条件。 </a:t>
            </a:r>
          </a:p>
          <a:p>
            <a:pPr marL="742950" lvl="2" indent="-342900">
              <a:lnSpc>
                <a:spcPct val="150000"/>
              </a:lnSpc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能力的产生和发展与社会生活分不开。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ct val="150000"/>
              </a:lnSpc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Ability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Capacity</a:t>
            </a:r>
          </a:p>
          <a:p>
            <a:pPr eaLnBrk="1" hangingPunct="1"/>
            <a:endParaRPr lang="zh-CN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2" indent="-342900"/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endParaRPr lang="zh-CN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技能</a:t>
            </a:r>
          </a:p>
        </p:txBody>
      </p:sp>
      <p:sp>
        <p:nvSpPr>
          <p:cNvPr id="1126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技能是指人们通过后天的学习和练习而获得的能力，通常表现为某种动作方式和动作系统。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动作方式和动作系统有时表现为操作活动，有时表现为心智活动。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Technique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Skill</a:t>
            </a:r>
          </a:p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/>
          <p:cNvGraphicFramePr/>
          <p:nvPr/>
        </p:nvGraphicFramePr>
        <p:xfrm>
          <a:off x="395536" y="548680"/>
          <a:ext cx="8352928" cy="58326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cap="none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职业技能的三分法</a:t>
            </a:r>
          </a:p>
        </p:txBody>
      </p:sp>
      <p:sp>
        <p:nvSpPr>
          <p:cNvPr id="13315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第二节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内容占位符 3"/>
          <p:cNvGraphicFramePr/>
          <p:nvPr/>
        </p:nvGraphicFramePr>
        <p:xfrm>
          <a:off x="395536" y="847253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339" name="TextBox 2"/>
          <p:cNvSpPr txBox="1">
            <a:spLocks noChangeArrowheads="1"/>
          </p:cNvSpPr>
          <p:nvPr/>
        </p:nvSpPr>
        <p:spPr bwMode="auto">
          <a:xfrm>
            <a:off x="3198813" y="5999163"/>
            <a:ext cx="5715000" cy="5540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——Sidney Fine &amp; Richard Bolles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3"/>
          <p:cNvSpPr txBox="1">
            <a:spLocks noChangeArrowheads="1"/>
          </p:cNvSpPr>
          <p:nvPr/>
        </p:nvSpPr>
        <p:spPr bwMode="auto">
          <a:xfrm>
            <a:off x="9144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120000"/>
              </a:lnSpc>
              <a:spcBef>
                <a:spcPct val="30000"/>
              </a:spcBef>
              <a:spcAft>
                <a:spcPct val="30000"/>
              </a:spcAft>
              <a:buFont typeface="Wingdings" panose="05000000000000000000" pitchFamily="2" charset="2"/>
              <a:buChar char="Ø"/>
            </a:pP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就是你所掌握的知识</a:t>
            </a:r>
            <a:endParaRPr kumimoji="0"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20000"/>
              </a:lnSpc>
              <a:spcBef>
                <a:spcPct val="30000"/>
              </a:spcBef>
              <a:spcAft>
                <a:spcPct val="30000"/>
              </a:spcAft>
              <a:buFont typeface="Wingdings" panose="05000000000000000000" pitchFamily="2" charset="2"/>
              <a:buChar char="Ø"/>
            </a:pP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需要经过有意识的、专门的学习和记忆。</a:t>
            </a:r>
            <a:endParaRPr kumimoji="0"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20000"/>
              </a:lnSpc>
              <a:spcBef>
                <a:spcPct val="30000"/>
              </a:spcBef>
              <a:spcAft>
                <a:spcPct val="30000"/>
              </a:spcAft>
              <a:buFont typeface="Wingdings" panose="05000000000000000000" pitchFamily="2" charset="2"/>
              <a:buChar char="Ø"/>
            </a:pP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常常与我们的专业学习或工作内容直接相关。</a:t>
            </a:r>
            <a:endParaRPr kumimoji="0"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20000"/>
              </a:lnSpc>
              <a:spcBef>
                <a:spcPct val="30000"/>
              </a:spcBef>
              <a:spcAft>
                <a:spcPct val="30000"/>
              </a:spcAft>
              <a:buFont typeface="Wingdings" panose="05000000000000000000" pitchFamily="2" charset="2"/>
              <a:buChar char="Ø"/>
            </a:pP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它的重要性常常被求职者夸大。</a:t>
            </a:r>
            <a:endParaRPr kumimoji="0"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20000"/>
              </a:lnSpc>
              <a:spcBef>
                <a:spcPct val="30000"/>
              </a:spcBef>
              <a:spcAft>
                <a:spcPct val="30000"/>
              </a:spcAft>
              <a:buFont typeface="Wingdings" panose="05000000000000000000" pitchFamily="2" charset="2"/>
              <a:buChar char="Ø"/>
            </a:pP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一般用</a:t>
            </a:r>
            <a:r>
              <a:rPr kumimoji="0"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______</a:t>
            </a: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来表示。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470150" y="4953000"/>
            <a:ext cx="914400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zh-CN" altLang="en-US" sz="2800" b="1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名词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853440" y="929640"/>
            <a:ext cx="7437120" cy="0"/>
          </a:xfrm>
          <a:prstGeom prst="line">
            <a:avLst/>
          </a:prstGeom>
          <a:ln w="28575">
            <a:solidFill>
              <a:srgbClr val="398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" name="矩形 6"/>
          <p:cNvSpPr/>
          <p:nvPr/>
        </p:nvSpPr>
        <p:spPr>
          <a:xfrm>
            <a:off x="2232660" y="533400"/>
            <a:ext cx="4678680" cy="79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专业知识技能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>
          <a:xfrm>
            <a:off x="304800" y="914400"/>
            <a:ext cx="8229600" cy="1143000"/>
          </a:xfrm>
        </p:spPr>
        <p:txBody>
          <a:bodyPr/>
          <a:lstStyle/>
          <a:p>
            <a:pPr algn="l"/>
            <a:r>
              <a:rPr lang="zh-CN" sz="3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学生时代让人头疼的各种符号</a:t>
            </a:r>
            <a:br>
              <a:rPr lang="zh-CN" sz="3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endParaRPr lang="zh-CN" altLang="en-US" sz="36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 numCol="2"/>
          <a:lstStyle/>
          <a:p>
            <a:pPr>
              <a:defRPr/>
            </a:pPr>
            <a:r>
              <a:rPr lang="zh-CN" altLang="zh-CN" sz="2000" dirty="0">
                <a:cs typeface="+mn-cs"/>
              </a:rPr>
              <a:t>α 阿尔法 </a:t>
            </a:r>
          </a:p>
          <a:p>
            <a:pPr>
              <a:defRPr/>
            </a:pPr>
            <a:r>
              <a:rPr lang="zh-CN" altLang="zh-CN" sz="2000" dirty="0">
                <a:cs typeface="+mn-cs"/>
              </a:rPr>
              <a:t>β 贝塔 </a:t>
            </a:r>
          </a:p>
          <a:p>
            <a:pPr>
              <a:defRPr/>
            </a:pPr>
            <a:r>
              <a:rPr lang="zh-CN" altLang="zh-CN" sz="2000" dirty="0">
                <a:cs typeface="+mn-cs"/>
              </a:rPr>
              <a:t>γ 伽玛 </a:t>
            </a:r>
          </a:p>
          <a:p>
            <a:pPr>
              <a:defRPr/>
            </a:pPr>
            <a:r>
              <a:rPr lang="zh-CN" altLang="zh-CN" sz="2000" dirty="0">
                <a:cs typeface="+mn-cs"/>
              </a:rPr>
              <a:t>δ 德尔塔 </a:t>
            </a:r>
          </a:p>
          <a:p>
            <a:pPr>
              <a:defRPr/>
            </a:pPr>
            <a:r>
              <a:rPr lang="zh-CN" altLang="zh-CN" sz="2000" dirty="0">
                <a:cs typeface="+mn-cs"/>
              </a:rPr>
              <a:t>ε 伊普西隆 </a:t>
            </a:r>
          </a:p>
          <a:p>
            <a:pPr>
              <a:defRPr/>
            </a:pPr>
            <a:r>
              <a:rPr lang="zh-CN" altLang="zh-CN" sz="2000" dirty="0">
                <a:cs typeface="+mn-cs"/>
              </a:rPr>
              <a:t>ζ 泽塔 </a:t>
            </a:r>
          </a:p>
          <a:p>
            <a:pPr>
              <a:defRPr/>
            </a:pPr>
            <a:r>
              <a:rPr lang="zh-CN" altLang="zh-CN" sz="2000" dirty="0">
                <a:cs typeface="+mn-cs"/>
              </a:rPr>
              <a:t>η 伊塔 </a:t>
            </a:r>
          </a:p>
          <a:p>
            <a:pPr>
              <a:defRPr/>
            </a:pPr>
            <a:r>
              <a:rPr lang="zh-CN" altLang="zh-CN" sz="2000" dirty="0">
                <a:cs typeface="+mn-cs"/>
              </a:rPr>
              <a:t>θ 西塔 </a:t>
            </a:r>
            <a:r>
              <a:rPr lang="zh-CN" altLang="zh-CN" sz="2000" dirty="0" smtClean="0">
                <a:cs typeface="+mn-cs"/>
              </a:rPr>
              <a:t> </a:t>
            </a:r>
            <a:endParaRPr lang="zh-CN" altLang="zh-CN" sz="2000" dirty="0">
              <a:cs typeface="+mn-cs"/>
            </a:endParaRPr>
          </a:p>
          <a:p>
            <a:pPr>
              <a:defRPr/>
            </a:pPr>
            <a:r>
              <a:rPr lang="zh-CN" altLang="zh-CN" sz="2000" dirty="0">
                <a:cs typeface="+mn-cs"/>
              </a:rPr>
              <a:t>κ 卡帕 </a:t>
            </a:r>
          </a:p>
          <a:p>
            <a:pPr>
              <a:defRPr/>
            </a:pPr>
            <a:r>
              <a:rPr lang="zh-CN" altLang="zh-CN" sz="2000" dirty="0">
                <a:cs typeface="+mn-cs"/>
              </a:rPr>
              <a:t>λ 兰姆达 </a:t>
            </a:r>
          </a:p>
          <a:p>
            <a:pPr>
              <a:defRPr/>
            </a:pPr>
            <a:r>
              <a:rPr lang="zh-CN" altLang="zh-CN" sz="2000" dirty="0">
                <a:cs typeface="+mn-cs"/>
              </a:rPr>
              <a:t>μ 米</a:t>
            </a:r>
            <a:r>
              <a:rPr lang="zh-CN" altLang="zh-CN" sz="2000" dirty="0" smtClean="0">
                <a:cs typeface="+mn-cs"/>
              </a:rPr>
              <a:t>欧</a:t>
            </a:r>
            <a:endParaRPr lang="en-US" altLang="zh-CN" sz="2000" dirty="0" smtClean="0">
              <a:cs typeface="+mn-cs"/>
            </a:endParaRPr>
          </a:p>
          <a:p>
            <a:pPr marL="0" indent="0">
              <a:buFontTx/>
              <a:buNone/>
              <a:defRPr/>
            </a:pPr>
            <a:r>
              <a:rPr lang="zh-CN" altLang="zh-CN" sz="2000" dirty="0" smtClean="0">
                <a:cs typeface="+mn-cs"/>
              </a:rPr>
              <a:t> </a:t>
            </a:r>
            <a:endParaRPr lang="zh-CN" altLang="zh-CN" sz="2000" dirty="0">
              <a:cs typeface="+mn-cs"/>
            </a:endParaRPr>
          </a:p>
          <a:p>
            <a:pPr>
              <a:defRPr/>
            </a:pPr>
            <a:r>
              <a:rPr lang="el-GR" altLang="zh-CN" sz="2000" dirty="0" smtClean="0">
                <a:cs typeface="+mn-cs"/>
              </a:rPr>
              <a:t>ν</a:t>
            </a:r>
            <a:r>
              <a:rPr lang="en-US" altLang="zh-CN" sz="2000" dirty="0" smtClean="0">
                <a:cs typeface="+mn-cs"/>
              </a:rPr>
              <a:t> </a:t>
            </a:r>
            <a:r>
              <a:rPr lang="zh-CN" altLang="zh-CN" sz="2000" dirty="0" smtClean="0">
                <a:cs typeface="+mn-cs"/>
              </a:rPr>
              <a:t> </a:t>
            </a:r>
            <a:r>
              <a:rPr lang="zh-CN" altLang="zh-CN" sz="2000" dirty="0">
                <a:cs typeface="+mn-cs"/>
              </a:rPr>
              <a:t>纽 </a:t>
            </a:r>
          </a:p>
          <a:p>
            <a:pPr>
              <a:defRPr/>
            </a:pPr>
            <a:r>
              <a:rPr lang="el-GR" altLang="zh-CN" sz="2000" dirty="0" smtClean="0">
                <a:cs typeface="+mn-cs"/>
              </a:rPr>
              <a:t>ξ</a:t>
            </a:r>
            <a:r>
              <a:rPr lang="en-US" altLang="zh-CN" sz="2000" dirty="0" smtClean="0">
                <a:cs typeface="+mn-cs"/>
              </a:rPr>
              <a:t> </a:t>
            </a:r>
            <a:r>
              <a:rPr lang="zh-CN" altLang="zh-CN" sz="2000" dirty="0" smtClean="0">
                <a:cs typeface="+mn-cs"/>
              </a:rPr>
              <a:t> </a:t>
            </a:r>
            <a:r>
              <a:rPr lang="zh-CN" altLang="zh-CN" sz="2000" dirty="0">
                <a:cs typeface="+mn-cs"/>
              </a:rPr>
              <a:t>克西 </a:t>
            </a:r>
          </a:p>
          <a:p>
            <a:pPr>
              <a:defRPr/>
            </a:pPr>
            <a:r>
              <a:rPr lang="zh-CN" altLang="zh-CN" sz="2000" dirty="0">
                <a:cs typeface="+mn-cs"/>
              </a:rPr>
              <a:t>ο 欧米克隆 </a:t>
            </a:r>
          </a:p>
          <a:p>
            <a:pPr>
              <a:defRPr/>
            </a:pPr>
            <a:r>
              <a:rPr lang="zh-CN" altLang="zh-CN" sz="2000" dirty="0">
                <a:cs typeface="+mn-cs"/>
              </a:rPr>
              <a:t>π 派 </a:t>
            </a:r>
          </a:p>
          <a:p>
            <a:pPr>
              <a:defRPr/>
            </a:pPr>
            <a:r>
              <a:rPr lang="zh-CN" altLang="zh-CN" sz="2000" dirty="0">
                <a:cs typeface="+mn-cs"/>
              </a:rPr>
              <a:t>ρ 柔 </a:t>
            </a:r>
          </a:p>
          <a:p>
            <a:pPr>
              <a:defRPr/>
            </a:pPr>
            <a:r>
              <a:rPr lang="zh-CN" altLang="zh-CN" sz="2000" dirty="0">
                <a:cs typeface="+mn-cs"/>
              </a:rPr>
              <a:t>σ 西格玛 </a:t>
            </a:r>
          </a:p>
          <a:p>
            <a:pPr>
              <a:defRPr/>
            </a:pPr>
            <a:r>
              <a:rPr lang="el-GR" altLang="zh-CN" sz="2000" dirty="0" smtClean="0">
                <a:cs typeface="+mn-cs"/>
              </a:rPr>
              <a:t>τ</a:t>
            </a:r>
            <a:r>
              <a:rPr lang="en-US" altLang="zh-CN" sz="2000" dirty="0" smtClean="0">
                <a:cs typeface="+mn-cs"/>
              </a:rPr>
              <a:t> </a:t>
            </a:r>
            <a:r>
              <a:rPr lang="zh-CN" altLang="zh-CN" sz="2000" dirty="0" smtClean="0">
                <a:cs typeface="+mn-cs"/>
              </a:rPr>
              <a:t> </a:t>
            </a:r>
            <a:r>
              <a:rPr lang="zh-CN" altLang="zh-CN" sz="2000" dirty="0">
                <a:cs typeface="+mn-cs"/>
              </a:rPr>
              <a:t>陶 </a:t>
            </a:r>
          </a:p>
          <a:p>
            <a:pPr>
              <a:defRPr/>
            </a:pPr>
            <a:r>
              <a:rPr lang="zh-CN" altLang="zh-CN" sz="2000" dirty="0">
                <a:cs typeface="+mn-cs"/>
              </a:rPr>
              <a:t>υ 玉普西隆 </a:t>
            </a:r>
          </a:p>
          <a:p>
            <a:pPr>
              <a:defRPr/>
            </a:pPr>
            <a:r>
              <a:rPr lang="zh-CN" altLang="zh-CN" sz="2000" dirty="0">
                <a:cs typeface="+mn-cs"/>
              </a:rPr>
              <a:t>φ 弗爱 </a:t>
            </a:r>
          </a:p>
          <a:p>
            <a:pPr>
              <a:defRPr/>
            </a:pPr>
            <a:r>
              <a:rPr lang="zh-CN" altLang="zh-CN" sz="2000" dirty="0">
                <a:cs typeface="+mn-cs"/>
              </a:rPr>
              <a:t>χ 凯 </a:t>
            </a:r>
          </a:p>
          <a:p>
            <a:pPr>
              <a:defRPr/>
            </a:pPr>
            <a:r>
              <a:rPr lang="zh-CN" altLang="zh-CN" sz="2000" dirty="0">
                <a:cs typeface="+mn-cs"/>
              </a:rPr>
              <a:t>ψ 普赛</a:t>
            </a:r>
          </a:p>
          <a:p>
            <a:pPr>
              <a:defRPr/>
            </a:pPr>
            <a:endParaRPr lang="zh-CN" altLang="en-US" sz="2000" dirty="0"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14400" y="1499989"/>
            <a:ext cx="1852080" cy="4800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981923" y="1605834"/>
            <a:ext cx="1600200" cy="4800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304800" y="1524000"/>
            <a:ext cx="6400800" cy="0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7" name="Picture 3" descr="j0345616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553200" y="4038600"/>
            <a:ext cx="1909763" cy="2290763"/>
          </a:xfrm>
          <a:prstGeom prst="rect">
            <a:avLst/>
          </a:prstGeom>
          <a:noFill/>
          <a:ln>
            <a:noFill/>
          </a:ln>
        </p:spPr>
      </p:pic>
      <p:sp>
        <p:nvSpPr>
          <p:cNvPr id="19459" name="Rectangle 3"/>
          <p:cNvSpPr txBox="1">
            <a:spLocks noChangeArrowheads="1"/>
          </p:cNvSpPr>
          <p:nvPr/>
        </p:nvSpPr>
        <p:spPr bwMode="auto">
          <a:xfrm>
            <a:off x="914400" y="1828800"/>
            <a:ext cx="7389813" cy="446563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你大学学习的是什么专业？</a:t>
            </a:r>
            <a:endParaRPr kumimoji="0"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你的专业课有哪些？</a:t>
            </a:r>
            <a:endParaRPr kumimoji="0"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除了专业课之外，你还选修了哪些课程？</a:t>
            </a:r>
            <a:endParaRPr kumimoji="0"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你参加过哪些相关培训？</a:t>
            </a:r>
            <a:endParaRPr kumimoji="0"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你最近在看什么书？</a:t>
            </a:r>
            <a:endParaRPr kumimoji="0"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篮球的游戏规则是什么？</a:t>
            </a:r>
            <a:endParaRPr kumimoji="0"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20000"/>
              </a:lnSpc>
              <a:spcBef>
                <a:spcPct val="20000"/>
              </a:spcBef>
            </a:pPr>
            <a:r>
              <a:rPr kumimoji="0"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...... </a:t>
            </a:r>
          </a:p>
          <a:p>
            <a:pPr eaLnBrk="0" hangingPunct="0">
              <a:lnSpc>
                <a:spcPct val="120000"/>
              </a:lnSpc>
              <a:spcBef>
                <a:spcPct val="20000"/>
              </a:spcBef>
            </a:pPr>
            <a:endParaRPr kumimoji="0" lang="en-US" altLang="zh-CN" sz="2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endParaRPr kumimoji="0" lang="zh-CN" altLang="en-US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853440" y="929640"/>
            <a:ext cx="7437120" cy="0"/>
          </a:xfrm>
          <a:prstGeom prst="line">
            <a:avLst/>
          </a:prstGeom>
          <a:ln w="28575">
            <a:solidFill>
              <a:srgbClr val="398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" name="矩形 6"/>
          <p:cNvSpPr/>
          <p:nvPr/>
        </p:nvSpPr>
        <p:spPr>
          <a:xfrm>
            <a:off x="2232660" y="533400"/>
            <a:ext cx="4678680" cy="79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专业知识技能的发现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3"/>
          <p:cNvSpPr txBox="1">
            <a:spLocks noChangeArrowheads="1"/>
          </p:cNvSpPr>
          <p:nvPr/>
        </p:nvSpPr>
        <p:spPr bwMode="auto">
          <a:xfrm>
            <a:off x="914400" y="1905000"/>
            <a:ext cx="7389813" cy="38862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在校教育</a:t>
            </a: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业余辅导，自学相关课程</a:t>
            </a: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专业会议，讲座，研讨会</a:t>
            </a: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资格认证考试培训</a:t>
            </a: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岗前培训，在职教育</a:t>
            </a: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业余爱好，娱乐休闲，社团活动，家庭职责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53440" y="929640"/>
            <a:ext cx="7437120" cy="0"/>
          </a:xfrm>
          <a:prstGeom prst="line">
            <a:avLst/>
          </a:prstGeom>
          <a:ln w="28575">
            <a:solidFill>
              <a:srgbClr val="398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" name="矩形 5"/>
          <p:cNvSpPr/>
          <p:nvPr/>
        </p:nvSpPr>
        <p:spPr>
          <a:xfrm>
            <a:off x="2232660" y="533400"/>
            <a:ext cx="4678680" cy="79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专业知识技能的获得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 txBox="1">
            <a:spLocks noChangeArrowheads="1"/>
          </p:cNvSpPr>
          <p:nvPr/>
        </p:nvSpPr>
        <p:spPr bwMode="auto">
          <a:xfrm>
            <a:off x="914400" y="1905000"/>
            <a:ext cx="68580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120000"/>
              </a:lnSpc>
              <a:spcBef>
                <a:spcPct val="30000"/>
              </a:spcBef>
              <a:spcAft>
                <a:spcPct val="30000"/>
              </a:spcAft>
              <a:buFont typeface="Wingdings" panose="05000000000000000000" pitchFamily="2" charset="2"/>
              <a:buChar char="Ø"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就是你所能做的事，也称为通用技能。</a:t>
            </a:r>
            <a:endParaRPr kumimoji="0"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20000"/>
              </a:lnSpc>
              <a:spcBef>
                <a:spcPct val="30000"/>
              </a:spcBef>
              <a:spcAft>
                <a:spcPct val="30000"/>
              </a:spcAft>
              <a:buFont typeface="Wingdings" panose="05000000000000000000" pitchFamily="2" charset="2"/>
              <a:buChar char="Ø"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可以在生活的方方面面，特别是工作之外得到发展。</a:t>
            </a:r>
            <a:endParaRPr kumimoji="0"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20000"/>
              </a:lnSpc>
              <a:spcBef>
                <a:spcPct val="30000"/>
              </a:spcBef>
              <a:spcAft>
                <a:spcPct val="30000"/>
              </a:spcAft>
              <a:buFont typeface="Wingdings" panose="05000000000000000000" pitchFamily="2" charset="2"/>
              <a:buChar char="Ø"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可以在工作内外，工作之间通用。</a:t>
            </a:r>
            <a:endParaRPr kumimoji="0"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20000"/>
              </a:lnSpc>
              <a:spcBef>
                <a:spcPct val="30000"/>
              </a:spcBef>
              <a:spcAft>
                <a:spcPct val="30000"/>
              </a:spcAft>
              <a:buFont typeface="Wingdings" panose="05000000000000000000" pitchFamily="2" charset="2"/>
              <a:buChar char="Ø"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它是用人</a:t>
            </a:r>
            <a:r>
              <a:rPr kumimoji="0"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单位比较看重</a:t>
            </a: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的部分。</a:t>
            </a:r>
            <a:endParaRPr kumimoji="0"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20000"/>
              </a:lnSpc>
              <a:spcBef>
                <a:spcPct val="30000"/>
              </a:spcBef>
              <a:spcAft>
                <a:spcPct val="30000"/>
              </a:spcAft>
              <a:buFont typeface="Wingdings" panose="05000000000000000000" pitchFamily="2" charset="2"/>
              <a:buChar char="Ø"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一般用</a:t>
            </a:r>
            <a:r>
              <a:rPr kumimoji="0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______</a:t>
            </a: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来表示。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438400" y="5486400"/>
            <a:ext cx="914400" cy="523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动词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853440" y="929640"/>
            <a:ext cx="7437120" cy="0"/>
          </a:xfrm>
          <a:prstGeom prst="line">
            <a:avLst/>
          </a:prstGeom>
          <a:ln w="28575">
            <a:solidFill>
              <a:srgbClr val="398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" name="矩形 7"/>
          <p:cNvSpPr/>
          <p:nvPr/>
        </p:nvSpPr>
        <p:spPr>
          <a:xfrm>
            <a:off x="2232660" y="533400"/>
            <a:ext cx="4678680" cy="79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file"/>
              </a:rPr>
              <a:t>可迁移技能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Box 3"/>
          <p:cNvSpPr txBox="1">
            <a:spLocks noChangeArrowheads="1"/>
          </p:cNvSpPr>
          <p:nvPr/>
        </p:nvSpPr>
        <p:spPr bwMode="auto">
          <a:xfrm>
            <a:off x="914400" y="1828800"/>
            <a:ext cx="6477000" cy="39703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你都会做什么？</a:t>
            </a:r>
            <a:endParaRPr kumimoji="0"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你参加过哪些社会实践？</a:t>
            </a:r>
            <a:endParaRPr kumimoji="0"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请用</a:t>
            </a:r>
            <a:r>
              <a:rPr kumimoji="0"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5-10</a:t>
            </a: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个动词来概述你的工作能力。</a:t>
            </a:r>
            <a:endParaRPr kumimoji="0"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你觉得自己最突出的工作能力有哪些？</a:t>
            </a:r>
            <a:endParaRPr kumimoji="0"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哪些能力使你能够胜任这项工作？</a:t>
            </a:r>
            <a:endParaRPr kumimoji="0"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0"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kumimoji="0" lang="zh-CN" altLang="en-US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853440" y="929640"/>
            <a:ext cx="7437120" cy="0"/>
          </a:xfrm>
          <a:prstGeom prst="line">
            <a:avLst/>
          </a:prstGeom>
          <a:ln w="28575">
            <a:solidFill>
              <a:srgbClr val="398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" name="矩形 6"/>
          <p:cNvSpPr/>
          <p:nvPr/>
        </p:nvSpPr>
        <p:spPr>
          <a:xfrm>
            <a:off x="2232660" y="533400"/>
            <a:ext cx="4678680" cy="79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可迁移技能的发现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 txBox="1">
            <a:spLocks noChangeArrowheads="1"/>
          </p:cNvSpPr>
          <p:nvPr/>
        </p:nvSpPr>
        <p:spPr bwMode="auto">
          <a:xfrm>
            <a:off x="914400" y="1905000"/>
            <a:ext cx="7389813" cy="32766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参与实践，归纳总结</a:t>
            </a: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观察学习，模仿体会</a:t>
            </a: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专业训练</a:t>
            </a: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实习培训</a:t>
            </a: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业余爱好，娱乐休闲，社团活动，家庭职责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853440" y="929640"/>
            <a:ext cx="7437120" cy="0"/>
          </a:xfrm>
          <a:prstGeom prst="line">
            <a:avLst/>
          </a:prstGeom>
          <a:ln w="28575">
            <a:solidFill>
              <a:srgbClr val="398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" name="矩形 6"/>
          <p:cNvSpPr/>
          <p:nvPr/>
        </p:nvSpPr>
        <p:spPr>
          <a:xfrm>
            <a:off x="2232660" y="533400"/>
            <a:ext cx="4678680" cy="79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可迁移技能的获得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/>
          <p:cNvSpPr txBox="1">
            <a:spLocks noChangeArrowheads="1"/>
          </p:cNvSpPr>
          <p:nvPr/>
        </p:nvSpPr>
        <p:spPr bwMode="auto">
          <a:xfrm>
            <a:off x="914400" y="1905000"/>
            <a:ext cx="68580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120000"/>
              </a:lnSpc>
              <a:spcBef>
                <a:spcPct val="30000"/>
              </a:spcBef>
              <a:spcAft>
                <a:spcPct val="30000"/>
              </a:spcAft>
              <a:buFont typeface="Wingdings" panose="05000000000000000000" pitchFamily="2" charset="2"/>
              <a:buChar char="Ø"/>
            </a:pP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就是你所具有的特征和品质。</a:t>
            </a:r>
            <a:endParaRPr kumimoji="0"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20000"/>
              </a:lnSpc>
              <a:spcBef>
                <a:spcPct val="30000"/>
              </a:spcBef>
              <a:spcAft>
                <a:spcPct val="30000"/>
              </a:spcAft>
              <a:buFont typeface="Wingdings" panose="05000000000000000000" pitchFamily="2" charset="2"/>
              <a:buChar char="Ø"/>
            </a:pP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用来帮助一个人更好地适应环境。</a:t>
            </a:r>
            <a:endParaRPr kumimoji="0"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20000"/>
              </a:lnSpc>
              <a:spcBef>
                <a:spcPct val="30000"/>
              </a:spcBef>
              <a:spcAft>
                <a:spcPct val="30000"/>
              </a:spcAft>
              <a:buFont typeface="Wingdings" panose="05000000000000000000" pitchFamily="2" charset="2"/>
              <a:buChar char="Ø"/>
            </a:pP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是个人最有价值的“资产”。</a:t>
            </a:r>
            <a:endParaRPr kumimoji="0"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20000"/>
              </a:lnSpc>
              <a:spcBef>
                <a:spcPct val="30000"/>
              </a:spcBef>
              <a:spcAft>
                <a:spcPct val="30000"/>
              </a:spcAft>
              <a:buFont typeface="Wingdings" panose="05000000000000000000" pitchFamily="2" charset="2"/>
              <a:buChar char="Ø"/>
            </a:pP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是影响职业生涯成功与否的关键。</a:t>
            </a:r>
            <a:endParaRPr kumimoji="0"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20000"/>
              </a:lnSpc>
              <a:spcBef>
                <a:spcPct val="30000"/>
              </a:spcBef>
              <a:spcAft>
                <a:spcPct val="30000"/>
              </a:spcAft>
              <a:buFont typeface="Wingdings" panose="05000000000000000000" pitchFamily="2" charset="2"/>
              <a:buChar char="Ø"/>
            </a:pP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一般用</a:t>
            </a:r>
            <a:r>
              <a:rPr kumimoji="0"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________</a:t>
            </a: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kumimoji="0"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______</a:t>
            </a: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来表示。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403475" y="4953000"/>
            <a:ext cx="1255713" cy="5191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形容词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4079875" y="4953000"/>
            <a:ext cx="906463" cy="523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副词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853440" y="929640"/>
            <a:ext cx="7437120" cy="0"/>
          </a:xfrm>
          <a:prstGeom prst="line">
            <a:avLst/>
          </a:prstGeom>
          <a:ln w="28575">
            <a:solidFill>
              <a:srgbClr val="398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" name="矩形 9"/>
          <p:cNvSpPr/>
          <p:nvPr/>
        </p:nvSpPr>
        <p:spPr>
          <a:xfrm>
            <a:off x="2232660" y="533400"/>
            <a:ext cx="4678680" cy="79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file"/>
              </a:rPr>
              <a:t>自我管理技能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Box 3"/>
          <p:cNvSpPr txBox="1">
            <a:spLocks noChangeArrowheads="1"/>
          </p:cNvSpPr>
          <p:nvPr/>
        </p:nvSpPr>
        <p:spPr bwMode="auto">
          <a:xfrm>
            <a:off x="914400" y="1828800"/>
            <a:ext cx="7292975" cy="39703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请用</a:t>
            </a:r>
            <a:r>
              <a:rPr kumimoji="0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个形容词来描述你的优点。</a:t>
            </a:r>
            <a:endParaRPr kumimoji="0"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在老师眼里，你是一个什么样的学生？</a:t>
            </a:r>
            <a:endParaRPr kumimoji="0"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你的同学通常怎么评价你？</a:t>
            </a:r>
            <a:endParaRPr kumimoji="0"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通常，你给人留下最深刻的印象会是什么？</a:t>
            </a:r>
            <a:endParaRPr kumimoji="0"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你觉得自己身上最明显的特点是什么？</a:t>
            </a:r>
            <a:endParaRPr kumimoji="0"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0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853440" y="929640"/>
            <a:ext cx="7437120" cy="0"/>
          </a:xfrm>
          <a:prstGeom prst="line">
            <a:avLst/>
          </a:prstGeom>
          <a:ln w="28575">
            <a:solidFill>
              <a:srgbClr val="398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" name="矩形 6"/>
          <p:cNvSpPr/>
          <p:nvPr/>
        </p:nvSpPr>
        <p:spPr>
          <a:xfrm>
            <a:off x="2232660" y="533400"/>
            <a:ext cx="4678680" cy="79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自我管理技能的发现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/>
          <p:cNvSpPr txBox="1">
            <a:spLocks noChangeArrowheads="1"/>
          </p:cNvSpPr>
          <p:nvPr/>
        </p:nvSpPr>
        <p:spPr bwMode="auto">
          <a:xfrm>
            <a:off x="914400" y="1905000"/>
            <a:ext cx="7389813" cy="39624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榜样的力量，认同与练习</a:t>
            </a: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观念的多元化</a:t>
            </a:r>
            <a:endParaRPr kumimoji="0"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自我认知的提高</a:t>
            </a: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意志力的培养</a:t>
            </a: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丰富的精神生活</a:t>
            </a: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业余爱好，娱乐休闲，社团活动，家庭职责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853440" y="929640"/>
            <a:ext cx="7437120" cy="0"/>
          </a:xfrm>
          <a:prstGeom prst="line">
            <a:avLst/>
          </a:prstGeom>
          <a:ln w="28575">
            <a:solidFill>
              <a:srgbClr val="398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" name="矩形 6"/>
          <p:cNvSpPr/>
          <p:nvPr/>
        </p:nvSpPr>
        <p:spPr>
          <a:xfrm>
            <a:off x="2232660" y="533400"/>
            <a:ext cx="4678680" cy="79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自我管理技能的获得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877888" y="1993900"/>
            <a:ext cx="7389812" cy="23622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三种技能之间的关系</a:t>
            </a:r>
            <a:endParaRPr kumimoji="0"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哪种技能更重要？</a:t>
            </a:r>
            <a:endParaRPr kumimoji="0"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学生在理解技能方面存在哪些误区？</a:t>
            </a:r>
          </a:p>
        </p:txBody>
      </p:sp>
      <p:pic>
        <p:nvPicPr>
          <p:cNvPr id="35843" name="Picture 4" descr="j0348031[1]">
            <a:hlinkClick r:id="rId3" action="ppaction://hlinkfile"/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6400800" y="4343400"/>
            <a:ext cx="1604963" cy="1808163"/>
          </a:xfrm>
          <a:noFill/>
        </p:spPr>
      </p:pic>
      <p:cxnSp>
        <p:nvCxnSpPr>
          <p:cNvPr id="6" name="直接连接符 5"/>
          <p:cNvCxnSpPr/>
          <p:nvPr/>
        </p:nvCxnSpPr>
        <p:spPr>
          <a:xfrm>
            <a:off x="853440" y="929640"/>
            <a:ext cx="7437120" cy="0"/>
          </a:xfrm>
          <a:prstGeom prst="line">
            <a:avLst/>
          </a:prstGeom>
          <a:ln w="28575">
            <a:solidFill>
              <a:srgbClr val="398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" name="矩形 6"/>
          <p:cNvSpPr/>
          <p:nvPr/>
        </p:nvSpPr>
        <p:spPr>
          <a:xfrm>
            <a:off x="2232660" y="533400"/>
            <a:ext cx="4678680" cy="79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Box 3"/>
          <p:cNvSpPr txBox="1">
            <a:spLocks noChangeArrowheads="1"/>
          </p:cNvSpPr>
          <p:nvPr/>
        </p:nvSpPr>
        <p:spPr bwMode="auto">
          <a:xfrm>
            <a:off x="381000" y="727075"/>
            <a:ext cx="4572000" cy="646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看看她的技能？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533400" y="1371600"/>
            <a:ext cx="6096000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293746" y="2358528"/>
            <a:ext cx="1826141" cy="5847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 action="ppaction://hlinkfile"/>
              </a:rPr>
              <a:t>非你莫属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4645370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9177" y="366623"/>
            <a:ext cx="8229600" cy="452596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       做到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能力过硬，需要不断掌握新知识、熟悉新领域、开拓新视野</a:t>
            </a:r>
            <a:r>
              <a:rPr lang="zh-CN" altLang="en-US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endParaRPr lang="en-US" altLang="zh-CN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      要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努力学习各方面知识，努力在实践中增加才干，加快知识更新，优化知识结构，拓宽眼界和视野</a:t>
            </a:r>
            <a:r>
              <a:rPr lang="zh-CN" altLang="en-US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endParaRPr lang="en-US" altLang="zh-CN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      历史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车轮滚滚向前，时代潮流浩浩荡荡。历史只会眷顾坚定者、奋进者、搏击者，而不会等待犹豫者、懈怠者、畏难者</a:t>
            </a:r>
            <a:r>
              <a:rPr lang="zh-CN" altLang="en-US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endParaRPr lang="en-US" altLang="zh-CN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 algn="r">
              <a:lnSpc>
                <a:spcPct val="150000"/>
              </a:lnSpc>
              <a:buNone/>
            </a:pPr>
            <a:r>
              <a:rPr lang="en-US" altLang="zh-CN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-----</a:t>
            </a:r>
            <a:r>
              <a:rPr lang="zh-CN" altLang="en-US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习近平</a:t>
            </a:r>
            <a:endParaRPr lang="zh-CN" altLang="en-US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98644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cap="none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职业技能测试</a:t>
            </a:r>
          </a:p>
        </p:txBody>
      </p:sp>
      <p:sp>
        <p:nvSpPr>
          <p:cNvPr id="19459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第三节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/>
          </p:nvPr>
        </p:nvSpPr>
        <p:spPr>
          <a:xfrm>
            <a:off x="1451610" y="2072640"/>
            <a:ext cx="5078730" cy="1652270"/>
          </a:xfrm>
        </p:spPr>
        <p:txBody>
          <a:bodyPr/>
          <a:lstStyle/>
          <a:p>
            <a:pPr eaLnBrk="1" hangingPunct="1"/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技能测试之一：</a:t>
            </a:r>
            <a:b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b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en-US" altLang="zh-CN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   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成就故事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Box 6"/>
          <p:cNvSpPr txBox="1">
            <a:spLocks noChangeArrowheads="1"/>
          </p:cNvSpPr>
          <p:nvPr/>
        </p:nvSpPr>
        <p:spPr bwMode="auto">
          <a:xfrm>
            <a:off x="457200" y="1676400"/>
            <a:ext cx="8686800" cy="45529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写一个你的成就故事，包括：</a:t>
            </a:r>
            <a:endParaRPr kumimoji="0"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当时的形势（</a:t>
            </a:r>
            <a:r>
              <a:rPr kumimoji="0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Situation</a:t>
            </a: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0"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面临的任务</a:t>
            </a:r>
            <a:r>
              <a:rPr kumimoji="0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目标（</a:t>
            </a:r>
            <a:r>
              <a:rPr kumimoji="0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Task/Target</a:t>
            </a: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0"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采取的行动</a:t>
            </a:r>
            <a:r>
              <a:rPr kumimoji="0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态度（</a:t>
            </a:r>
            <a:r>
              <a:rPr kumimoji="0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Action/Attitude</a:t>
            </a: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0"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取得的结果（</a:t>
            </a:r>
            <a:r>
              <a:rPr kumimoji="0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Results</a:t>
            </a: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0"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试分析其中所反映的个人技能。</a:t>
            </a:r>
            <a:endParaRPr kumimoji="0"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kumimoji="0"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53440" y="929640"/>
            <a:ext cx="7437120" cy="0"/>
          </a:xfrm>
          <a:prstGeom prst="line">
            <a:avLst/>
          </a:prstGeom>
          <a:ln w="28575">
            <a:solidFill>
              <a:srgbClr val="398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" name="矩形 5"/>
          <p:cNvSpPr/>
          <p:nvPr/>
        </p:nvSpPr>
        <p:spPr>
          <a:xfrm>
            <a:off x="1632857" y="533400"/>
            <a:ext cx="5494083" cy="79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STAR</a:t>
            </a:r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法来编写成就故事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 txBox="1">
            <a:spLocks noChangeArrowheads="1"/>
          </p:cNvSpPr>
          <p:nvPr/>
        </p:nvSpPr>
        <p:spPr bwMode="auto">
          <a:xfrm>
            <a:off x="100584" y="1124712"/>
            <a:ext cx="8951976" cy="5477256"/>
          </a:xfrm>
          <a:prstGeom prst="rect">
            <a:avLst/>
          </a:prstGeom>
          <a:gradFill rotWithShape="1">
            <a:gsLst>
              <a:gs pos="0">
                <a:srgbClr val="85AAAD"/>
              </a:gs>
              <a:gs pos="80000">
                <a:srgbClr val="AFDEE2"/>
              </a:gs>
              <a:gs pos="100000">
                <a:srgbClr val="AFE0E4"/>
              </a:gs>
            </a:gsLst>
            <a:lin ang="16200000"/>
          </a:gradFill>
          <a:ln w="9525">
            <a:solidFill>
              <a:srgbClr val="B6DCDF"/>
            </a:solidFill>
            <a:miter lim="800000"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kumimoji="0" lang="en-US" altLang="zh-CN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kumimoji="0" lang="zh-CN" altLang="en-US" dirty="0">
                <a:solidFill>
                  <a:srgbClr val="0D0D0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这学期，作为师范生的必要培训内容之一，我们的教学技能培训课要求我们在学期当中必须自选题目并用</a:t>
            </a:r>
            <a:r>
              <a:rPr kumimoji="0" lang="en-US" altLang="zh-CN" dirty="0">
                <a:solidFill>
                  <a:srgbClr val="0D0D0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PPT</a:t>
            </a:r>
            <a:r>
              <a:rPr kumimoji="0" lang="zh-CN" altLang="en-US" dirty="0">
                <a:solidFill>
                  <a:srgbClr val="0D0D0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进行一次演示讲解。在此之前，我没有学过如何制作</a:t>
            </a:r>
            <a:r>
              <a:rPr kumimoji="0" lang="en-US" altLang="zh-CN" dirty="0">
                <a:solidFill>
                  <a:srgbClr val="0D0D0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PPT</a:t>
            </a:r>
            <a:r>
              <a:rPr kumimoji="0" lang="zh-CN" altLang="en-US" dirty="0">
                <a:solidFill>
                  <a:srgbClr val="0D0D0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。我请同宿舍的一位同学用了大约二十分钟的时间教我</a:t>
            </a:r>
            <a:r>
              <a:rPr kumimoji="0" lang="en-US" altLang="zh-CN" dirty="0">
                <a:solidFill>
                  <a:srgbClr val="0D0D0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PowerPoint</a:t>
            </a:r>
            <a:r>
              <a:rPr kumimoji="0" lang="zh-CN" altLang="en-US" dirty="0">
                <a:solidFill>
                  <a:srgbClr val="0D0D0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软件的基本使用方法，我又自己在学校的电脑机房琢磨了一下，并向机房的管理人员请教了几个不明白的问题。选定了我要讲的题目以后，我上网搜索了相关的资料和图片，然后制作了十分钟课程的辅助教学</a:t>
            </a:r>
            <a:r>
              <a:rPr kumimoji="0" lang="en-US" altLang="zh-CN" dirty="0">
                <a:solidFill>
                  <a:srgbClr val="0D0D0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PPT</a:t>
            </a:r>
            <a:r>
              <a:rPr kumimoji="0" lang="zh-CN" altLang="en-US" dirty="0">
                <a:solidFill>
                  <a:srgbClr val="0D0D0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。在课堂讲解演示中，由于我制作的</a:t>
            </a:r>
            <a:r>
              <a:rPr kumimoji="0" lang="en-US" altLang="zh-CN" dirty="0">
                <a:solidFill>
                  <a:srgbClr val="0D0D0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PPT</a:t>
            </a:r>
            <a:r>
              <a:rPr kumimoji="0" lang="zh-CN" altLang="en-US" dirty="0">
                <a:solidFill>
                  <a:srgbClr val="0D0D0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图片精美、文字与内容搭配得宜，我获得了</a:t>
            </a:r>
            <a:r>
              <a:rPr kumimoji="0" lang="en-US" altLang="zh-CN" dirty="0">
                <a:solidFill>
                  <a:srgbClr val="0D0D0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95</a:t>
            </a:r>
            <a:r>
              <a:rPr kumimoji="0" lang="zh-CN" altLang="en-US" dirty="0">
                <a:solidFill>
                  <a:srgbClr val="0D0D0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分的高分，并得到了老师和同学的称赞</a:t>
            </a:r>
            <a:r>
              <a:rPr kumimoji="0" lang="en-US" altLang="en-US" dirty="0">
                <a:solidFill>
                  <a:srgbClr val="0D0D0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endParaRPr kumimoji="0" lang="zh-CN" altLang="en-US" dirty="0">
              <a:solidFill>
                <a:srgbClr val="0D0D0D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53440" y="929640"/>
            <a:ext cx="7437120" cy="0"/>
          </a:xfrm>
          <a:prstGeom prst="line">
            <a:avLst/>
          </a:prstGeom>
          <a:ln w="28575">
            <a:solidFill>
              <a:srgbClr val="398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" name="矩形 5"/>
          <p:cNvSpPr/>
          <p:nvPr/>
        </p:nvSpPr>
        <p:spPr>
          <a:xfrm>
            <a:off x="2232659" y="359664"/>
            <a:ext cx="4894281" cy="79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成就故事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7" descr="j0196384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185367"/>
            <a:ext cx="1911350" cy="2486025"/>
          </a:xfrm>
          <a:prstGeom prst="rect">
            <a:avLst/>
          </a:prstGeom>
          <a:noFill/>
          <a:ln>
            <a:noFill/>
          </a:ln>
        </p:spPr>
      </p:pic>
      <p:sp>
        <p:nvSpPr>
          <p:cNvPr id="44035" name="Rectangle 2"/>
          <p:cNvSpPr txBox="1">
            <a:spLocks noChangeArrowheads="1"/>
          </p:cNvSpPr>
          <p:nvPr/>
        </p:nvSpPr>
        <p:spPr bwMode="auto">
          <a:xfrm>
            <a:off x="381000" y="1752600"/>
            <a:ext cx="59436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150000"/>
              </a:lnSpc>
              <a:spcBef>
                <a:spcPct val="20000"/>
              </a:spcBef>
            </a:pPr>
            <a:r>
              <a:rPr kumimoji="0" lang="zh-CN" altLang="en-US" sz="30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         写一个自己最满意的成就</a:t>
            </a:r>
            <a:r>
              <a:rPr kumimoji="0" lang="zh-CN" altLang="en-US" sz="3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故事，并在小组</a:t>
            </a:r>
            <a:r>
              <a:rPr kumimoji="0" lang="zh-CN" altLang="en-US" sz="30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中进行</a:t>
            </a:r>
            <a:r>
              <a:rPr kumimoji="0" lang="zh-CN" altLang="en-US" sz="3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分析讨论。</a:t>
            </a:r>
            <a:endParaRPr kumimoji="0" lang="en-US" altLang="zh-CN" sz="3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0" hangingPunct="0">
              <a:lnSpc>
                <a:spcPct val="150000"/>
              </a:lnSpc>
              <a:spcBef>
                <a:spcPct val="20000"/>
              </a:spcBef>
            </a:pPr>
            <a:r>
              <a:rPr kumimoji="0" lang="en-US" altLang="zh-CN" sz="3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</a:t>
            </a:r>
            <a:r>
              <a:rPr kumimoji="0" lang="en-US" altLang="zh-CN" sz="30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  </a:t>
            </a:r>
            <a:r>
              <a:rPr kumimoji="0" lang="zh-CN" altLang="en-US" sz="30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    看看都体现你那些能力？</a:t>
            </a:r>
            <a:endParaRPr kumimoji="0" lang="zh-CN" altLang="en-US" sz="3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853440" y="929640"/>
            <a:ext cx="7437120" cy="0"/>
          </a:xfrm>
          <a:prstGeom prst="line">
            <a:avLst/>
          </a:prstGeom>
          <a:ln w="28575">
            <a:solidFill>
              <a:srgbClr val="398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" name="矩形 6"/>
          <p:cNvSpPr/>
          <p:nvPr/>
        </p:nvSpPr>
        <p:spPr>
          <a:xfrm>
            <a:off x="2232659" y="533400"/>
            <a:ext cx="4894281" cy="79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成就故事集的撰写与分析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</a:rPr>
              <a:t>技能测试之二：模拟面试</a:t>
            </a:r>
          </a:p>
        </p:txBody>
      </p:sp>
      <p:pic>
        <p:nvPicPr>
          <p:cNvPr id="20483" name="内容占位符 6" descr="dl20100729344404048073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397000" y="1903413"/>
            <a:ext cx="6350000" cy="42164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内容占位符 2"/>
          <p:cNvSpPr>
            <a:spLocks noGrp="1"/>
          </p:cNvSpPr>
          <p:nvPr>
            <p:ph idx="1"/>
          </p:nvPr>
        </p:nvSpPr>
        <p:spPr>
          <a:xfrm>
            <a:off x="611188" y="1628775"/>
            <a:ext cx="7931150" cy="45259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</a:rPr>
              <a:t>       假如我是一个超级人力资源经理，我可以给你任何你想要的职位，和其他几万名求职者一样，你有幸来到我的面前，在给你理想工作机会之前，请如实回答我三个问题</a:t>
            </a:r>
            <a:r>
              <a:rPr lang="en-US" altLang="zh-CN" dirty="0" smtClean="0">
                <a:latin typeface="微软雅黑" panose="020B0503020204020204" pitchFamily="34" charset="-122"/>
              </a:rPr>
              <a:t>……</a:t>
            </a:r>
            <a:endParaRPr lang="zh-CN" altLang="zh-CN" dirty="0" smtClean="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内容占位符 2"/>
          <p:cNvSpPr>
            <a:spLocks noGrp="1"/>
          </p:cNvSpPr>
          <p:nvPr>
            <p:ph idx="1"/>
          </p:nvPr>
        </p:nvSpPr>
        <p:spPr>
          <a:xfrm>
            <a:off x="457200" y="692150"/>
            <a:ext cx="8229600" cy="5434013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第一个问题，请用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3-5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名词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概括你所学习过的专业理论知识。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第二个问题，假如我可以满足你期待的薪资要求和福利条件，请用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3-5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动词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描述你所能做的事。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第三个问题：假如和你应聘同一个职位的人，他们也有着和你一样的专业知识和技术，你身上有哪些优秀的特点和品质让我有充分的理由选择你呢？请用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3-5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形容词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或者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副词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描述这些特质。</a:t>
            </a:r>
            <a:endParaRPr lang="zh-CN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</a:rPr>
              <a:t>技能测试之三：寻找核心竞争力</a:t>
            </a:r>
          </a:p>
        </p:txBody>
      </p:sp>
      <p:pic>
        <p:nvPicPr>
          <p:cNvPr id="23555" name="内容占位符 5" descr="18mmcom113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b="7091"/>
          <a:stretch>
            <a:fillRect/>
          </a:stretch>
        </p:blipFill>
        <p:spPr>
          <a:xfrm>
            <a:off x="2260283" y="2205038"/>
            <a:ext cx="4338637" cy="31242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/>
          <p:cNvGraphicFramePr/>
          <p:nvPr/>
        </p:nvGraphicFramePr>
        <p:xfrm>
          <a:off x="395536" y="1052736"/>
          <a:ext cx="8229600" cy="4525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内容占位符 1"/>
          <p:cNvSpPr>
            <a:spLocks noGrp="1"/>
          </p:cNvSpPr>
          <p:nvPr>
            <p:ph idx="1"/>
          </p:nvPr>
        </p:nvSpPr>
        <p:spPr>
          <a:xfrm>
            <a:off x="446088" y="1557338"/>
            <a:ext cx="8229600" cy="4525962"/>
          </a:xfrm>
        </p:spPr>
        <p:txBody>
          <a:bodyPr/>
          <a:lstStyle/>
          <a:p>
            <a:r>
              <a:rPr kumimoji="0"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无论你做的怎样，也无论别人如何评价，你依然乐此不疲的事情有哪些？</a:t>
            </a:r>
            <a:endParaRPr kumimoji="0" lang="en-US" altLang="zh-CN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0"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常常让你感到快乐和愉悦的事情有哪些？</a:t>
            </a:r>
            <a:endParaRPr kumimoji="0" lang="en-US" altLang="zh-CN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0"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做哪些事情你最容易达到忘我的状态？</a:t>
            </a:r>
            <a:endParaRPr kumimoji="0" lang="zh-CN" altLang="zh-CN" smtClean="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endParaRPr lang="zh-CN" altLang="en-US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274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你喜欢做的</a:t>
            </a:r>
            <a:endParaRPr kumimoji="1" lang="zh-CN" altLang="en-US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内容占位符 1"/>
          <p:cNvSpPr>
            <a:spLocks noGrp="1"/>
          </p:cNvSpPr>
          <p:nvPr>
            <p:ph idx="1"/>
          </p:nvPr>
        </p:nvSpPr>
        <p:spPr>
          <a:xfrm>
            <a:off x="446088" y="1557338"/>
            <a:ext cx="8229600" cy="4525962"/>
          </a:xfrm>
        </p:spPr>
        <p:txBody>
          <a:bodyPr/>
          <a:lstStyle/>
          <a:p>
            <a:r>
              <a:rPr kumimoji="0"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你擅长的事情有哪些？</a:t>
            </a:r>
            <a:endParaRPr kumimoji="0" lang="en-US" altLang="zh-CN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0"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常常让你有成就感的事情有哪些？</a:t>
            </a:r>
            <a:endParaRPr kumimoji="0" lang="en-US" altLang="zh-CN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0"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和你周围的人相比，哪些方面的事情，你最能够胜任？</a:t>
            </a:r>
            <a:endParaRPr kumimoji="0" lang="zh-CN" altLang="zh-CN" smtClean="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endParaRPr lang="zh-CN" altLang="en-US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298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你擅长做的</a:t>
            </a:r>
            <a:endParaRPr kumimoji="1" lang="zh-CN" altLang="en-US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内容占位符 1"/>
          <p:cNvSpPr>
            <a:spLocks noGrp="1"/>
          </p:cNvSpPr>
          <p:nvPr>
            <p:ph idx="1"/>
          </p:nvPr>
        </p:nvSpPr>
        <p:spPr>
          <a:xfrm>
            <a:off x="446088" y="1557338"/>
            <a:ext cx="8229600" cy="4525962"/>
          </a:xfrm>
        </p:spPr>
        <p:txBody>
          <a:bodyPr/>
          <a:lstStyle/>
          <a:p>
            <a:r>
              <a:rPr kumimoji="0"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哪些事情可以让你以此谋生？</a:t>
            </a:r>
            <a:endParaRPr kumimoji="0" lang="en-US" altLang="zh-CN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0"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哪些事情有着很好的社会需求？</a:t>
            </a:r>
            <a:endParaRPr kumimoji="0" lang="en-US" altLang="zh-CN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0"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你觉得做哪些事情是值得的？</a:t>
            </a:r>
            <a:endParaRPr kumimoji="0" lang="zh-CN" altLang="zh-CN" smtClean="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endParaRPr lang="zh-CN" altLang="en-US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322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可以用来谋生的</a:t>
            </a:r>
            <a:endParaRPr kumimoji="1" lang="zh-CN" altLang="en-US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/>
          <p:cNvGraphicFramePr/>
          <p:nvPr/>
        </p:nvGraphicFramePr>
        <p:xfrm>
          <a:off x="467544" y="692696"/>
          <a:ext cx="8229600" cy="4525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25603" name="直线箭头连接符 3"/>
          <p:cNvCxnSpPr>
            <a:cxnSpLocks noChangeShapeType="1"/>
          </p:cNvCxnSpPr>
          <p:nvPr/>
        </p:nvCxnSpPr>
        <p:spPr bwMode="auto">
          <a:xfrm flipH="1" flipV="1">
            <a:off x="2195513" y="1916113"/>
            <a:ext cx="1584325" cy="86518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arrow" w="med" len="med"/>
          </a:ln>
        </p:spPr>
      </p:cxnSp>
      <p:cxnSp>
        <p:nvCxnSpPr>
          <p:cNvPr id="25604" name="直线箭头连接符 5"/>
          <p:cNvCxnSpPr>
            <a:cxnSpLocks noChangeShapeType="1"/>
          </p:cNvCxnSpPr>
          <p:nvPr/>
        </p:nvCxnSpPr>
        <p:spPr bwMode="auto">
          <a:xfrm flipV="1">
            <a:off x="5435600" y="1916113"/>
            <a:ext cx="1223963" cy="86518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arrow" w="med" len="med"/>
          </a:ln>
        </p:spPr>
      </p:cxnSp>
      <p:cxnSp>
        <p:nvCxnSpPr>
          <p:cNvPr id="25605" name="直线箭头连接符 8"/>
          <p:cNvCxnSpPr>
            <a:cxnSpLocks noChangeShapeType="1"/>
          </p:cNvCxnSpPr>
          <p:nvPr/>
        </p:nvCxnSpPr>
        <p:spPr bwMode="auto">
          <a:xfrm>
            <a:off x="4572000" y="4221163"/>
            <a:ext cx="0" cy="13684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arrow" w="med" len="med"/>
          </a:ln>
        </p:spPr>
      </p:cxnSp>
      <p:sp>
        <p:nvSpPr>
          <p:cNvPr id="25606" name="文本框 11"/>
          <p:cNvSpPr txBox="1">
            <a:spLocks noChangeArrowheads="1"/>
          </p:cNvSpPr>
          <p:nvPr/>
        </p:nvSpPr>
        <p:spPr bwMode="auto">
          <a:xfrm>
            <a:off x="395288" y="1557338"/>
            <a:ext cx="1800225" cy="522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kumimoji="1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业余爱好</a:t>
            </a:r>
          </a:p>
        </p:txBody>
      </p:sp>
      <p:sp>
        <p:nvSpPr>
          <p:cNvPr id="25607" name="文本框 12"/>
          <p:cNvSpPr txBox="1">
            <a:spLocks noChangeArrowheads="1"/>
          </p:cNvSpPr>
          <p:nvPr/>
        </p:nvSpPr>
        <p:spPr bwMode="auto">
          <a:xfrm>
            <a:off x="6875463" y="1557338"/>
            <a:ext cx="1873250" cy="522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kumimoji="1" lang="en-US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努力方向</a:t>
            </a:r>
            <a:endParaRPr kumimoji="1" lang="zh-CN" altLang="en-US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08" name="文本框 13"/>
          <p:cNvSpPr txBox="1">
            <a:spLocks noChangeArrowheads="1"/>
          </p:cNvSpPr>
          <p:nvPr/>
        </p:nvSpPr>
        <p:spPr bwMode="auto">
          <a:xfrm>
            <a:off x="3708400" y="5589588"/>
            <a:ext cx="2016125" cy="522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kumimoji="1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谋生手段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/>
          <p:cNvGraphicFramePr/>
          <p:nvPr/>
        </p:nvGraphicFramePr>
        <p:xfrm>
          <a:off x="395536" y="404664"/>
          <a:ext cx="8424936" cy="5976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</a:rPr>
              <a:t>技能测试之四：个人证明</a:t>
            </a:r>
          </a:p>
        </p:txBody>
      </p:sp>
      <p:pic>
        <p:nvPicPr>
          <p:cNvPr id="26627" name="图片 16" descr="QQ图片20131203201714.jpg"/>
          <p:cNvPicPr>
            <a:picLocks noChangeAspect="1"/>
          </p:cNvPicPr>
          <p:nvPr/>
        </p:nvPicPr>
        <p:blipFill>
          <a:blip r:embed="rId2" cstate="print"/>
          <a:srcRect t="7919" b="6750"/>
          <a:stretch>
            <a:fillRect/>
          </a:stretch>
        </p:blipFill>
        <p:spPr bwMode="auto">
          <a:xfrm>
            <a:off x="1692275" y="2276475"/>
            <a:ext cx="5795963" cy="333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内容占位符 2"/>
          <p:cNvSpPr>
            <a:spLocks noGrp="1"/>
          </p:cNvSpPr>
          <p:nvPr>
            <p:ph idx="1"/>
          </p:nvPr>
        </p:nvSpPr>
        <p:spPr>
          <a:xfrm>
            <a:off x="457200" y="1484313"/>
            <a:ext cx="8362950" cy="464185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</a:rPr>
              <a:t>请出示您的学历、学业、培训等相关证明。</a:t>
            </a:r>
            <a:endParaRPr lang="en-US" altLang="zh-CN" dirty="0" smtClean="0">
              <a:latin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</a:rPr>
              <a:t>请附录您的成绩单。</a:t>
            </a:r>
            <a:endParaRPr lang="en-US" altLang="zh-CN" dirty="0" smtClean="0">
              <a:latin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</a:rPr>
              <a:t>请提供相关的职称、技能鉴定、组织证明等资料。</a:t>
            </a:r>
            <a:endParaRPr lang="en-US" altLang="zh-CN" dirty="0" smtClean="0">
              <a:latin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</a:rPr>
              <a:t>你的老师、同学、朋友、家人如何评价你？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cap="none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职业技能与生涯发展的关系</a:t>
            </a:r>
          </a:p>
        </p:txBody>
      </p:sp>
      <p:sp>
        <p:nvSpPr>
          <p:cNvPr id="28675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第四节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914400" y="1828800"/>
            <a:ext cx="7239000" cy="46164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我们和雇主共同关注的：从前做过的，现在能做的，未来可以做的。</a:t>
            </a:r>
            <a:endParaRPr kumimoji="0"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技能和职业的匹配包括熟练程度和个人使用倾向。</a:t>
            </a:r>
            <a:endParaRPr kumimoji="0"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工作的理想状态：可以使用到我们熟练的、擅长的并且最愿意使用的技能。</a:t>
            </a:r>
            <a:endParaRPr kumimoji="0"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0" lang="en-US" altLang="zh-CN" sz="280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kumimoji="0" lang="zh-CN" altLang="en-US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853440" y="929640"/>
            <a:ext cx="7437120" cy="0"/>
          </a:xfrm>
          <a:prstGeom prst="line">
            <a:avLst/>
          </a:prstGeom>
          <a:ln w="28575">
            <a:solidFill>
              <a:srgbClr val="398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" name="矩形 6"/>
          <p:cNvSpPr/>
          <p:nvPr/>
        </p:nvSpPr>
        <p:spPr>
          <a:xfrm>
            <a:off x="2232659" y="533400"/>
            <a:ext cx="4894281" cy="79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技能与职业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Box 3"/>
          <p:cNvSpPr txBox="1">
            <a:spLocks noChangeArrowheads="1"/>
          </p:cNvSpPr>
          <p:nvPr/>
        </p:nvSpPr>
        <p:spPr bwMode="auto">
          <a:xfrm>
            <a:off x="762000" y="2057400"/>
            <a:ext cx="7239000" cy="19558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求职前：技能的培养与澄清</a:t>
            </a:r>
            <a:endParaRPr kumimoji="0"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求职中：技能的描述与证明</a:t>
            </a:r>
            <a:endParaRPr kumimoji="0"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工作后：技能的发挥与发展</a:t>
            </a:r>
            <a:endParaRPr kumimoji="0"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8371" name="Picture 3" descr="j0186168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248400" y="3657600"/>
            <a:ext cx="1706563" cy="2435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直接连接符 6"/>
          <p:cNvCxnSpPr/>
          <p:nvPr/>
        </p:nvCxnSpPr>
        <p:spPr>
          <a:xfrm>
            <a:off x="853440" y="929640"/>
            <a:ext cx="7437120" cy="0"/>
          </a:xfrm>
          <a:prstGeom prst="line">
            <a:avLst/>
          </a:prstGeom>
          <a:ln w="28575">
            <a:solidFill>
              <a:srgbClr val="398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" name="矩形 7"/>
          <p:cNvSpPr/>
          <p:nvPr/>
        </p:nvSpPr>
        <p:spPr>
          <a:xfrm>
            <a:off x="2232659" y="533400"/>
            <a:ext cx="4894281" cy="79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技能与职业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Box 3"/>
          <p:cNvSpPr txBox="1">
            <a:spLocks noChangeArrowheads="1"/>
          </p:cNvSpPr>
          <p:nvPr/>
        </p:nvSpPr>
        <p:spPr bwMode="auto">
          <a:xfrm>
            <a:off x="838200" y="1968500"/>
            <a:ext cx="7239000" cy="13081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直接：参观，体验，实习</a:t>
            </a:r>
            <a:endParaRPr kumimoji="0"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间接：访谈，其他信息（书籍、网络）</a:t>
            </a:r>
            <a:endParaRPr kumimoji="0"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1"/>
          <p:cNvGrpSpPr/>
          <p:nvPr/>
        </p:nvGrpSpPr>
        <p:grpSpPr bwMode="auto">
          <a:xfrm>
            <a:off x="914400" y="3886200"/>
            <a:ext cx="7181850" cy="1381125"/>
            <a:chOff x="914400" y="4876800"/>
            <a:chExt cx="7181850" cy="1381125"/>
          </a:xfrm>
        </p:grpSpPr>
        <p:pic>
          <p:nvPicPr>
            <p:cNvPr id="60421" name="Picture 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4400" y="5562600"/>
              <a:ext cx="7181850" cy="695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矩形 6"/>
            <p:cNvSpPr/>
            <p:nvPr/>
          </p:nvSpPr>
          <p:spPr>
            <a:xfrm>
              <a:off x="990600" y="4876800"/>
              <a:ext cx="762000" cy="5334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zh-CN" altLang="en-US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2362200" y="4876800"/>
              <a:ext cx="762000" cy="5334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zh-CN" altLang="en-US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书本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3733800" y="4876800"/>
              <a:ext cx="762000" cy="5334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zh-CN" altLang="en-US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参观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5029200" y="4876800"/>
              <a:ext cx="762000" cy="5334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访谈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6400800" y="4876800"/>
              <a:ext cx="1600200" cy="5334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zh-CN" altLang="en-US" b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体验与实习</a:t>
              </a:r>
            </a:p>
          </p:txBody>
        </p:sp>
      </p:grpSp>
      <p:cxnSp>
        <p:nvCxnSpPr>
          <p:cNvPr id="12" name="直接连接符 11"/>
          <p:cNvCxnSpPr/>
          <p:nvPr/>
        </p:nvCxnSpPr>
        <p:spPr>
          <a:xfrm>
            <a:off x="853440" y="929640"/>
            <a:ext cx="7437120" cy="0"/>
          </a:xfrm>
          <a:prstGeom prst="line">
            <a:avLst/>
          </a:prstGeom>
          <a:ln w="28575">
            <a:solidFill>
              <a:srgbClr val="398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矩形 12"/>
          <p:cNvSpPr/>
          <p:nvPr/>
        </p:nvSpPr>
        <p:spPr>
          <a:xfrm>
            <a:off x="2232659" y="533400"/>
            <a:ext cx="4894281" cy="79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了解职业对技能的要求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extBox 3"/>
          <p:cNvSpPr txBox="1">
            <a:spLocks noChangeArrowheads="1"/>
          </p:cNvSpPr>
          <p:nvPr/>
        </p:nvSpPr>
        <p:spPr bwMode="auto">
          <a:xfrm>
            <a:off x="381000" y="727075"/>
            <a:ext cx="8153400" cy="646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zh-CN" altLang="en-US" sz="36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企业</a:t>
            </a:r>
            <a:r>
              <a:rPr kumimoji="0" lang="zh-CN" altLang="en-US" sz="3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校招最看重的技能</a:t>
            </a:r>
            <a:endParaRPr kumimoji="0"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0179" name="图片 24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71513" y="1905000"/>
            <a:ext cx="7710487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180" name="矩形 26"/>
          <p:cNvSpPr>
            <a:spLocks noChangeArrowheads="1"/>
          </p:cNvSpPr>
          <p:nvPr/>
        </p:nvSpPr>
        <p:spPr bwMode="auto">
          <a:xfrm>
            <a:off x="4191000" y="6188075"/>
            <a:ext cx="3005951" cy="40011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（北森人才管理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研究院）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 rot="-1257657">
            <a:off x="-47625" y="1947863"/>
            <a:ext cx="5486400" cy="7445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kumimoji="0" lang="zh-CN" altLang="en-US" sz="32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你在为你的职业做了什么准备？</a:t>
            </a:r>
            <a:endParaRPr kumimoji="0" lang="en-US" altLang="zh-CN" sz="32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585788" y="182563"/>
          <a:ext cx="8107680" cy="6467969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04599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06168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67310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8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能力模型</a:t>
                      </a:r>
                      <a:endParaRPr lang="zh-CN" altLang="en-US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6912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企业</a:t>
                      </a: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学生</a:t>
                      </a:r>
                      <a:endParaRPr lang="zh-CN" altLang="en-US" sz="2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266831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zh-CN" altLang="en-US" sz="2400" dirty="0" smtClean="0"/>
                        <a:t>时间管理</a:t>
                      </a:r>
                      <a:endParaRPr lang="en-US" altLang="zh-CN" sz="2400" dirty="0" smtClean="0"/>
                    </a:p>
                    <a:p>
                      <a:pPr algn="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zh-CN" altLang="en-US" sz="2400" dirty="0" smtClean="0"/>
                        <a:t>执行能力</a:t>
                      </a:r>
                      <a:endParaRPr lang="en-US" altLang="zh-CN" sz="2400" dirty="0" smtClean="0"/>
                    </a:p>
                    <a:p>
                      <a:pPr algn="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zh-CN" altLang="en-US" sz="2400" dirty="0" smtClean="0"/>
                        <a:t>人际交往能力</a:t>
                      </a:r>
                      <a:endParaRPr lang="en-US" altLang="zh-CN" sz="2400" dirty="0" smtClean="0"/>
                    </a:p>
                    <a:p>
                      <a:pPr algn="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zh-CN" altLang="en-US" sz="2400" dirty="0" smtClean="0"/>
                        <a:t>创新能力</a:t>
                      </a:r>
                      <a:endParaRPr lang="en-US" altLang="zh-CN" sz="2400" dirty="0" smtClean="0"/>
                    </a:p>
                    <a:p>
                      <a:pPr algn="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zh-CN" altLang="en-US" sz="2400" dirty="0" smtClean="0"/>
                        <a:t>团队合作</a:t>
                      </a:r>
                      <a:endParaRPr lang="en-US" altLang="zh-CN" sz="2400" dirty="0" smtClean="0"/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2400" u="none" strike="noStrike" kern="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心理调节</a:t>
                      </a:r>
                      <a:endParaRPr kumimoji="1" lang="en-US" altLang="zh-CN" sz="2400" u="none" strike="noStrike" kern="0" cap="none" spc="0" normalizeH="0" baseline="0" noProof="0" dirty="0" smtClean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2400" kern="0" dirty="0" smtClean="0"/>
                        <a:t>批判性思维</a:t>
                      </a:r>
                      <a:endParaRPr kumimoji="1" lang="en-US" altLang="zh-CN" sz="2400" kern="0" dirty="0" smtClean="0"/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2400" u="none" strike="noStrike" kern="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适应能力</a:t>
                      </a:r>
                      <a:endParaRPr kumimoji="1" lang="en-US" altLang="zh-CN" sz="2400" u="none" strike="noStrike" kern="0" cap="none" spc="0" normalizeH="0" baseline="0" noProof="0" dirty="0" smtClean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2400" kern="0" dirty="0" smtClean="0"/>
                        <a:t>表达与沟通</a:t>
                      </a:r>
                      <a:endParaRPr kumimoji="1" lang="en-US" altLang="zh-CN" sz="2400" kern="0" dirty="0" smtClean="0"/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2400" kern="0" dirty="0" smtClean="0"/>
                        <a:t>实践动手能力</a:t>
                      </a:r>
                      <a:endParaRPr kumimoji="1" lang="en-US" altLang="zh-CN" sz="2400" kern="0" dirty="0" smtClean="0"/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2400" kern="0" dirty="0" smtClean="0"/>
                        <a:t>分析问题，解决问题</a:t>
                      </a:r>
                      <a:endParaRPr kumimoji="1" lang="en-US" altLang="zh-CN" sz="2400" kern="0" dirty="0" smtClean="0"/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2400" kern="0" dirty="0" smtClean="0"/>
                        <a:t>学习能力</a:t>
                      </a:r>
                      <a:endParaRPr kumimoji="1" lang="en-US" altLang="zh-CN" sz="2400" kern="0" dirty="0" smtClean="0"/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2400" u="none" strike="noStrike" kern="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领导能力</a:t>
                      </a:r>
                      <a:endParaRPr kumimoji="1" lang="en-US" altLang="zh-CN" sz="2400" kern="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1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zh-CN" altLang="en-US" sz="2400" dirty="0" smtClean="0"/>
                        <a:t>学习能力</a:t>
                      </a:r>
                      <a:endParaRPr lang="en-US" altLang="zh-CN" sz="2400" dirty="0" smtClean="0"/>
                    </a:p>
                    <a:p>
                      <a:pPr algn="l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zh-CN" altLang="en-US" sz="2400" dirty="0" smtClean="0"/>
                        <a:t>实践动手能力</a:t>
                      </a:r>
                      <a:endParaRPr lang="en-US" altLang="zh-CN" sz="2400" dirty="0" smtClean="0"/>
                    </a:p>
                    <a:p>
                      <a:pPr algn="l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zh-CN" altLang="en-US" sz="2400" dirty="0" smtClean="0"/>
                        <a:t>创新能力</a:t>
                      </a:r>
                      <a:endParaRPr lang="en-US" altLang="zh-CN" sz="2400" dirty="0" smtClean="0"/>
                    </a:p>
                    <a:p>
                      <a:pPr algn="l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zh-CN" altLang="en-US" sz="2400" dirty="0" smtClean="0"/>
                        <a:t>团队合作</a:t>
                      </a:r>
                      <a:endParaRPr lang="en-US" altLang="zh-CN" sz="2400" dirty="0" smtClean="0"/>
                    </a:p>
                    <a:p>
                      <a:pPr algn="l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zh-CN" altLang="en-US" sz="2400" dirty="0" smtClean="0"/>
                        <a:t>适应能力</a:t>
                      </a:r>
                      <a:endParaRPr lang="en-US" altLang="zh-CN" sz="2400" dirty="0" smtClean="0"/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2400" kern="0" dirty="0" smtClean="0"/>
                        <a:t>表达与沟通</a:t>
                      </a:r>
                      <a:endParaRPr kumimoji="1" lang="en-US" altLang="zh-CN" sz="2400" kern="0" dirty="0" smtClean="0"/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2400" kern="0" dirty="0" smtClean="0"/>
                        <a:t>人际交往能力</a:t>
                      </a:r>
                      <a:endParaRPr kumimoji="1" lang="en-US" altLang="zh-CN" sz="2400" kern="0" dirty="0" smtClean="0"/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2400" kern="0" dirty="0" smtClean="0"/>
                        <a:t>执行能力</a:t>
                      </a:r>
                      <a:endParaRPr kumimoji="1" lang="en-US" altLang="zh-CN" sz="2400" kern="0" dirty="0" smtClean="0"/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2400" kern="0" dirty="0" smtClean="0"/>
                        <a:t>批判性思维</a:t>
                      </a:r>
                      <a:endParaRPr kumimoji="1" lang="en-US" altLang="zh-CN" sz="2400" kern="0" dirty="0" smtClean="0"/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2400" kern="0" dirty="0" smtClean="0"/>
                        <a:t>分析问题，解决问题</a:t>
                      </a:r>
                      <a:endParaRPr kumimoji="1" lang="en-US" altLang="zh-CN" sz="2400" kern="0" dirty="0" smtClean="0"/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2400" u="none" strike="noStrike" kern="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领导能力</a:t>
                      </a:r>
                      <a:endParaRPr kumimoji="1" lang="en-US" altLang="zh-CN" sz="2400" u="none" strike="noStrike" kern="0" cap="none" spc="0" normalizeH="0" baseline="0" noProof="0" dirty="0" smtClean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2400" kern="0" dirty="0" smtClean="0"/>
                        <a:t>时间管理</a:t>
                      </a:r>
                      <a:endParaRPr kumimoji="1" lang="en-US" altLang="zh-CN" sz="2400" kern="0" dirty="0" smtClean="0"/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2400" u="none" strike="noStrike" kern="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心理调节</a:t>
                      </a:r>
                      <a:endParaRPr lang="zh-CN" altLang="en-US" sz="2400" dirty="0" smtClean="0"/>
                    </a:p>
                  </a:txBody>
                  <a:tcPr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1" name="圆角矩形 10"/>
          <p:cNvSpPr/>
          <p:nvPr/>
        </p:nvSpPr>
        <p:spPr bwMode="auto">
          <a:xfrm>
            <a:off x="2052638" y="1241425"/>
            <a:ext cx="2370137" cy="1903413"/>
          </a:xfrm>
          <a:prstGeom prst="round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/>
          <p:cNvGraphicFramePr/>
          <p:nvPr/>
        </p:nvGraphicFramePr>
        <p:xfrm>
          <a:off x="494523" y="447869"/>
          <a:ext cx="8210938" cy="59062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gimg2.baidu.com/image_search/src=http%3A%2F%2Fimg.cyol.com%2Fimg%2Fnews%2Fattachement%2Fjpg%2Fsite2%2F20190430%2FIMG64006a913b2c50661446719.jpg&amp;refer=http%3A%2F%2Fimg.cyol.com&amp;app=2002&amp;size=f9999,10000&amp;q=a80&amp;n=0&amp;g=0n&amp;fmt=jpeg?sec=1621907102&amp;t=7d14644f180d140ef9a4f151161e5a4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967787" y="294825"/>
            <a:ext cx="3306904" cy="5873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227547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extBox 7"/>
          <p:cNvSpPr txBox="1">
            <a:spLocks noChangeArrowheads="1"/>
          </p:cNvSpPr>
          <p:nvPr/>
        </p:nvSpPr>
        <p:spPr bwMode="auto">
          <a:xfrm>
            <a:off x="533400" y="2092325"/>
            <a:ext cx="4267200" cy="3416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kumimoji="0"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你的降落伞是什么颜色？</a:t>
            </a:r>
            <a:r>
              <a:rPr kumimoji="0"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</a:p>
          <a:p>
            <a:r>
              <a:rPr kumimoji="0"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kumimoji="0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中信出版社</a:t>
            </a:r>
            <a:endParaRPr kumimoji="0"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kumimoji="0"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kumimoji="0"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kumimoji="0"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kumimoji="0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怎样开始求职之旅？</a:t>
            </a:r>
            <a:endParaRPr kumimoji="0"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kumimoji="0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你能为世界做点什么？</a:t>
            </a:r>
            <a:endParaRPr kumimoji="0"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kumimoji="0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你最想在哪里施展这些技能？</a:t>
            </a:r>
            <a:endParaRPr kumimoji="0"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kumimoji="0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怎样获得自己喜欢的工作？</a:t>
            </a:r>
          </a:p>
        </p:txBody>
      </p:sp>
      <p:pic>
        <p:nvPicPr>
          <p:cNvPr id="34823" name="Picture 7" descr="http://images.99read.com/product/2010/9/784372big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453063" y="1524000"/>
            <a:ext cx="3309937" cy="4495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999"/>
              </a:srgbClr>
            </a:outerShdw>
          </a:effectLst>
        </p:spPr>
      </p:pic>
      <p:cxnSp>
        <p:nvCxnSpPr>
          <p:cNvPr id="7" name="直接连接符 6"/>
          <p:cNvCxnSpPr/>
          <p:nvPr/>
        </p:nvCxnSpPr>
        <p:spPr>
          <a:xfrm>
            <a:off x="853440" y="929640"/>
            <a:ext cx="7437120" cy="0"/>
          </a:xfrm>
          <a:prstGeom prst="line">
            <a:avLst/>
          </a:prstGeom>
          <a:ln w="28575">
            <a:solidFill>
              <a:srgbClr val="398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" name="矩形 7"/>
          <p:cNvSpPr/>
          <p:nvPr/>
        </p:nvSpPr>
        <p:spPr>
          <a:xfrm>
            <a:off x="2232659" y="533400"/>
            <a:ext cx="4894281" cy="79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图书推荐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TextBox 7"/>
          <p:cNvSpPr txBox="1">
            <a:spLocks noChangeArrowheads="1"/>
          </p:cNvSpPr>
          <p:nvPr/>
        </p:nvSpPr>
        <p:spPr bwMode="auto">
          <a:xfrm>
            <a:off x="533400" y="2092325"/>
            <a:ext cx="4267200" cy="41544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kumimoji="0"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你的知识需要管理</a:t>
            </a:r>
            <a:r>
              <a:rPr kumimoji="0"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</a:p>
          <a:p>
            <a:r>
              <a:rPr kumimoji="0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辽宁科学技术出版社</a:t>
            </a:r>
          </a:p>
          <a:p>
            <a:endParaRPr kumimoji="0"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kumimoji="0"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kumimoji="0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个人发展越来越依赖于个人竞争力，而个人竞争力的源泉则是个人知识力。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kumimoji="0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个人知识的学习、保存、传递、使用和创新的能力。每个人都离不开个人知识力的培养和塑造。</a:t>
            </a:r>
          </a:p>
        </p:txBody>
      </p:sp>
      <p:pic>
        <p:nvPicPr>
          <p:cNvPr id="9" name="图片 8" descr="cid:image018.jpg@01CD6FCB.E16131E0"/>
          <p:cNvPicPr>
            <a:picLocks noChangeAspect="1" noChangeArrowheads="1"/>
          </p:cNvPicPr>
          <p:nvPr/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64163" y="1444625"/>
            <a:ext cx="3352800" cy="46101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999"/>
              </a:srgbClr>
            </a:outerShdw>
          </a:effectLst>
        </p:spPr>
      </p:pic>
      <p:cxnSp>
        <p:nvCxnSpPr>
          <p:cNvPr id="7" name="直接连接符 6"/>
          <p:cNvCxnSpPr/>
          <p:nvPr/>
        </p:nvCxnSpPr>
        <p:spPr>
          <a:xfrm>
            <a:off x="853440" y="929640"/>
            <a:ext cx="7437120" cy="0"/>
          </a:xfrm>
          <a:prstGeom prst="line">
            <a:avLst/>
          </a:prstGeom>
          <a:ln w="28575">
            <a:solidFill>
              <a:srgbClr val="398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" name="矩形 7"/>
          <p:cNvSpPr/>
          <p:nvPr/>
        </p:nvSpPr>
        <p:spPr>
          <a:xfrm>
            <a:off x="2232659" y="533400"/>
            <a:ext cx="4894281" cy="79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图书推荐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TextBox 7"/>
          <p:cNvSpPr txBox="1">
            <a:spLocks noChangeArrowheads="1"/>
          </p:cNvSpPr>
          <p:nvPr/>
        </p:nvSpPr>
        <p:spPr bwMode="auto">
          <a:xfrm>
            <a:off x="395288" y="1989138"/>
            <a:ext cx="4759325" cy="41544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kumimoji="0"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知识经营的魅力：知识管理与当今时代</a:t>
            </a:r>
            <a:r>
              <a:rPr kumimoji="0"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kumimoji="0"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0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（日）埃野中郁次郎，绀野登 著 </a:t>
            </a:r>
            <a:endParaRPr kumimoji="0"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0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中信出版社</a:t>
            </a:r>
          </a:p>
          <a:p>
            <a:endParaRPr kumimoji="0"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kumimoji="0"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kumimoji="0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本书通过对丰田、本田、花王、富士通、富士施乐、惠普等多家日本知名企业的案例分析，透视知识经营</a:t>
            </a:r>
            <a:endParaRPr kumimoji="0"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kumimoji="0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聚焦当下知识社会和管理转型</a:t>
            </a:r>
            <a:endParaRPr kumimoji="0"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 descr="cid:image020.jpg@01CD6FCB.E16131E0"/>
          <p:cNvPicPr>
            <a:picLocks noChangeAspect="1" noChangeArrowheads="1"/>
          </p:cNvPicPr>
          <p:nvPr/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292725" y="1484313"/>
            <a:ext cx="3398838" cy="4687887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999"/>
              </a:srgbClr>
            </a:outerShdw>
          </a:effectLst>
        </p:spPr>
      </p:pic>
      <p:cxnSp>
        <p:nvCxnSpPr>
          <p:cNvPr id="8" name="直接连接符 7"/>
          <p:cNvCxnSpPr/>
          <p:nvPr/>
        </p:nvCxnSpPr>
        <p:spPr>
          <a:xfrm>
            <a:off x="853440" y="929640"/>
            <a:ext cx="7437120" cy="0"/>
          </a:xfrm>
          <a:prstGeom prst="line">
            <a:avLst/>
          </a:prstGeom>
          <a:ln w="28575">
            <a:solidFill>
              <a:srgbClr val="3980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9" name="矩形 8"/>
          <p:cNvSpPr/>
          <p:nvPr/>
        </p:nvSpPr>
        <p:spPr>
          <a:xfrm>
            <a:off x="2232659" y="533400"/>
            <a:ext cx="4894281" cy="7924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图书推荐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任意多边形 38"/>
          <p:cNvSpPr/>
          <p:nvPr/>
        </p:nvSpPr>
        <p:spPr>
          <a:xfrm>
            <a:off x="0" y="4240538"/>
            <a:ext cx="9144000" cy="2617462"/>
          </a:xfrm>
          <a:custGeom>
            <a:avLst/>
            <a:gdLst>
              <a:gd name="connsiteX0" fmla="*/ 0 w 9144000"/>
              <a:gd name="connsiteY0" fmla="*/ 0 h 2617462"/>
              <a:gd name="connsiteX1" fmla="*/ 4571999 w 9144000"/>
              <a:gd name="connsiteY1" fmla="*/ 890262 h 2617462"/>
              <a:gd name="connsiteX2" fmla="*/ 4572001 w 9144000"/>
              <a:gd name="connsiteY2" fmla="*/ 890262 h 2617462"/>
              <a:gd name="connsiteX3" fmla="*/ 9144000 w 9144000"/>
              <a:gd name="connsiteY3" fmla="*/ 0 h 2617462"/>
              <a:gd name="connsiteX4" fmla="*/ 9144000 w 9144000"/>
              <a:gd name="connsiteY4" fmla="*/ 890262 h 2617462"/>
              <a:gd name="connsiteX5" fmla="*/ 9144000 w 9144000"/>
              <a:gd name="connsiteY5" fmla="*/ 2617462 h 2617462"/>
              <a:gd name="connsiteX6" fmla="*/ 0 w 9144000"/>
              <a:gd name="connsiteY6" fmla="*/ 2617462 h 2617462"/>
              <a:gd name="connsiteX7" fmla="*/ 0 w 9144000"/>
              <a:gd name="connsiteY7" fmla="*/ 890262 h 2617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2617462">
                <a:moveTo>
                  <a:pt x="0" y="0"/>
                </a:moveTo>
                <a:lnTo>
                  <a:pt x="4571999" y="890262"/>
                </a:lnTo>
                <a:lnTo>
                  <a:pt x="4572001" y="890262"/>
                </a:lnTo>
                <a:lnTo>
                  <a:pt x="9144000" y="0"/>
                </a:lnTo>
                <a:lnTo>
                  <a:pt x="9144000" y="890262"/>
                </a:lnTo>
                <a:lnTo>
                  <a:pt x="9144000" y="2617462"/>
                </a:lnTo>
                <a:lnTo>
                  <a:pt x="0" y="2617462"/>
                </a:lnTo>
                <a:lnTo>
                  <a:pt x="0" y="890262"/>
                </a:lnTo>
                <a:close/>
              </a:path>
            </a:pathLst>
          </a:custGeom>
          <a:gradFill flip="none" rotWithShape="1">
            <a:gsLst>
              <a:gs pos="0">
                <a:srgbClr val="3980B1">
                  <a:shade val="30000"/>
                  <a:satMod val="115000"/>
                </a:srgbClr>
              </a:gs>
              <a:gs pos="50000">
                <a:srgbClr val="3980B1">
                  <a:shade val="67500"/>
                  <a:satMod val="115000"/>
                </a:srgbClr>
              </a:gs>
              <a:gs pos="100000">
                <a:srgbClr val="3980B1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427824" y="1941519"/>
            <a:ext cx="4288353" cy="1628427"/>
            <a:chOff x="2427824" y="1738446"/>
            <a:chExt cx="4288353" cy="1628427"/>
          </a:xfrm>
        </p:grpSpPr>
        <p:sp>
          <p:nvSpPr>
            <p:cNvPr id="35" name="文本框 34"/>
            <p:cNvSpPr txBox="1"/>
            <p:nvPr/>
          </p:nvSpPr>
          <p:spPr>
            <a:xfrm>
              <a:off x="2427824" y="2997541"/>
              <a:ext cx="42883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 Unicode MS" panose="020B0604020202020204" pitchFamily="34" charset="-122"/>
                </a:rPr>
                <a:t>THANKS FOR YOUR TIME</a:t>
              </a: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453745" y="1738446"/>
              <a:ext cx="2236510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80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谢谢</a:t>
              </a:r>
              <a:endParaRPr lang="zh-CN" altLang="en-US" sz="8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</TotalTime>
  <Words>1825</Words>
  <Application>Microsoft Office PowerPoint</Application>
  <PresentationFormat>全屏显示(4:3)</PresentationFormat>
  <Paragraphs>318</Paragraphs>
  <Slides>53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65" baseType="lpstr">
      <vt:lpstr>Arial</vt:lpstr>
      <vt:lpstr>宋体</vt:lpstr>
      <vt:lpstr>Calibri Light</vt:lpstr>
      <vt:lpstr>微软雅黑</vt:lpstr>
      <vt:lpstr>方正粗黑宋简体</vt:lpstr>
      <vt:lpstr>华文楷体</vt:lpstr>
      <vt:lpstr>黑体</vt:lpstr>
      <vt:lpstr>Wingdings</vt:lpstr>
      <vt:lpstr>Calibri</vt:lpstr>
      <vt:lpstr>楷体</vt:lpstr>
      <vt:lpstr>Arial Unicode MS</vt:lpstr>
      <vt:lpstr>Office 主题</vt:lpstr>
      <vt:lpstr> </vt:lpstr>
      <vt:lpstr>幻灯片 2</vt:lpstr>
      <vt:lpstr>       党的十八大以来，党和国家事业取得历史性成就、发生历史性变革，其中一条很重要的经验就是坚持问题导向，把解决实际问题作为打开工作局面的突破口---习近平</vt:lpstr>
      <vt:lpstr>幻灯片 4</vt:lpstr>
      <vt:lpstr>幻灯片 5</vt:lpstr>
      <vt:lpstr>技能的定义</vt:lpstr>
      <vt:lpstr>能力</vt:lpstr>
      <vt:lpstr>技能</vt:lpstr>
      <vt:lpstr>幻灯片 9</vt:lpstr>
      <vt:lpstr>职业技能的三分法</vt:lpstr>
      <vt:lpstr>幻灯片 11</vt:lpstr>
      <vt:lpstr>幻灯片 12</vt:lpstr>
      <vt:lpstr>学生时代让人头疼的各种符号 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职业技能测试</vt:lpstr>
      <vt:lpstr>技能测试之一：          成就故事</vt:lpstr>
      <vt:lpstr>幻灯片 27</vt:lpstr>
      <vt:lpstr>幻灯片 28</vt:lpstr>
      <vt:lpstr>幻灯片 29</vt:lpstr>
      <vt:lpstr>技能测试之二：模拟面试</vt:lpstr>
      <vt:lpstr>幻灯片 31</vt:lpstr>
      <vt:lpstr>幻灯片 32</vt:lpstr>
      <vt:lpstr>技能测试之三：寻找核心竞争力</vt:lpstr>
      <vt:lpstr>幻灯片 34</vt:lpstr>
      <vt:lpstr>你喜欢做的</vt:lpstr>
      <vt:lpstr>你擅长做的</vt:lpstr>
      <vt:lpstr>可以用来谋生的</vt:lpstr>
      <vt:lpstr>幻灯片 38</vt:lpstr>
      <vt:lpstr>幻灯片 39</vt:lpstr>
      <vt:lpstr>技能测试之四：个人证明</vt:lpstr>
      <vt:lpstr>幻灯片 41</vt:lpstr>
      <vt:lpstr>职业技能与生涯发展的关系</vt:lpstr>
      <vt:lpstr>幻灯片 43</vt:lpstr>
      <vt:lpstr>幻灯片 44</vt:lpstr>
      <vt:lpstr>幻灯片 45</vt:lpstr>
      <vt:lpstr>幻灯片 46</vt:lpstr>
      <vt:lpstr>幻灯片 47</vt:lpstr>
      <vt:lpstr>幻灯片 48</vt:lpstr>
      <vt:lpstr>幻灯片 49</vt:lpstr>
      <vt:lpstr>幻灯片 50</vt:lpstr>
      <vt:lpstr>幻灯片 51</vt:lpstr>
      <vt:lpstr>幻灯片 52</vt:lpstr>
      <vt:lpstr>幻灯片 53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Bluewish</dc:creator>
  <cp:lastModifiedBy>Administrator</cp:lastModifiedBy>
  <cp:revision>116</cp:revision>
  <dcterms:created xsi:type="dcterms:W3CDTF">2014-09-16T12:24:00Z</dcterms:created>
  <dcterms:modified xsi:type="dcterms:W3CDTF">2024-04-01T02:30:05Z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SaveFontToCloudKey">
    <vt:lpwstr>353283833_btnclosed</vt:lpwstr>
  </property>
  <property fmtid="{D5CDD505-2E9C-101B-9397-08002B2CF9AE}" pid="3" name="ICV">
    <vt:lpwstr>52F82E3A74074B1D9A8E972E7043B67C</vt:lpwstr>
  </property>
  <property fmtid="{D5CDD505-2E9C-101B-9397-08002B2CF9AE}" pid="4" name="KSOProductBuildVer">
    <vt:lpwstr>2052-11.1.0.10356</vt:lpwstr>
  </property>
</Properties>
</file>