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88.png" ContentType="image/png"/>
  <Override PartName="/ppt/media/image45.png" ContentType="image/png"/>
  <Override PartName="/ppt/media/image131.png" ContentType="image/png"/>
  <Override PartName="/ppt/media/image47.png" ContentType="image/png"/>
  <Override PartName="/ppt/media/image133.png" ContentType="image/png"/>
  <Override PartName="/ppt/media/image49.png" ContentType="image/png"/>
  <Override PartName="/ppt/media/image135.png" ContentType="image/png"/>
  <Override PartName="/ppt/media/image137.png" ContentType="image/png"/>
  <Override PartName="/ppt/media/image139.png" ContentType="image/png"/>
  <Override PartName="/ppt/media/image91.png" ContentType="image/png"/>
  <Override PartName="/ppt/media/image93.png" ContentType="image/png"/>
  <Override PartName="/ppt/media/image50.png" ContentType="image/png"/>
  <Override PartName="/ppt/media/image95.png" ContentType="image/png"/>
  <Override PartName="/ppt/media/image52.png" ContentType="image/png"/>
  <Override PartName="/ppt/media/image97.png" ContentType="image/png"/>
  <Override PartName="/ppt/media/image54.png" ContentType="image/png"/>
  <Override PartName="/ppt/media/image11.png" ContentType="image/png"/>
  <Override PartName="/ppt/media/image99.png" ContentType="image/png"/>
  <Override PartName="/ppt/media/image140.png" ContentType="image/png"/>
  <Override PartName="/ppt/media/image56.png" ContentType="image/png"/>
  <Override PartName="/ppt/media/image13.png" ContentType="image/png"/>
  <Override PartName="/ppt/media/image142.png" ContentType="image/png"/>
  <Override PartName="/ppt/media/image58.png" ContentType="image/png"/>
  <Override PartName="/ppt/media/image15.png" ContentType="image/png"/>
  <Override PartName="/ppt/media/image144.png" ContentType="image/png"/>
  <Override PartName="/ppt/media/image17.png" ContentType="image/png"/>
  <Override PartName="/ppt/media/image101.png" ContentType="image/png"/>
  <Override PartName="/ppt/media/image146.png" ContentType="image/png"/>
  <Override PartName="/ppt/media/image19.png" ContentType="image/png"/>
  <Override PartName="/ppt/media/image103.png" ContentType="image/png"/>
  <Override PartName="/ppt/media/image148.png" ContentType="image/png"/>
  <Override PartName="/ppt/media/image105.png" ContentType="image/png"/>
  <Override PartName="/ppt/presentation.xml" ContentType="application/vnd.openxmlformats-officedocument.presentationml.presentation.main+xml"/>
  <Override PartName="/ppt/media/image107.png" ContentType="image/png"/>
  <Override PartName="/ppt/media/image109.png" ContentType="image/png"/>
  <Override PartName="/ppt/media/image61.png" ContentType="image/png"/>
  <Override PartName="/ppt/media/image63.png" ContentType="image/png"/>
  <Override PartName="/ppt/media/image20.png" ContentType="image/png"/>
  <Override PartName="/ppt/media/image65.png" ContentType="image/png"/>
  <Override PartName="/ppt/media/image22.png" ContentType="image/png"/>
  <Override PartName="/ppt/media/image151.png" ContentType="image/png"/>
  <Override PartName="/ppt/media/image67.png" ContentType="image/png"/>
  <Override PartName="/ppt/media/image24.png" ContentType="image/png"/>
  <Override PartName="/ppt/media/image153.png" ContentType="image/png"/>
  <Override PartName="/ppt/media/image69.png" ContentType="image/png"/>
  <Override PartName="/ppt/media/image110.png" ContentType="image/png"/>
  <Override PartName="/ppt/media/image26.png" ContentType="image/png"/>
  <Override PartName="/ppt/media/image155.png" ContentType="image/png"/>
  <Override PartName="/ppt/media/image112.png" ContentType="image/png"/>
  <Override PartName="/ppt/media/image28.png" ContentType="image/png"/>
  <Override PartName="/ppt/media/image157.png" ContentType="image/png"/>
  <Override PartName="/ppt/media/image114.png" ContentType="image/png"/>
  <Override PartName="/ppt/media/image159.png" ContentType="image/png"/>
  <Override PartName="/ppt/media/image116.png" ContentType="image/png"/>
  <Override PartName="/ppt/media/image118.png" ContentType="image/png"/>
  <Override PartName="/ppt/tableStyles.xml" ContentType="application/vnd.openxmlformats-officedocument.presentationml.tableStyles+xml"/>
  <Override PartName="/ppt/media/image70.png" ContentType="image/png"/>
  <Override PartName="/ppt/media/image72.png" ContentType="image/png"/>
  <Override PartName="/ppt/media/image74.png" ContentType="image/png"/>
  <Override PartName="/ppt/media/image31.png" ContentType="image/png"/>
  <Override PartName="/ppt/media/image160.png" ContentType="image/png"/>
  <Override PartName="/ppt/media/image76.png" ContentType="image/png"/>
  <Override PartName="/ppt/media/image33.png" ContentType="image/png"/>
  <Override PartName="/ppt/media/image162.png" ContentType="image/png"/>
  <Override PartName="/ppt/media/image78.png" ContentType="image/png"/>
  <Override PartName="/ppt/media/image35.png" ContentType="image/png"/>
  <Override PartName="/ppt/media/image164.png" ContentType="image/png"/>
  <Override PartName="/ppt/media/image121.png" ContentType="image/png"/>
  <Override PartName="/ppt/media/image37.png" ContentType="image/png"/>
  <Override PartName="/ppt/media/image166.png" ContentType="image/png"/>
  <Override PartName="/ppt/media/image1.png" ContentType="image/png"/>
  <Override PartName="/ppt/media/image123.png" ContentType="image/png"/>
  <Override PartName="/ppt/media/image39.png" ContentType="image/png"/>
  <Override PartName="/ppt/media/image168.png" ContentType="image/png"/>
  <Override PartName="/ppt/media/image3.png" ContentType="image/png"/>
  <Override PartName="/ppt/media/image125.png" ContentType="image/png"/>
  <Override PartName="/ppt/media/image5.png" ContentType="image/png"/>
  <Override PartName="/ppt/media/image127.png" ContentType="image/png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media/image7.png" ContentType="image/png"/>
  <Override PartName="/ppt/media/image129.png" ContentType="image/png"/>
  <Override PartName="/ppt/slideLayouts/slideLayout3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media/image81.png" ContentType="image/png"/>
  <Override PartName="/ppt/media/image83.png" ContentType="image/png"/>
  <Override PartName="/ppt/media/image40.png" ContentType="image/png"/>
  <Override PartName="/ppt/media/image85.png" ContentType="image/png"/>
  <Override PartName="/ppt/media/image42.png" ContentType="image/png"/>
  <Override PartName="/ppt/media/image87.png" ContentType="image/png"/>
  <Override PartName="/ppt/media/image44.png" ContentType="image/png"/>
  <Override PartName="/ppt/media/image89.png" ContentType="image/png"/>
  <Override PartName="/ppt/media/image130.png" ContentType="image/png"/>
  <Override PartName="/ppt/media/image46.png" ContentType="image/png"/>
  <Override PartName="/ppt/media/image132.png" ContentType="image/png"/>
  <Override PartName="/ppt/media/image48.png" ContentType="image/png"/>
  <Override PartName="/ppt/media/image134.png" ContentType="image/png"/>
  <Override PartName="/ppt/media/image136.png" ContentType="image/png"/>
  <Override PartName="/ppt/media/image138.png" ContentType="image/png"/>
  <Override PartName="/ppt/media/image90.png" ContentType="image/png"/>
  <Override PartName="/ppt/media/image92.png" ContentType="image/png"/>
  <Override PartName="/ppt/media/image94.png" ContentType="image/png"/>
  <Override PartName="/ppt/media/image51.png" ContentType="image/png"/>
  <Override PartName="/ppt/media/image96.png" ContentType="image/png"/>
  <Override PartName="/ppt/presProps.xml" ContentType="application/vnd.openxmlformats-officedocument.presentationml.presProps+xml"/>
  <Override PartName="/ppt/media/image53.png" ContentType="image/png"/>
  <Override PartName="/ppt/media/image10.png" ContentType="image/png"/>
  <Override PartName="/ppt/media/image98.png" ContentType="image/png"/>
  <Override PartName="/ppt/theme/theme1.xml" ContentType="application/vnd.openxmlformats-officedocument.theme+xml"/>
  <Override PartName="/ppt/media/image55.png" ContentType="image/png"/>
  <Override PartName="/ppt/media/image12.png" ContentType="image/png"/>
  <Override PartName="/ppt/media/image141.png" ContentType="image/png"/>
  <Override PartName="/ppt/media/image57.png" ContentType="image/png"/>
  <Override PartName="/ppt/media/image14.png" ContentType="image/png"/>
  <Override PartName="/ppt/media/image143.png" ContentType="image/png"/>
  <Override PartName="/ppt/media/image59.png" ContentType="image/png"/>
  <Override PartName="/ppt/media/image16.png" ContentType="image/png"/>
  <Override PartName="/ppt/media/image100.png" ContentType="image/png"/>
  <Override PartName="/ppt/media/image145.png" ContentType="image/png"/>
  <Override PartName="/ppt/media/image18.png" ContentType="image/png"/>
  <Override PartName="/ppt/media/image102.png" ContentType="image/png"/>
  <Override PartName="/ppt/media/image147.png" ContentType="image/png"/>
  <Override PartName="/ppt/media/image104.png" ContentType="image/png"/>
  <Override PartName="/ppt/media/image149.png" ContentType="image/png"/>
  <Override PartName="/ppt/media/image106.png" ContentType="image/png"/>
  <Override PartName="/ppt/media/image108.png" ContentType="image/png"/>
  <Override PartName="/ppt/media/image60.png" ContentType="image/png"/>
  <Override PartName="/ppt/media/image62.png" ContentType="image/png"/>
  <Override PartName="/ppt/media/image64.png" ContentType="image/png"/>
  <Override PartName="/ppt/media/image21.png" ContentType="image/png"/>
  <Override PartName="/ppt/media/image150.png" ContentType="image/png"/>
  <Override PartName="/ppt/media/image66.png" ContentType="image/png"/>
  <Override PartName="/ppt/media/image23.png" ContentType="image/png"/>
  <Override PartName="/ppt/media/image152.png" ContentType="image/png"/>
  <Override PartName="/ppt/media/image68.png" ContentType="image/png"/>
  <Override PartName="/ppt/media/image25.png" ContentType="image/png"/>
  <Override PartName="/ppt/media/image154.png" ContentType="image/png"/>
  <Override PartName="/ppt/media/image111.png" ContentType="image/png"/>
  <Override PartName="/ppt/media/image27.png" ContentType="image/png"/>
  <Override PartName="/ppt/media/image156.png" ContentType="image/png"/>
  <Override PartName="/ppt/media/image113.png" ContentType="image/png"/>
  <Override PartName="/ppt/media/image29.png" ContentType="image/png"/>
  <Override PartName="/ppt/media/image158.png" ContentType="image/png"/>
  <Override PartName="/ppt/media/image115.png" ContentType="image/png"/>
  <Override PartName="/ppt/viewProps.xml" ContentType="application/vnd.openxmlformats-officedocument.presentationml.viewProps+xml"/>
  <Override PartName="/ppt/media/image117.png" ContentType="image/png"/>
  <Override PartName="/ppt/media/image119.png" ContentType="image/png"/>
  <Override PartName="/ppt/media/image71.png" ContentType="image/png"/>
  <Override PartName="/ppt/media/image73.png" ContentType="image/png"/>
  <Override PartName="/ppt/media/image30.png" ContentType="image/png"/>
  <Override PartName="/ppt/media/image75.png" ContentType="image/png"/>
  <Override PartName="/ppt/media/image32.png" ContentType="image/png"/>
  <Override PartName="/ppt/media/image161.png" ContentType="image/png"/>
  <Override PartName="/ppt/media/image77.png" ContentType="image/png"/>
  <Override PartName="/ppt/media/image34.png" ContentType="image/png"/>
  <Override PartName="/ppt/media/image163.png" ContentType="image/png"/>
  <Override PartName="/ppt/media/image79.png" ContentType="image/png"/>
  <Override PartName="/ppt/media/image120.png" ContentType="image/png"/>
  <Override PartName="/ppt/media/image36.png" ContentType="image/png"/>
  <Override PartName="/ppt/media/image165.png" ContentType="image/png"/>
  <Override PartName="/ppt/media/image0.png" ContentType="image/png"/>
  <Override PartName="/ppt/media/image122.png" ContentType="image/png"/>
  <Override PartName="/ppt/media/image38.png" ContentType="image/png"/>
  <Override PartName="/ppt/media/image167.png" ContentType="image/png"/>
  <Override PartName="/ppt/media/image2.png" ContentType="image/png"/>
  <Override PartName="/ppt/media/image124.png" ContentType="image/png"/>
  <Override PartName="/ppt/media/image4.png" ContentType="image/png"/>
  <Override PartName="/ppt/media/image126.png" ContentType="image/png"/>
  <Override PartName="/ppt/media/image6.png" ContentType="image/png"/>
  <Override PartName="/ppt/media/image128.png" ContentType="image/png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media/image8.png" ContentType="image/png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80.png" ContentType="image/png"/>
  <Override PartName="/ppt/media/image82.png" ContentType="image/png"/>
  <Override PartName="/ppt/media/image84.png" ContentType="image/png"/>
  <Override PartName="/ppt/media/image41.png" ContentType="image/png"/>
  <Override PartName="/ppt/media/image86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</p:sldIdLst>
  <p:sldSz cx="7560310" cy="1069213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0F258A0B-4273-42E6-2A81-25215962FDFE}"/>
    <p:ext uri="{8ABC2D55-1B3F-4C93-ADDD-296A13AA9C8E}"/>
    <p:ext uri="{3A2D8883-8B65-4AAB-16B0-22022D52D21F}"/>
  </p:extLst>
</p:presentationPr>
</file>

<file path=ppt/tableStyles.xml><?xml version="1.0" encoding="utf-8"?>
<a:tblStyleLst xmlns:a="http://schemas.openxmlformats.org/drawingml/2006/main" def="{C661D84C-194B-488A-CE73-7148816093A8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9C79-C589-4F88-BE10-F19343D9723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AFB4-12CA-4048-7402-58D129AA17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487BCE4-CCC0-4C39-F819-E5F8DA8CF5A2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D2D7-6806-4F41-270E-0E00ACBDF3B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70B2-E8FB-483C-0B38-10A0884BB5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B995EF9-F4D6-4CF3-0FFF-0ECB647DD476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6EE8-3272-4A90-6759-29751FA8B45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0A4C-6005-4FFF-A470-DAB4CAAB5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97345B7-52FE-4B87-9F43-FF01B4092791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2593-4A44-4E1C-6C7B-C949582554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2C4A-09AB-47A4-6A26-7DFE13675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FEA30D1-5EB0-43C9-C36E-C2EB03329ED4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87AB-D663-45F6-D601-8E4D1942973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8FEC-3165-4F94-FB66-BD11FFF3D9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3CEA884-5B51-480B-7891-0F12145598EE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25D6-B831-405E-5968-FA29CDAF959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59701-B54F-4670-20EB-0C6726E1A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DD88808-E1D5-42EA-BA79-327338D8D61B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80FE7-0570-4030-80BF-A7E8473C918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41640-5FCA-4E6A-0BC2-13B858078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9B46757-1E37-4FC5-5ED1-034DC4CDC284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C8C4E-A20D-4EB7-4FDD-9F3E98FA94F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892F-559A-4090-B8EB-FC695604F4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6BE550C-1581-4014-F2BD-871A9FF2F210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3F8F-94FE-4DB0-9989-D390567CF59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ECC6-FA17-4A58-F0A4-1B1C81013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99C797A-DDAF-480C-8E1D-C281F54862BA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2C86-741E-4393-AF1D-593C93A06C7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B89E-CA7D-4B85-4D03-0E7D829E3B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493DC92-EF76-4F82-AE2C-51DD55E82E0F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D628-B16F-4E21-783C-9CB6BE57DB8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281-DD20-4DD0-03A7-D1040BAA5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2FCB341-66A0-4CEA-21FA-B25E07365812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CFDCD-7BB6-4F27-6D05-1C682CC33238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A5254-F061-4091-667B-68BC42257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F414545-2EA4-4560-E6BC-6133196AA4CC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Relationship Id="rId5" Type="http://schemas.openxmlformats.org/officeDocument/2006/relationships/image" Target="/ppt/media/image3.png"/><Relationship Id="rId6" Type="http://schemas.openxmlformats.org/officeDocument/2006/relationships/image" Target="/ppt/media/image4.png"/><Relationship Id="rId7" Type="http://schemas.openxmlformats.org/officeDocument/2006/relationships/image" Target="/ppt/media/image5.png"/><Relationship Id="rId8" Type="http://schemas.openxmlformats.org/officeDocument/2006/relationships/image" Target="/ppt/media/image6.png"/><Relationship Id="rId9" Type="http://schemas.openxmlformats.org/officeDocument/2006/relationships/image" Target="/ppt/media/image7.png"/><Relationship Id="rId10" Type="http://schemas.openxmlformats.org/officeDocument/2006/relationships/image" Target="/ppt/media/image8.png"/><Relationship Id="rId11" Type="http://schemas.openxmlformats.org/officeDocument/2006/relationships/image" Target="/ppt/media/image9.png"/><Relationship Id="rId12" Type="http://schemas.openxmlformats.org/officeDocument/2006/relationships/image" Target="/ppt/media/image10.png"/><Relationship Id="rId13" Type="http://schemas.openxmlformats.org/officeDocument/2006/relationships/image" Target="/ppt/media/image11.png"/><Relationship Id="rId14" Type="http://schemas.openxmlformats.org/officeDocument/2006/relationships/image" Target="/ppt/media/image12.png"/><Relationship Id="rId15" Type="http://schemas.openxmlformats.org/officeDocument/2006/relationships/image" Target="/ppt/media/image13.png"/><Relationship Id="rId16" Type="http://schemas.openxmlformats.org/officeDocument/2006/relationships/image" Target="/ppt/media/image14.png"/><Relationship Id="rId17" Type="http://schemas.openxmlformats.org/officeDocument/2006/relationships/image" Target="/ppt/media/image15.png"/><Relationship Id="rId18" Type="http://schemas.openxmlformats.org/officeDocument/2006/relationships/image" Target="/ppt/media/image16.png"/><Relationship Id="rId19" Type="http://schemas.openxmlformats.org/officeDocument/2006/relationships/image" Target="/ppt/media/image17.png"/><Relationship Id="rId20" Type="http://schemas.openxmlformats.org/officeDocument/2006/relationships/image" Target="/ppt/media/image18.png"/><Relationship Id="rId21" Type="http://schemas.openxmlformats.org/officeDocument/2006/relationships/image" Target="/ppt/media/image19.png"/><Relationship Id="rId22" Type="http://schemas.openxmlformats.org/officeDocument/2006/relationships/image" Target="/ppt/media/image20.png"/><Relationship Id="rId23" Type="http://schemas.openxmlformats.org/officeDocument/2006/relationships/image" Target="/ppt/media/image21.png"/><Relationship Id="rId24" Type="http://schemas.openxmlformats.org/officeDocument/2006/relationships/image" Target="/ppt/media/image22.png"/><Relationship Id="rId25" Type="http://schemas.openxmlformats.org/officeDocument/2006/relationships/image" Target="/ppt/media/image23.png"/><Relationship Id="rId26" Type="http://schemas.openxmlformats.org/officeDocument/2006/relationships/image" Target="/ppt/media/image24.png"/><Relationship Id="rId27" Type="http://schemas.openxmlformats.org/officeDocument/2006/relationships/image" Target="/ppt/media/image25.png"/><Relationship Id="rId28" Type="http://schemas.openxmlformats.org/officeDocument/2006/relationships/image" Target="/ppt/media/image26.png"/><Relationship Id="rId29" Type="http://schemas.openxmlformats.org/officeDocument/2006/relationships/image" Target="/ppt/media/image27.png"/><Relationship Id="rId30" Type="http://schemas.openxmlformats.org/officeDocument/2006/relationships/image" Target="/ppt/media/image28.png"/><Relationship Id="rId31" Type="http://schemas.openxmlformats.org/officeDocument/2006/relationships/image" Target="/ppt/media/image29.png"/><Relationship Id="rId32" Type="http://schemas.openxmlformats.org/officeDocument/2006/relationships/image" Target="/ppt/media/image30.png"/><Relationship Id="rId33" Type="http://schemas.openxmlformats.org/officeDocument/2006/relationships/image" Target="/ppt/media/image31.png"/><Relationship Id="rId34" Type="http://schemas.openxmlformats.org/officeDocument/2006/relationships/image" Target="/ppt/media/image32.png"/><Relationship Id="rId35" Type="http://schemas.openxmlformats.org/officeDocument/2006/relationships/image" Target="/ppt/media/image33.png"/><Relationship Id="rId36" Type="http://schemas.openxmlformats.org/officeDocument/2006/relationships/image" Target="/ppt/media/image34.png"/><Relationship Id="rId37" Type="http://schemas.openxmlformats.org/officeDocument/2006/relationships/image" Target="/ppt/media/image35.png"/><Relationship Id="rId38" Type="http://schemas.openxmlformats.org/officeDocument/2006/relationships/image" Target="/ppt/media/image36.png"/><Relationship Id="rId39" Type="http://schemas.openxmlformats.org/officeDocument/2006/relationships/image" Target="/ppt/media/image37.png"/><Relationship Id="rId40" Type="http://schemas.openxmlformats.org/officeDocument/2006/relationships/image" Target="/ppt/media/image38.png"/><Relationship Id="rId41" Type="http://schemas.openxmlformats.org/officeDocument/2006/relationships/image" Target="/ppt/media/image39.png"/><Relationship Id="rId42" Type="http://schemas.openxmlformats.org/officeDocument/2006/relationships/image" Target="/ppt/media/image40.png"/><Relationship Id="rId43" Type="http://schemas.openxmlformats.org/officeDocument/2006/relationships/image" Target="/ppt/media/image41.png"/><Relationship Id="rId44" Type="http://schemas.openxmlformats.org/officeDocument/2006/relationships/image" Target="/ppt/media/image42.png"/><Relationship Id="rId45" Type="http://schemas.openxmlformats.org/officeDocument/2006/relationships/image" Target="/ppt/media/image43.png"/><Relationship Id="rId46" Type="http://schemas.openxmlformats.org/officeDocument/2006/relationships/image" Target="/ppt/media/image44.png"/><Relationship Id="rId47" Type="http://schemas.openxmlformats.org/officeDocument/2006/relationships/image" Target="/ppt/media/image45.png"/><Relationship Id="rId48" Type="http://schemas.openxmlformats.org/officeDocument/2006/relationships/image" Target="/ppt/media/image46.png"/><Relationship Id="rId49" Type="http://schemas.openxmlformats.org/officeDocument/2006/relationships/image" Target="/ppt/media/image47.png"/><Relationship Id="rId50" Type="http://schemas.openxmlformats.org/officeDocument/2006/relationships/image" Target="/ppt/media/image48.png"/><Relationship Id="rId51" Type="http://schemas.openxmlformats.org/officeDocument/2006/relationships/image" Target="/ppt/media/image49.png"/><Relationship Id="rId52" Type="http://schemas.openxmlformats.org/officeDocument/2006/relationships/image" Target="/ppt/media/image50.png"/><Relationship Id="rId53" Type="http://schemas.openxmlformats.org/officeDocument/2006/relationships/image" Target="/ppt/media/image51.png"/><Relationship Id="rId54" Type="http://schemas.openxmlformats.org/officeDocument/2006/relationships/image" Target="/ppt/media/image52.png"/><Relationship Id="rId55" Type="http://schemas.openxmlformats.org/officeDocument/2006/relationships/image" Target="/ppt/media/image53.png"/><Relationship Id="rId56" Type="http://schemas.openxmlformats.org/officeDocument/2006/relationships/image" Target="/ppt/media/image54.png"/><Relationship Id="rId57" Type="http://schemas.openxmlformats.org/officeDocument/2006/relationships/image" Target="/ppt/media/image55.png"/><Relationship Id="rId58" Type="http://schemas.openxmlformats.org/officeDocument/2006/relationships/image" Target="/ppt/media/image56.png"/><Relationship Id="rId59" Type="http://schemas.openxmlformats.org/officeDocument/2006/relationships/image" Target="/ppt/media/image57.png"/><Relationship Id="rId60" Type="http://schemas.openxmlformats.org/officeDocument/2006/relationships/image" Target="/ppt/media/image58.png"/><Relationship Id="rId61" Type="http://schemas.openxmlformats.org/officeDocument/2006/relationships/image" Target="/ppt/media/image59.png"/><Relationship Id="rId62" Type="http://schemas.openxmlformats.org/officeDocument/2006/relationships/image" Target="/ppt/media/image60.png"/><Relationship Id="rId63" Type="http://schemas.openxmlformats.org/officeDocument/2006/relationships/image" Target="/ppt/media/image61.png"/><Relationship Id="rId64" Type="http://schemas.openxmlformats.org/officeDocument/2006/relationships/image" Target="/ppt/media/image62.png"/><Relationship Id="rId65" Type="http://schemas.openxmlformats.org/officeDocument/2006/relationships/image" Target="/ppt/media/image63.png"/><Relationship Id="rId66" Type="http://schemas.openxmlformats.org/officeDocument/2006/relationships/image" Target="/ppt/media/image64.png"/><Relationship Id="rId67" Type="http://schemas.openxmlformats.org/officeDocument/2006/relationships/image" Target="/ppt/media/image65.png"/><Relationship Id="rId68" Type="http://schemas.openxmlformats.org/officeDocument/2006/relationships/image" Target="/ppt/media/image66.png"/><Relationship Id="rId69" Type="http://schemas.openxmlformats.org/officeDocument/2006/relationships/image" Target="/ppt/media/image67.png"/><Relationship Id="rId70" Type="http://schemas.openxmlformats.org/officeDocument/2006/relationships/image" Target="/ppt/media/image68.png"/><Relationship Id="rId71" Type="http://schemas.openxmlformats.org/officeDocument/2006/relationships/image" Target="/ppt/media/image69.png"/><Relationship Id="rId72" Type="http://schemas.openxmlformats.org/officeDocument/2006/relationships/image" Target="/ppt/media/image70.png"/><Relationship Id="rId73" Type="http://schemas.openxmlformats.org/officeDocument/2006/relationships/image" Target="/ppt/media/image71.png"/><Relationship Id="rId74" Type="http://schemas.openxmlformats.org/officeDocument/2006/relationships/image" Target="/ppt/media/image72.png"/><Relationship Id="rId75" Type="http://schemas.openxmlformats.org/officeDocument/2006/relationships/image" Target="/ppt/media/image73.png"/><Relationship Id="rId76" Type="http://schemas.openxmlformats.org/officeDocument/2006/relationships/image" Target="/ppt/media/image74.png"/><Relationship Id="rId77" Type="http://schemas.openxmlformats.org/officeDocument/2006/relationships/image" Target="/ppt/media/image75.png"/><Relationship Id="rId78" Type="http://schemas.openxmlformats.org/officeDocument/2006/relationships/image" Target="/ppt/media/image76.png"/><Relationship Id="rId79" Type="http://schemas.openxmlformats.org/officeDocument/2006/relationships/image" Target="/ppt/media/image77.png"/><Relationship Id="rId80" Type="http://schemas.openxmlformats.org/officeDocument/2006/relationships/image" Target="/ppt/media/image78.png"/><Relationship Id="rId81" Type="http://schemas.openxmlformats.org/officeDocument/2006/relationships/image" Target="/ppt/media/image79.png"/><Relationship Id="rId82" Type="http://schemas.openxmlformats.org/officeDocument/2006/relationships/image" Target="/ppt/media/image80.png"/><Relationship Id="rId83" Type="http://schemas.openxmlformats.org/officeDocument/2006/relationships/image" Target="/ppt/media/image8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2.png"/><Relationship Id="rId3" Type="http://schemas.openxmlformats.org/officeDocument/2006/relationships/image" Target="/ppt/media/image83.png"/><Relationship Id="rId4" Type="http://schemas.openxmlformats.org/officeDocument/2006/relationships/image" Target="/ppt/media/image84.png"/><Relationship Id="rId5" Type="http://schemas.openxmlformats.org/officeDocument/2006/relationships/image" Target="/ppt/media/image85.png"/><Relationship Id="rId6" Type="http://schemas.openxmlformats.org/officeDocument/2006/relationships/image" Target="/ppt/media/image86.png"/><Relationship Id="rId7" Type="http://schemas.openxmlformats.org/officeDocument/2006/relationships/image" Target="/ppt/media/image87.png"/><Relationship Id="rId8" Type="http://schemas.openxmlformats.org/officeDocument/2006/relationships/image" Target="/ppt/media/image88.png"/><Relationship Id="rId9" Type="http://schemas.openxmlformats.org/officeDocument/2006/relationships/image" Target="/ppt/media/image89.png"/><Relationship Id="rId10" Type="http://schemas.openxmlformats.org/officeDocument/2006/relationships/image" Target="/ppt/media/image90.png"/><Relationship Id="rId11" Type="http://schemas.openxmlformats.org/officeDocument/2006/relationships/image" Target="/ppt/media/image91.png"/><Relationship Id="rId12" Type="http://schemas.openxmlformats.org/officeDocument/2006/relationships/image" Target="/ppt/media/image92.png"/><Relationship Id="rId13" Type="http://schemas.openxmlformats.org/officeDocument/2006/relationships/image" Target="/ppt/media/image93.png"/><Relationship Id="rId14" Type="http://schemas.openxmlformats.org/officeDocument/2006/relationships/image" Target="/ppt/media/image94.png"/><Relationship Id="rId15" Type="http://schemas.openxmlformats.org/officeDocument/2006/relationships/image" Target="/ppt/media/image95.png"/><Relationship Id="rId16" Type="http://schemas.openxmlformats.org/officeDocument/2006/relationships/image" Target="/ppt/media/image96.png"/><Relationship Id="rId17" Type="http://schemas.openxmlformats.org/officeDocument/2006/relationships/image" Target="/ppt/media/image97.png"/><Relationship Id="rId18" Type="http://schemas.openxmlformats.org/officeDocument/2006/relationships/image" Target="/ppt/media/image98.png"/><Relationship Id="rId19" Type="http://schemas.openxmlformats.org/officeDocument/2006/relationships/image" Target="/ppt/media/image99.png"/><Relationship Id="rId20" Type="http://schemas.openxmlformats.org/officeDocument/2006/relationships/image" Target="/ppt/media/image100.png"/><Relationship Id="rId21" Type="http://schemas.openxmlformats.org/officeDocument/2006/relationships/image" Target="/ppt/media/image101.png"/><Relationship Id="rId22" Type="http://schemas.openxmlformats.org/officeDocument/2006/relationships/image" Target="/ppt/media/image102.png"/><Relationship Id="rId23" Type="http://schemas.openxmlformats.org/officeDocument/2006/relationships/image" Target="/ppt/media/image103.png"/><Relationship Id="rId24" Type="http://schemas.openxmlformats.org/officeDocument/2006/relationships/image" Target="/ppt/media/image104.png"/><Relationship Id="rId25" Type="http://schemas.openxmlformats.org/officeDocument/2006/relationships/image" Target="/ppt/media/image105.png"/><Relationship Id="rId26" Type="http://schemas.openxmlformats.org/officeDocument/2006/relationships/image" Target="/ppt/media/image106.png"/><Relationship Id="rId27" Type="http://schemas.openxmlformats.org/officeDocument/2006/relationships/image" Target="/ppt/media/image107.png"/><Relationship Id="rId28" Type="http://schemas.openxmlformats.org/officeDocument/2006/relationships/image" Target="/ppt/media/image108.png"/><Relationship Id="rId29" Type="http://schemas.openxmlformats.org/officeDocument/2006/relationships/image" Target="/ppt/media/image109.png"/><Relationship Id="rId30" Type="http://schemas.openxmlformats.org/officeDocument/2006/relationships/image" Target="/ppt/media/image110.png"/><Relationship Id="rId31" Type="http://schemas.openxmlformats.org/officeDocument/2006/relationships/image" Target="/ppt/media/image111.png"/><Relationship Id="rId32" Type="http://schemas.openxmlformats.org/officeDocument/2006/relationships/image" Target="/ppt/media/image112.png"/><Relationship Id="rId33" Type="http://schemas.openxmlformats.org/officeDocument/2006/relationships/image" Target="/ppt/media/image113.png"/><Relationship Id="rId34" Type="http://schemas.openxmlformats.org/officeDocument/2006/relationships/image" Target="/ppt/media/image114.png"/><Relationship Id="rId35" Type="http://schemas.openxmlformats.org/officeDocument/2006/relationships/image" Target="/ppt/media/image115.png"/><Relationship Id="rId36" Type="http://schemas.openxmlformats.org/officeDocument/2006/relationships/image" Target="/ppt/media/image116.png"/><Relationship Id="rId37" Type="http://schemas.openxmlformats.org/officeDocument/2006/relationships/image" Target="/ppt/media/image117.png"/><Relationship Id="rId38" Type="http://schemas.openxmlformats.org/officeDocument/2006/relationships/image" Target="/ppt/media/image118.png"/><Relationship Id="rId39" Type="http://schemas.openxmlformats.org/officeDocument/2006/relationships/image" Target="/ppt/media/image119.png"/><Relationship Id="rId40" Type="http://schemas.openxmlformats.org/officeDocument/2006/relationships/image" Target="/ppt/media/image120.png"/><Relationship Id="rId41" Type="http://schemas.openxmlformats.org/officeDocument/2006/relationships/image" Target="/ppt/media/image121.png"/><Relationship Id="rId42" Type="http://schemas.openxmlformats.org/officeDocument/2006/relationships/image" Target="/ppt/media/image122.png"/><Relationship Id="rId43" Type="http://schemas.openxmlformats.org/officeDocument/2006/relationships/image" Target="/ppt/media/image123.png"/><Relationship Id="rId44" Type="http://schemas.openxmlformats.org/officeDocument/2006/relationships/image" Target="/ppt/media/image124.png"/><Relationship Id="rId45" Type="http://schemas.openxmlformats.org/officeDocument/2006/relationships/image" Target="/ppt/media/image125.png"/><Relationship Id="rId46" Type="http://schemas.openxmlformats.org/officeDocument/2006/relationships/image" Target="/ppt/media/image126.png"/><Relationship Id="rId47" Type="http://schemas.openxmlformats.org/officeDocument/2006/relationships/image" Target="/ppt/media/image127.png"/><Relationship Id="rId48" Type="http://schemas.openxmlformats.org/officeDocument/2006/relationships/image" Target="/ppt/media/image128.png"/><Relationship Id="rId49" Type="http://schemas.openxmlformats.org/officeDocument/2006/relationships/image" Target="/ppt/media/image129.png"/><Relationship Id="rId50" Type="http://schemas.openxmlformats.org/officeDocument/2006/relationships/image" Target="/ppt/media/image130.png"/><Relationship Id="rId51" Type="http://schemas.openxmlformats.org/officeDocument/2006/relationships/image" Target="/ppt/media/image131.png"/><Relationship Id="rId52" Type="http://schemas.openxmlformats.org/officeDocument/2006/relationships/image" Target="/ppt/media/image132.png"/><Relationship Id="rId53" Type="http://schemas.openxmlformats.org/officeDocument/2006/relationships/image" Target="/ppt/media/image133.png"/><Relationship Id="rId54" Type="http://schemas.openxmlformats.org/officeDocument/2006/relationships/image" Target="/ppt/media/image134.png"/><Relationship Id="rId55" Type="http://schemas.openxmlformats.org/officeDocument/2006/relationships/image" Target="/ppt/media/image135.png"/><Relationship Id="rId56" Type="http://schemas.openxmlformats.org/officeDocument/2006/relationships/image" Target="/ppt/media/image136.png"/><Relationship Id="rId57" Type="http://schemas.openxmlformats.org/officeDocument/2006/relationships/image" Target="/ppt/media/image137.png"/><Relationship Id="rId58" Type="http://schemas.openxmlformats.org/officeDocument/2006/relationships/image" Target="/ppt/media/image138.png"/><Relationship Id="rId59" Type="http://schemas.openxmlformats.org/officeDocument/2006/relationships/image" Target="/ppt/media/image139.png"/><Relationship Id="rId60" Type="http://schemas.openxmlformats.org/officeDocument/2006/relationships/image" Target="/ppt/media/image140.png"/><Relationship Id="rId61" Type="http://schemas.openxmlformats.org/officeDocument/2006/relationships/image" Target="/ppt/media/image141.png"/><Relationship Id="rId62" Type="http://schemas.openxmlformats.org/officeDocument/2006/relationships/image" Target="/ppt/media/image142.png"/><Relationship Id="rId63" Type="http://schemas.openxmlformats.org/officeDocument/2006/relationships/image" Target="/ppt/media/image143.png"/><Relationship Id="rId64" Type="http://schemas.openxmlformats.org/officeDocument/2006/relationships/image" Target="/ppt/media/image144.png"/><Relationship Id="rId65" Type="http://schemas.openxmlformats.org/officeDocument/2006/relationships/image" Target="/ppt/media/image145.png"/><Relationship Id="rId66" Type="http://schemas.openxmlformats.org/officeDocument/2006/relationships/image" Target="/ppt/media/image146.png"/><Relationship Id="rId67" Type="http://schemas.openxmlformats.org/officeDocument/2006/relationships/image" Target="/ppt/media/image147.png"/><Relationship Id="rId68" Type="http://schemas.openxmlformats.org/officeDocument/2006/relationships/image" Target="/ppt/media/image148.png"/><Relationship Id="rId69" Type="http://schemas.openxmlformats.org/officeDocument/2006/relationships/image" Target="/ppt/media/image149.png"/><Relationship Id="rId70" Type="http://schemas.openxmlformats.org/officeDocument/2006/relationships/image" Target="/ppt/media/image150.png"/><Relationship Id="rId71" Type="http://schemas.openxmlformats.org/officeDocument/2006/relationships/image" Target="/ppt/media/image151.png"/><Relationship Id="rId72" Type="http://schemas.openxmlformats.org/officeDocument/2006/relationships/image" Target="/ppt/media/image152.png"/><Relationship Id="rId73" Type="http://schemas.openxmlformats.org/officeDocument/2006/relationships/image" Target="/ppt/media/image153.png"/><Relationship Id="rId74" Type="http://schemas.openxmlformats.org/officeDocument/2006/relationships/image" Target="/ppt/media/image154.png"/><Relationship Id="rId75" Type="http://schemas.openxmlformats.org/officeDocument/2006/relationships/image" Target="/ppt/media/image155.png"/><Relationship Id="rId76" Type="http://schemas.openxmlformats.org/officeDocument/2006/relationships/image" Target="/ppt/media/image156.png"/><Relationship Id="rId77" Type="http://schemas.openxmlformats.org/officeDocument/2006/relationships/image" Target="/ppt/media/image157.png"/><Relationship Id="rId78" Type="http://schemas.openxmlformats.org/officeDocument/2006/relationships/image" Target="/ppt/media/image158.png"/><Relationship Id="rId79" Type="http://schemas.openxmlformats.org/officeDocument/2006/relationships/image" Target="/ppt/media/image159.png"/><Relationship Id="rId80" Type="http://schemas.openxmlformats.org/officeDocument/2006/relationships/image" Target="/ppt/media/image160.png"/><Relationship Id="rId81" Type="http://schemas.openxmlformats.org/officeDocument/2006/relationships/image" Target="/ppt/media/image161.png"/><Relationship Id="rId82" Type="http://schemas.openxmlformats.org/officeDocument/2006/relationships/image" Target="/ppt/media/image162.png"/><Relationship Id="rId83" Type="http://schemas.openxmlformats.org/officeDocument/2006/relationships/image" Target="/ppt/media/image163.png"/><Relationship Id="rId84" Type="http://schemas.openxmlformats.org/officeDocument/2006/relationships/image" Target="/ppt/media/image164.png"/><Relationship Id="rId85" Type="http://schemas.openxmlformats.org/officeDocument/2006/relationships/image" Target="/ppt/media/image165.png"/><Relationship Id="rId86" Type="http://schemas.openxmlformats.org/officeDocument/2006/relationships/image" Target="/ppt/media/image166.png"/><Relationship Id="rId87" Type="http://schemas.openxmlformats.org/officeDocument/2006/relationships/image" Target="/ppt/media/image167.png"/><Relationship Id="rId88" Type="http://schemas.openxmlformats.org/officeDocument/2006/relationships/image" Target="/ppt/media/image168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275BE4E6-C23D-44E2-85F7-CC3572677D72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2"/>
          <p:cNvSpPr txBox="1"/>
          <p:nvPr/>
        </p:nvSpPr>
        <p:spPr>
          <a:xfrm>
            <a:off x="1061301" y="928757"/>
            <a:ext cx="4827397" cy="114647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29463" marR="0" indent="0" eaLnBrk="0">
              <a:lnSpc>
                <a:spcPct val="100000"/>
              </a:lnSpc>
            </a:pPr>
            <a:r>
              <a:rPr lang="en-US" altLang="zh-CN" sz="140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2022-2023-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1</a:t>
            </a:r>
            <a:r>
              <a:rPr baseline="0" lang="en-US" altLang="zh-CN" sz="1400" kern="0" spc="-21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学期《线性代数与解析几何》试卷(A</a:t>
            </a:r>
            <a:r>
              <a:rPr baseline="0" lang="en-US" altLang="zh-CN" sz="1400" kern="0" spc="-21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卷)</a:t>
            </a:r>
          </a:p>
          <a:p>
            <a:pPr marL="0" marR="0" indent="0" eaLnBrk="0">
              <a:lnSpc>
                <a:spcPct val="11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7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2380"/>
              </a:lnSpc>
            </a:pPr>
            <a:r>
              <a:rPr lang="en-US" altLang="zh-CN" sz="140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一、选择题</a:t>
            </a:r>
            <a:r>
              <a:rPr lang="en-US" altLang="zh-CN" sz="1400" kern="0" spc="-15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40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共</a:t>
            </a:r>
            <a:r>
              <a:rPr baseline="0" lang="en-US" altLang="zh-CN" sz="1400" kern="0" spc="-16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11</a:t>
            </a:r>
            <a:r>
              <a:rPr baseline="0" lang="en-US" altLang="zh-CN" sz="1400" kern="0" spc="-1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题，每题</a:t>
            </a:r>
            <a:r>
              <a:rPr baseline="0" lang="en-US" altLang="zh-CN" sz="1400" kern="0" spc="-16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baseline="0" lang="en-US" altLang="zh-CN" sz="1400" kern="0" spc="-1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分，共</a:t>
            </a:r>
            <a:r>
              <a:rPr baseline="0" lang="en-US" altLang="zh-CN" sz="1400" kern="0" spc="-16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33</a:t>
            </a:r>
            <a:r>
              <a:rPr baseline="0" lang="en-US" altLang="zh-CN" sz="1400" kern="0" spc="-1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40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" name="TextBox3"/>
          <p:cNvSpPr txBox="1"/>
          <p:nvPr/>
        </p:nvSpPr>
        <p:spPr>
          <a:xfrm>
            <a:off x="1059777" y="2348217"/>
            <a:ext cx="114300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14300" marR="0" indent="-114300" eaLnBrk="0" lvl="0">
              <a:lnSpc>
                <a:spcPct val="117028"/>
              </a:lnSpc>
              <a:buAutoNum type="arabicPeriod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4" name="1F6B90ED-A845-47D7-3D9A-6D797B9B6E9F"/>
          <p:cNvPicPr>
            <a:picLocks noChangeAspect="1"/>
          </p:cNvPicPr>
          <p:nvPr/>
        </p:nvPicPr>
        <p:blipFill>
          <a:blip r:embed="rId2" cstate="print">
            <a:extLst>
              <a:ext uri="{78951746-E8CE-4A0E-144D-114B29FBD8E1}"/>
            </a:extLst>
          </a:blip>
          <a:srcRect/>
          <a:stretch>
            <a:fillRect/>
          </a:stretch>
        </p:blipFill>
        <p:spPr>
          <a:xfrm>
            <a:off x="1250277" y="2377174"/>
            <a:ext cx="409575" cy="161925"/>
          </a:xfrm>
          <a:prstGeom prst="rect">
            <a:avLst/>
          </a:prstGeom>
        </p:spPr>
      </p:pic>
      <p:pic>
        <p:nvPicPr>
          <p:cNvPr id="5" name="86F43261-AA78-4CA0-B658-DEED284440D1"/>
          <p:cNvPicPr>
            <a:picLocks noChangeAspect="1"/>
          </p:cNvPicPr>
          <p:nvPr/>
        </p:nvPicPr>
        <p:blipFill>
          <a:blip r:embed="rId3" cstate="print">
            <a:extLst>
              <a:ext uri="{8E394CC6-1BDD-453C-F96E-A1FCFBCA0505}"/>
            </a:extLst>
          </a:blip>
          <a:srcRect/>
          <a:stretch>
            <a:fillRect/>
          </a:stretch>
        </p:blipFill>
        <p:spPr>
          <a:xfrm>
            <a:off x="1760817" y="2400796"/>
            <a:ext cx="104775" cy="114300"/>
          </a:xfrm>
          <a:prstGeom prst="rect">
            <a:avLst/>
          </a:prstGeom>
        </p:spPr>
      </p:pic>
      <p:pic>
        <p:nvPicPr>
          <p:cNvPr id="6" name="09C3EB0A-B5D4-47B2-BE33-BE1AA19A3981"/>
          <p:cNvPicPr>
            <a:picLocks noChangeAspect="1"/>
          </p:cNvPicPr>
          <p:nvPr/>
        </p:nvPicPr>
        <p:blipFill>
          <a:blip r:embed="rId4" cstate="print">
            <a:extLst>
              <a:ext uri="{E888E5C5-775C-43D0-B77F-649AC352F3EA}"/>
            </a:extLst>
          </a:blip>
          <a:srcRect/>
          <a:stretch>
            <a:fillRect/>
          </a:stretch>
        </p:blipFill>
        <p:spPr>
          <a:xfrm>
            <a:off x="1917776" y="2400796"/>
            <a:ext cx="152400" cy="133350"/>
          </a:xfrm>
          <a:prstGeom prst="rect">
            <a:avLst/>
          </a:prstGeom>
        </p:spPr>
      </p:pic>
      <p:pic>
        <p:nvPicPr>
          <p:cNvPr id="7" name="1A0BA7D1-11F8-44ED-3A7E-C917BC0AEE28"/>
          <p:cNvPicPr>
            <a:picLocks noChangeAspect="1"/>
          </p:cNvPicPr>
          <p:nvPr/>
        </p:nvPicPr>
        <p:blipFill>
          <a:blip r:embed="rId5" cstate="print">
            <a:extLst>
              <a:ext uri="{2D02EFEC-BD65-4450-390C-40B7A7F985A5}"/>
            </a:extLst>
          </a:blip>
          <a:srcRect/>
          <a:stretch>
            <a:fillRect/>
          </a:stretch>
        </p:blipFill>
        <p:spPr>
          <a:xfrm>
            <a:off x="2131136" y="2400796"/>
            <a:ext cx="161925" cy="133350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2488271" y="2392211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8"/>
                  <a:pt x="31382" y="39141"/>
                  <a:pt x="25819" y="28067"/>
                </a:cubicBezTo>
                <a:cubicBezTo>
                  <a:pt x="20269" y="17005"/>
                  <a:pt x="11659" y="9551"/>
                  <a:pt x="0" y="5740"/>
                </a:cubicBezTo>
                <a:lnTo>
                  <a:pt x="2007" y="0"/>
                </a:lnTo>
                <a:cubicBezTo>
                  <a:pt x="16497" y="3823"/>
                  <a:pt x="27597" y="12052"/>
                  <a:pt x="35293" y="24714"/>
                </a:cubicBezTo>
                <a:cubicBezTo>
                  <a:pt x="43002" y="37376"/>
                  <a:pt x="46863" y="52642"/>
                  <a:pt x="46863" y="70536"/>
                </a:cubicBezTo>
                <a:cubicBezTo>
                  <a:pt x="46863" y="88468"/>
                  <a:pt x="43015" y="103733"/>
                  <a:pt x="35331" y="116345"/>
                </a:cubicBezTo>
                <a:cubicBezTo>
                  <a:pt x="27648" y="128943"/>
                  <a:pt x="16548" y="137160"/>
                  <a:pt x="2007" y="140970"/>
                </a:cubicBezTo>
                <a:lnTo>
                  <a:pt x="229" y="135242"/>
                </a:lnTo>
                <a:cubicBezTo>
                  <a:pt x="11684" y="131420"/>
                  <a:pt x="20206" y="123889"/>
                  <a:pt x="25781" y="112649"/>
                </a:cubicBezTo>
                <a:cubicBezTo>
                  <a:pt x="31369" y="101409"/>
                  <a:pt x="34163" y="87122"/>
                  <a:pt x="34163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9" name="12E40BA4-46B1-4FCF-E81A-C65ABFEF7CDA"/>
          <p:cNvPicPr>
            <a:picLocks noChangeAspect="1"/>
          </p:cNvPicPr>
          <p:nvPr/>
        </p:nvPicPr>
        <p:blipFill>
          <a:blip r:embed="rId6" cstate="print">
            <a:extLst>
              <a:ext uri="{F5469D0E-0C4A-4227-0305-B66C18615811}"/>
            </a:extLst>
          </a:blip>
          <a:srcRect/>
          <a:stretch>
            <a:fillRect/>
          </a:stretch>
        </p:blipFill>
        <p:spPr>
          <a:xfrm>
            <a:off x="2548725" y="2395767"/>
            <a:ext cx="523875" cy="152400"/>
          </a:xfrm>
          <a:prstGeom prst="rect">
            <a:avLst/>
          </a:prstGeom>
        </p:spPr>
      </p:pic>
      <p:pic>
        <p:nvPicPr>
          <p:cNvPr id="10" name="08A14CED-417D-4CCF-A953-15F482F36CD3"/>
          <p:cNvPicPr>
            <a:picLocks noChangeAspect="1"/>
          </p:cNvPicPr>
          <p:nvPr/>
        </p:nvPicPr>
        <p:blipFill>
          <a:blip r:embed="rId7" cstate="print">
            <a:extLst>
              <a:ext uri="{595F072D-98F7-473C-0195-CD5ECE588A9B}"/>
            </a:extLst>
          </a:blip>
          <a:srcRect/>
          <a:stretch>
            <a:fillRect/>
          </a:stretch>
        </p:blipFill>
        <p:spPr>
          <a:xfrm>
            <a:off x="3132417" y="2395767"/>
            <a:ext cx="161925" cy="152400"/>
          </a:xfrm>
          <a:prstGeom prst="rect">
            <a:avLst/>
          </a:prstGeom>
        </p:spPr>
      </p:pic>
      <p:pic>
        <p:nvPicPr>
          <p:cNvPr id="11" name="2A4A85B3-A4F8-4D4C-A38E-67D934FB87F6"/>
          <p:cNvPicPr>
            <a:picLocks noChangeAspect="1"/>
          </p:cNvPicPr>
          <p:nvPr/>
        </p:nvPicPr>
        <p:blipFill>
          <a:blip r:embed="rId8" cstate="print">
            <a:extLst>
              <a:ext uri="{7064BF6E-554D-4674-A78A-1636DAAC0C5A}"/>
            </a:extLst>
          </a:blip>
          <a:srcRect/>
          <a:stretch>
            <a:fillRect/>
          </a:stretch>
        </p:blipFill>
        <p:spPr>
          <a:xfrm>
            <a:off x="3559137" y="2348217"/>
            <a:ext cx="1666875" cy="219075"/>
          </a:xfrm>
          <a:prstGeom prst="rect">
            <a:avLst/>
          </a:prstGeom>
        </p:spPr>
      </p:pic>
      <p:pic>
        <p:nvPicPr>
          <p:cNvPr id="12" name="12F86EAF-8109-4B22-1DE3-68FD007B9E87"/>
          <p:cNvPicPr>
            <a:picLocks noChangeAspect="1"/>
          </p:cNvPicPr>
          <p:nvPr/>
        </p:nvPicPr>
        <p:blipFill>
          <a:blip r:embed="rId9" cstate="print">
            <a:extLst>
              <a:ext uri="{BBCF547E-F356-4CC6-E407-AAEFF4000A44}"/>
            </a:extLst>
          </a:blip>
          <a:srcRect/>
          <a:stretch>
            <a:fillRect/>
          </a:stretch>
        </p:blipFill>
        <p:spPr>
          <a:xfrm>
            <a:off x="5276685" y="2395767"/>
            <a:ext cx="161925" cy="152400"/>
          </a:xfrm>
          <a:prstGeom prst="rect">
            <a:avLst/>
          </a:prstGeom>
        </p:spPr>
      </p:pic>
      <p:pic>
        <p:nvPicPr>
          <p:cNvPr id="13" name="CD6AC48C-C6B5-4452-A3AC-981EFDB1104F"/>
          <p:cNvPicPr>
            <a:picLocks noChangeAspect="1"/>
          </p:cNvPicPr>
          <p:nvPr/>
        </p:nvPicPr>
        <p:blipFill>
          <a:blip r:embed="rId10" cstate="print">
            <a:extLst>
              <a:ext uri="{A38D2B91-799A-46D2-0004-C8D5E85277DF}"/>
            </a:extLst>
          </a:blip>
          <a:srcRect/>
          <a:stretch>
            <a:fillRect/>
          </a:stretch>
        </p:blipFill>
        <p:spPr>
          <a:xfrm>
            <a:off x="5490045" y="2395767"/>
            <a:ext cx="161925" cy="152400"/>
          </a:xfrm>
          <a:prstGeom prst="rect">
            <a:avLst/>
          </a:prstGeom>
        </p:spPr>
      </p:pic>
      <p:sp>
        <p:nvSpPr>
          <p:cNvPr id="14" name="TextBox14"/>
          <p:cNvSpPr txBox="1"/>
          <p:nvPr/>
        </p:nvSpPr>
        <p:spPr>
          <a:xfrm>
            <a:off x="1852257" y="2348217"/>
            <a:ext cx="4896600" cy="21257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7717"/>
              </a:lnSpc>
            </a:pPr>
            <a:r>
              <a:rPr lang="en-US" altLang="zh-CN" sz="1200" kern="0" spc="30" baseline="-2199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21997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199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21997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5" baseline="-2199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,</a:t>
            </a:r>
            <a:r>
              <a:rPr baseline="-2710" lang="en-US" altLang="zh-CN" sz="1725" kern="0" spc="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β</a:t>
            </a:r>
            <a:r>
              <a:rPr baseline="-2710" lang="en-US" altLang="zh-CN" sz="1725" kern="0" spc="626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199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21997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199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21997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199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21997" lang="en-US" altLang="zh-CN" sz="1200" kern="0" spc="1930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199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21997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199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21997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199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,</a:t>
            </a:r>
            <a:r>
              <a:rPr baseline="-2710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β,</a:t>
            </a:r>
            <a:r>
              <a:rPr baseline="-2710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γ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都是</a:t>
            </a:r>
            <a:r>
              <a:rPr baseline="-2710" lang="en-US" altLang="zh-CN" sz="1725" kern="0" spc="-2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baseline="-2710" lang="en-US" altLang="zh-CN" sz="1725" kern="0" spc="-2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维列</a:t>
            </a:r>
          </a:p>
        </p:txBody>
      </p:sp>
      <p:pic>
        <p:nvPicPr>
          <p:cNvPr id="15" name="CEF5CAA8-50FC-4BBB-1FB0-F2289473EFBC"/>
          <p:cNvPicPr>
            <a:picLocks noChangeAspect="1"/>
          </p:cNvPicPr>
          <p:nvPr/>
        </p:nvPicPr>
        <p:blipFill>
          <a:blip r:embed="rId11" cstate="print">
            <a:extLst>
              <a:ext uri="{E4D49639-F501-4C7D-F2F8-4D976BB471BB}"/>
            </a:extLst>
          </a:blip>
          <a:srcRect/>
          <a:stretch>
            <a:fillRect/>
          </a:stretch>
        </p:blipFill>
        <p:spPr>
          <a:xfrm>
            <a:off x="3345777" y="2395767"/>
            <a:ext cx="152400" cy="152400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1711666" y="2392211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5"/>
                </a:cubicBezTo>
                <a:cubicBezTo>
                  <a:pt x="3835" y="103733"/>
                  <a:pt x="0" y="88468"/>
                  <a:pt x="0" y="70536"/>
                </a:cubicBezTo>
                <a:cubicBezTo>
                  <a:pt x="0" y="52642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1"/>
                  <a:pt x="26645" y="17005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1059777" y="2718194"/>
            <a:ext cx="457200" cy="17516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向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量，</a:t>
            </a:r>
          </a:p>
        </p:txBody>
      </p:sp>
      <p:sp>
        <p:nvSpPr>
          <p:cNvPr id="18" name="VectorPath 18"/>
          <p:cNvSpPr/>
          <p:nvPr/>
        </p:nvSpPr>
        <p:spPr>
          <a:xfrm>
            <a:off x="1535390" y="2750706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19" name="417B2234-5925-465F-0D0D-8AB9990274D9"/>
          <p:cNvPicPr>
            <a:picLocks noChangeAspect="1"/>
          </p:cNvPicPr>
          <p:nvPr/>
        </p:nvPicPr>
        <p:blipFill>
          <a:blip r:embed="rId12" cstate="print">
            <a:extLst>
              <a:ext uri="{8E302531-4927-4DE0-8D3F-492BD206B49E}"/>
            </a:extLst>
          </a:blip>
          <a:srcRect/>
          <a:stretch>
            <a:fillRect/>
          </a:stretch>
        </p:blipFill>
        <p:spPr>
          <a:xfrm>
            <a:off x="1563459" y="2753906"/>
            <a:ext cx="104775" cy="152400"/>
          </a:xfrm>
          <a:prstGeom prst="rect">
            <a:avLst/>
          </a:prstGeom>
        </p:spPr>
      </p:pic>
      <p:sp>
        <p:nvSpPr>
          <p:cNvPr id="20" name="TextBox20"/>
          <p:cNvSpPr txBox="1"/>
          <p:nvPr/>
        </p:nvSpPr>
        <p:spPr>
          <a:xfrm>
            <a:off x="1751673" y="2753906"/>
            <a:ext cx="270497" cy="14279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1521"/>
              </a:lnSpc>
            </a:pPr>
            <a:r>
              <a:rPr lang="en-US" altLang="zh-CN" sz="1725" kern="0" spc="0" baseline="958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958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958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2,</a:t>
            </a:r>
          </a:p>
        </p:txBody>
      </p:sp>
      <p:sp>
        <p:nvSpPr>
          <p:cNvPr id="21" name="VectorPath 21"/>
          <p:cNvSpPr/>
          <p:nvPr/>
        </p:nvSpPr>
        <p:spPr>
          <a:xfrm>
            <a:off x="1679192" y="2750706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22" name="VectorPath 22"/>
          <p:cNvSpPr/>
          <p:nvPr/>
        </p:nvSpPr>
        <p:spPr>
          <a:xfrm>
            <a:off x="2067520" y="2750706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23" name="9CC01A3C-979E-4143-25B5-71C12270A670"/>
          <p:cNvPicPr>
            <a:picLocks noChangeAspect="1"/>
          </p:cNvPicPr>
          <p:nvPr/>
        </p:nvPicPr>
        <p:blipFill>
          <a:blip r:embed="rId13" cstate="print">
            <a:extLst>
              <a:ext uri="{22CBC055-4249-497B-AAE7-BD1A22FF11B6}"/>
            </a:extLst>
          </a:blip>
          <a:srcRect/>
          <a:stretch>
            <a:fillRect/>
          </a:stretch>
        </p:blipFill>
        <p:spPr>
          <a:xfrm>
            <a:off x="2096097" y="2753906"/>
            <a:ext cx="104775" cy="152400"/>
          </a:xfrm>
          <a:prstGeom prst="rect">
            <a:avLst/>
          </a:prstGeom>
        </p:spPr>
      </p:pic>
      <p:sp>
        <p:nvSpPr>
          <p:cNvPr id="24" name="TextBox24"/>
          <p:cNvSpPr txBox="1"/>
          <p:nvPr/>
        </p:nvSpPr>
        <p:spPr>
          <a:xfrm>
            <a:off x="2286597" y="2733777"/>
            <a:ext cx="1002779" cy="16292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3115"/>
              </a:lnSpc>
            </a:pPr>
            <a:r>
              <a:rPr lang="en-US" altLang="zh-CN" sz="1725" kern="0" spc="0" baseline="106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1060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06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lang="en-US" altLang="zh-CN" sz="1725" kern="0" spc="0" baseline="106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，则行列式</a:t>
            </a:r>
          </a:p>
        </p:txBody>
      </p:sp>
      <p:sp>
        <p:nvSpPr>
          <p:cNvPr id="25" name="VectorPath 25"/>
          <p:cNvSpPr/>
          <p:nvPr/>
        </p:nvSpPr>
        <p:spPr>
          <a:xfrm>
            <a:off x="2215132" y="2750706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1270076" y="3053473"/>
            <a:ext cx="338341" cy="1794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2446617" y="3053473"/>
            <a:ext cx="453085" cy="17969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−1</a:t>
            </a:r>
          </a:p>
        </p:txBody>
      </p:sp>
      <p:graphicFrame>
        <p:nvGraphicFramePr>
          <p:cNvPr id="28" name="Table28"/>
          <p:cNvGraphicFramePr>
            <a:graphicFrameLocks noGrp="1"/>
          </p:cNvGraphicFramePr>
          <p:nvPr/>
        </p:nvGraphicFramePr>
        <p:xfrm>
          <a:off x="1059777" y="3386367"/>
          <a:ext cx="2233422" cy="949909"/>
        </p:xfrm>
        <a:graphic>
          <a:graphicData uri="http://schemas.openxmlformats.org/drawingml/2006/table">
            <a:tbl>
              <a:tblPr firstRow="1" bandRow="1">
                <a:tableStyleId>{EDDCCE46-1A5C-4930-0F37-A2B97AD1F519}</a:tableStyleId>
              </a:tblPr>
              <a:tblGrid>
                <a:gridCol w="666875"/>
                <a:gridCol w="176277"/>
                <a:gridCol w="355600"/>
                <a:gridCol w="481151"/>
                <a:gridCol w="582893"/>
              </a:tblGrid>
              <a:tr h="699134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39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190500" marR="0" indent="-190500" eaLnBrk="0" lvl="0">
                        <a:lnSpc>
                          <a:spcPct val="102536"/>
                        </a:lnSpc>
                        <a:buAutoNum type="arabicPeriod" startAt="2"/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行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00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列式</a:t>
                      </a:r>
                    </a:p>
                    <a:p>
                      <a:pPr marL="0" marR="0" indent="0" eaLnBrk="0">
                        <a:lnSpc>
                          <a:spcPct val="100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12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7557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511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323" marR="0" indent="0" eaLnBrk="0">
                        <a:lnSpc>
                          <a:spcPct val="82971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  <a:p>
                      <a:pPr marL="24323" marR="0" indent="0" eaLnBrk="0">
                        <a:lnSpc>
                          <a:spcPct val="9021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4</a:t>
                      </a:r>
                    </a:p>
                    <a:p>
                      <a:pPr marL="24323" marR="0" indent="0" eaLnBrk="0">
                        <a:lnSpc>
                          <a:spcPct val="99275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</a:t>
                      </a:r>
                    </a:p>
                    <a:p>
                      <a:pPr marL="24323" marR="0" indent="0" eaLnBrk="0">
                        <a:lnSpc>
                          <a:spcPct val="97101"/>
                        </a:lnSpc>
                        <a:spcAft>
                          <a:spcPts val="363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3</a:t>
                      </a:r>
                    </a:p>
                  </a:txBody>
                  <a:tcPr marL="7557" marR="0" marT="0" marB="0">
                    <a:lnL w="1511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5256" marR="0" indent="0" eaLnBrk="0">
                        <a:lnSpc>
                          <a:spcPct val="82971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  <a:p>
                      <a:pPr marL="92584" marR="0" indent="0" eaLnBrk="0">
                        <a:lnSpc>
                          <a:spcPct val="9021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6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4</a:t>
                      </a:r>
                    </a:p>
                    <a:p>
                      <a:pPr marL="135256" marR="0" indent="0" eaLnBrk="0">
                        <a:lnSpc>
                          <a:spcPct val="99275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8</a:t>
                      </a:r>
                    </a:p>
                    <a:p>
                      <a:pPr marL="92584" marR="0" indent="0" eaLnBrk="0">
                        <a:lnSpc>
                          <a:spcPct val="97101"/>
                        </a:lnSpc>
                        <a:spcAft>
                          <a:spcPts val="363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7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8548" marR="0" indent="0" eaLnBrk="0">
                        <a:lnSpc>
                          <a:spcPct val="82971"/>
                        </a:lnSpc>
                      </a:pPr>
                      <a:r>
                        <a:rPr lang="en-US" altLang="zh-CN" sz="1150" kern="0" spc="130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  <a:r>
                        <a:rPr baseline="0" lang="en-US" altLang="zh-CN" sz="1150" kern="0" spc="1150" noProof="0" dirty="0" smtClean="0"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 </a:t>
                      </a: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  <a:p>
                      <a:pPr marL="58548" marR="0" indent="0" eaLnBrk="0">
                        <a:lnSpc>
                          <a:spcPct val="90217"/>
                        </a:lnSpc>
                      </a:pPr>
                      <a:r>
                        <a:rPr lang="en-US" altLang="zh-CN" sz="1150" kern="0" spc="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  <a:r>
                        <a:rPr baseline="0" lang="en-US" altLang="zh-CN" sz="1150" kern="0" spc="950" noProof="0" dirty="0" smtClean="0"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 </a:t>
                      </a: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6</a:t>
                      </a:r>
                    </a:p>
                    <a:p>
                      <a:pPr marL="66168" marR="0" indent="0" eaLnBrk="0">
                        <a:lnSpc>
                          <a:spcPct val="99275"/>
                        </a:lnSpc>
                      </a:pPr>
                      <a:r>
                        <a:rPr lang="en-US" altLang="zh-CN" sz="1150" kern="0" spc="6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  <a:r>
                        <a:rPr baseline="0" lang="en-US" altLang="zh-CN" sz="1150" kern="0" spc="1150" noProof="0" dirty="0" smtClean="0"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 </a:t>
                      </a: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4</a:t>
                      </a:r>
                    </a:p>
                    <a:p>
                      <a:pPr marL="66168" marR="0" indent="0" eaLnBrk="0">
                        <a:lnSpc>
                          <a:spcPct val="97101"/>
                        </a:lnSpc>
                        <a:spcAft>
                          <a:spcPts val="363"/>
                        </a:spcAft>
                      </a:pPr>
                      <a:r>
                        <a:rPr lang="en-US" altLang="zh-CN" sz="1150" kern="0" spc="6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  <a:r>
                        <a:rPr baseline="0" lang="en-US" altLang="zh-CN" sz="1150" kern="0" spc="1150" noProof="0" dirty="0" smtClean="0"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 </a:t>
                      </a: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9</a:t>
                      </a:r>
                    </a:p>
                  </a:txBody>
                  <a:tcPr marL="0" marR="7557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511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39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24754" marR="0" indent="0" eaLnBrk="0">
                        <a:lnSpc>
                          <a:spcPct val="10253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的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00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值为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(</a:t>
                      </a:r>
                    </a:p>
                    <a:p>
                      <a:pPr marL="0" marR="0" indent="0" eaLnBrk="0">
                        <a:lnSpc>
                          <a:spcPct val="1000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10125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557" marR="0" marT="0" marB="0">
                    <a:lnL w="1511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775">
                <a:tc>
                  <a:txBody>
                    <a:bodyPr/>
                    <a:lstStyle/>
                    <a:p>
                      <a:pPr marL="210299" marR="0" indent="0" eaLnBrk="0">
                        <a:lnSpc>
                          <a:spcPct val="99637"/>
                        </a:lnSpc>
                        <a:spcBef>
                          <a:spcPts val="453"/>
                        </a:spcBef>
                        <a:spcAft>
                          <a:spcPts val="107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00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．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7557" marT="5778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511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557" marR="0" marT="0" marB="0">
                    <a:lnL w="1511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7500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  <a:p>
                      <a:pPr marL="0" marR="0" indent="0" eaLnBrk="0">
                        <a:lnSpc>
                          <a:spcPct val="7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8088" marR="0" indent="0" eaLnBrk="0">
                        <a:lnSpc>
                          <a:spcPct val="99637"/>
                        </a:lnSpc>
                        <a:spcBef>
                          <a:spcPts val="453"/>
                        </a:spcBef>
                        <a:spcAft>
                          <a:spcPts val="105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70605"/>
                          </a:solidFill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70605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．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70605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−12</a:t>
                      </a:r>
                    </a:p>
                  </a:txBody>
                  <a:tcPr marL="0" marR="0" marT="5778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VectorPath 29"/>
          <p:cNvSpPr/>
          <p:nvPr/>
        </p:nvSpPr>
        <p:spPr>
          <a:xfrm>
            <a:off x="3308310" y="2750706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30" name="AA2FC69D-5C99-4517-3377-31F0E530DFD8"/>
          <p:cNvPicPr>
            <a:picLocks noChangeAspect="1"/>
          </p:cNvPicPr>
          <p:nvPr/>
        </p:nvPicPr>
        <p:blipFill>
          <a:blip r:embed="rId14" cstate="print">
            <a:extLst>
              <a:ext uri="{3D3ED7C8-7290-4F63-9B79-3059F1F8C768}"/>
            </a:extLst>
          </a:blip>
          <a:srcRect/>
          <a:stretch>
            <a:fillRect/>
          </a:stretch>
        </p:blipFill>
        <p:spPr>
          <a:xfrm>
            <a:off x="3337395" y="2753906"/>
            <a:ext cx="476250" cy="152400"/>
          </a:xfrm>
          <a:prstGeom prst="rect">
            <a:avLst/>
          </a:prstGeom>
        </p:spPr>
      </p:pic>
      <p:sp>
        <p:nvSpPr>
          <p:cNvPr id="31" name="TextBox31"/>
          <p:cNvSpPr txBox="1"/>
          <p:nvPr/>
        </p:nvSpPr>
        <p:spPr>
          <a:xfrm>
            <a:off x="3737445" y="2732266"/>
            <a:ext cx="631698" cy="159031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11252" marR="0" indent="0" eaLnBrk="0">
              <a:lnSpc>
                <a:spcPct val="93840"/>
              </a:lnSpc>
            </a:pPr>
            <a:r>
              <a:rPr lang="en-US" altLang="zh-CN" sz="1725" kern="0" spc="-25" baseline="922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的</a:t>
            </a:r>
            <a:r>
              <a:rPr lang="en-US" altLang="zh-CN" sz="1725" kern="0" spc="0" baseline="922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值为</a:t>
            </a:r>
            <a:r>
              <a:rPr lang="en-US" altLang="zh-CN" sz="1725" kern="0" spc="0" baseline="92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</a:p>
          <a:p>
            <a:pPr marL="0" marR="0" indent="0" eaLnBrk="0">
              <a:lnSpc>
                <a:spcPct val="10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8</a:t>
            </a: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42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144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4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7620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24</a:t>
            </a:r>
          </a:p>
        </p:txBody>
      </p:sp>
      <p:sp>
        <p:nvSpPr>
          <p:cNvPr id="32" name="VectorPath 32"/>
          <p:cNvSpPr/>
          <p:nvPr/>
        </p:nvSpPr>
        <p:spPr>
          <a:xfrm>
            <a:off x="3818888" y="2750706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33" name="TextBox33"/>
          <p:cNvSpPr txBox="1"/>
          <p:nvPr/>
        </p:nvSpPr>
        <p:spPr>
          <a:xfrm>
            <a:off x="4862157" y="2721215"/>
            <a:ext cx="552145" cy="160162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33528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</a:p>
          <a:p>
            <a:pPr marL="0" marR="0" indent="0" eaLnBrk="0">
              <a:lnSpc>
                <a:spcPct val="10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−8</a:t>
            </a: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9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144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−24</a:t>
            </a:r>
          </a:p>
        </p:txBody>
      </p:sp>
      <p:pic>
        <p:nvPicPr>
          <p:cNvPr id="34" name="1205CACA-B374-4487-7A7E-5CDC6E09AADA"/>
          <p:cNvPicPr>
            <a:picLocks noChangeAspect="1"/>
          </p:cNvPicPr>
          <p:nvPr/>
        </p:nvPicPr>
        <p:blipFill>
          <a:blip r:embed="rId15" cstate="print">
            <a:extLst>
              <a:ext uri="{DD4675D5-DF0D-4208-AEB7-867F7CEF241A}"/>
            </a:extLst>
          </a:blip>
          <a:srcRect/>
          <a:stretch>
            <a:fillRect/>
          </a:stretch>
        </p:blipFill>
        <p:spPr>
          <a:xfrm>
            <a:off x="1251801" y="4457433"/>
            <a:ext cx="771525" cy="171450"/>
          </a:xfrm>
          <a:prstGeom prst="rect">
            <a:avLst/>
          </a:prstGeom>
        </p:spPr>
      </p:pic>
      <p:pic>
        <p:nvPicPr>
          <p:cNvPr id="35" name="B04EEFFB-92A3-4EF2-F911-C3BBA2FFC63A"/>
          <p:cNvPicPr>
            <a:picLocks noChangeAspect="1"/>
          </p:cNvPicPr>
          <p:nvPr/>
        </p:nvPicPr>
        <p:blipFill>
          <a:blip r:embed="rId16" cstate="print">
            <a:extLst>
              <a:ext uri="{628F87B4-7431-4CDE-E326-5DD17D91EB0D}"/>
            </a:extLst>
          </a:blip>
          <a:srcRect/>
          <a:stretch>
            <a:fillRect/>
          </a:stretch>
        </p:blipFill>
        <p:spPr>
          <a:xfrm>
            <a:off x="2080857" y="4476027"/>
            <a:ext cx="161925" cy="152400"/>
          </a:xfrm>
          <a:prstGeom prst="rect">
            <a:avLst/>
          </a:prstGeom>
        </p:spPr>
      </p:pic>
      <p:pic>
        <p:nvPicPr>
          <p:cNvPr id="36" name="034B335D-264D-4FA4-230A-E80E2C8B5057"/>
          <p:cNvPicPr>
            <a:picLocks noChangeAspect="1"/>
          </p:cNvPicPr>
          <p:nvPr/>
        </p:nvPicPr>
        <p:blipFill>
          <a:blip r:embed="rId17" cstate="print">
            <a:extLst>
              <a:ext uri="{7B445BB3-6E9A-47D8-91BD-EC055271D973}"/>
            </a:extLst>
          </a:blip>
          <a:srcRect/>
          <a:stretch>
            <a:fillRect/>
          </a:stretch>
        </p:blipFill>
        <p:spPr>
          <a:xfrm>
            <a:off x="2294217" y="4476027"/>
            <a:ext cx="161925" cy="152400"/>
          </a:xfrm>
          <a:prstGeom prst="rect">
            <a:avLst/>
          </a:prstGeom>
        </p:spPr>
      </p:pic>
      <p:sp>
        <p:nvSpPr>
          <p:cNvPr id="37" name="TextBox37"/>
          <p:cNvSpPr txBox="1"/>
          <p:nvPr/>
        </p:nvSpPr>
        <p:spPr>
          <a:xfrm>
            <a:off x="1061301" y="4428465"/>
            <a:ext cx="2174735" cy="21257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54024" marR="0" indent="-954024" eaLnBrk="0" lvl="0">
              <a:lnSpc>
                <a:spcPct val="102760"/>
              </a:lnSpc>
              <a:buAutoNum type="arabicPeriod" startAt="3"/>
            </a:pPr>
            <a:r>
              <a:rPr lang="en-US" altLang="zh-CN" sz="800" kern="0" spc="2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800" kern="0" spc="102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800" kern="0" spc="2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0" lang="en-US" altLang="zh-CN" sz="800" kern="0" spc="102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800" kern="0" spc="2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80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4493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线性无关</a:t>
            </a:r>
            <a:r>
              <a:rPr lang="en-US" altLang="zh-CN" sz="1725" kern="0" spc="0" baseline="1449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</a:t>
            </a:r>
          </a:p>
        </p:txBody>
      </p:sp>
      <p:pic>
        <p:nvPicPr>
          <p:cNvPr id="38" name="04D07F1E-EE90-4693-B76D-89F5C2690582"/>
          <p:cNvPicPr>
            <a:picLocks noChangeAspect="1"/>
          </p:cNvPicPr>
          <p:nvPr/>
        </p:nvPicPr>
        <p:blipFill>
          <a:blip r:embed="rId18" cstate="print">
            <a:extLst>
              <a:ext uri="{CC64F56A-135F-4019-D974-C2DA3470D75A}"/>
            </a:extLst>
          </a:blip>
          <a:srcRect/>
          <a:stretch>
            <a:fillRect/>
          </a:stretch>
        </p:blipFill>
        <p:spPr>
          <a:xfrm>
            <a:off x="3329013" y="4457433"/>
            <a:ext cx="438150" cy="171450"/>
          </a:xfrm>
          <a:prstGeom prst="rect">
            <a:avLst/>
          </a:prstGeom>
        </p:spPr>
      </p:pic>
      <p:pic>
        <p:nvPicPr>
          <p:cNvPr id="39" name="A436B9AC-2F4A-40B4-99CE-3F0422D41E66"/>
          <p:cNvPicPr>
            <a:picLocks noChangeAspect="1"/>
          </p:cNvPicPr>
          <p:nvPr/>
        </p:nvPicPr>
        <p:blipFill>
          <a:blip r:embed="rId19" cstate="print">
            <a:extLst>
              <a:ext uri="{B9F603AF-4417-403E-3150-4D9B85997C09}"/>
            </a:extLst>
          </a:blip>
          <a:srcRect/>
          <a:stretch>
            <a:fillRect/>
          </a:stretch>
        </p:blipFill>
        <p:spPr>
          <a:xfrm>
            <a:off x="3839553" y="4457433"/>
            <a:ext cx="438150" cy="171450"/>
          </a:xfrm>
          <a:prstGeom prst="rect">
            <a:avLst/>
          </a:prstGeom>
        </p:spPr>
      </p:pic>
      <p:pic>
        <p:nvPicPr>
          <p:cNvPr id="40" name="062944A4-E9F8-472B-E1D2-C848B7C7920E"/>
          <p:cNvPicPr>
            <a:picLocks noChangeAspect="1"/>
          </p:cNvPicPr>
          <p:nvPr/>
        </p:nvPicPr>
        <p:blipFill>
          <a:blip r:embed="rId20" cstate="print">
            <a:extLst>
              <a:ext uri="{5BD6C98F-3560-4ED7-05F7-A3364DEE019C}"/>
            </a:extLst>
          </a:blip>
          <a:srcRect/>
          <a:stretch>
            <a:fillRect/>
          </a:stretch>
        </p:blipFill>
        <p:spPr>
          <a:xfrm>
            <a:off x="4333317" y="4476027"/>
            <a:ext cx="161925" cy="152400"/>
          </a:xfrm>
          <a:prstGeom prst="rect">
            <a:avLst/>
          </a:prstGeom>
        </p:spPr>
      </p:pic>
      <p:sp>
        <p:nvSpPr>
          <p:cNvPr id="41" name="TextBox41"/>
          <p:cNvSpPr txBox="1"/>
          <p:nvPr/>
        </p:nvSpPr>
        <p:spPr>
          <a:xfrm>
            <a:off x="3757257" y="4428465"/>
            <a:ext cx="1731264" cy="21257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7717"/>
              </a:lnSpc>
            </a:pPr>
            <a:r>
              <a:rPr lang="en-US" altLang="zh-CN" sz="1200" kern="0" spc="30" baseline="-21996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21996" lang="en-US" altLang="zh-CN" sz="1200" kern="0" spc="504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1996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21996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1996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21996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0" baseline="-21996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21996" lang="en-US" altLang="zh-CN" sz="1200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线性表示</a:t>
            </a:r>
            <a:r>
              <a:rPr lang="en-US" altLang="zh-CN" sz="1725" kern="0" spc="0" baseline="-271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</a:t>
            </a:r>
          </a:p>
        </p:txBody>
      </p:sp>
      <p:pic>
        <p:nvPicPr>
          <p:cNvPr id="42" name="00E038AB-C830-4760-B808-0E6C55F5264C"/>
          <p:cNvPicPr>
            <a:picLocks noChangeAspect="1"/>
          </p:cNvPicPr>
          <p:nvPr/>
        </p:nvPicPr>
        <p:blipFill>
          <a:blip r:embed="rId21" cstate="print">
            <a:extLst>
              <a:ext uri="{D6E84600-881C-4EB7-C493-DCB07A1264B8}"/>
            </a:extLst>
          </a:blip>
          <a:srcRect/>
          <a:stretch>
            <a:fillRect/>
          </a:stretch>
        </p:blipFill>
        <p:spPr>
          <a:xfrm>
            <a:off x="4546677" y="4476027"/>
            <a:ext cx="152400" cy="152400"/>
          </a:xfrm>
          <a:prstGeom prst="rect">
            <a:avLst/>
          </a:prstGeom>
        </p:spPr>
      </p:pic>
      <p:pic>
        <p:nvPicPr>
          <p:cNvPr id="43" name="A7384083-404D-450A-7B7F-DF87766430AE"/>
          <p:cNvPicPr>
            <a:picLocks noChangeAspect="1"/>
          </p:cNvPicPr>
          <p:nvPr/>
        </p:nvPicPr>
        <p:blipFill>
          <a:blip r:embed="rId22" cstate="print">
            <a:extLst>
              <a:ext uri="{4D400AD0-0B2A-462A-BC5D-E2EC4412F5BA}"/>
            </a:extLst>
          </a:blip>
          <a:srcRect/>
          <a:stretch>
            <a:fillRect/>
          </a:stretch>
        </p:blipFill>
        <p:spPr>
          <a:xfrm>
            <a:off x="5579961" y="4457433"/>
            <a:ext cx="609600" cy="171450"/>
          </a:xfrm>
          <a:prstGeom prst="rect">
            <a:avLst/>
          </a:prstGeom>
        </p:spPr>
      </p:pic>
      <p:sp>
        <p:nvSpPr>
          <p:cNvPr id="44" name="TextBox44"/>
          <p:cNvSpPr txBox="1"/>
          <p:nvPr/>
        </p:nvSpPr>
        <p:spPr>
          <a:xfrm>
            <a:off x="6177357" y="4457433"/>
            <a:ext cx="571500" cy="18360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2926"/>
              </a:lnSpc>
            </a:pPr>
            <a:r>
              <a:rPr lang="en-US" altLang="zh-CN" sz="1200" kern="0" spc="30" baseline="-18091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8091" lang="en-US" altLang="zh-CN" sz="1200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不能由</a:t>
            </a:r>
          </a:p>
        </p:txBody>
      </p:sp>
      <p:pic>
        <p:nvPicPr>
          <p:cNvPr id="45" name="0E6C7708-C12E-4EC0-6A6B-702E9B5777E8"/>
          <p:cNvPicPr>
            <a:picLocks noChangeAspect="1"/>
          </p:cNvPicPr>
          <p:nvPr/>
        </p:nvPicPr>
        <p:blipFill>
          <a:blip r:embed="rId23" cstate="print">
            <a:extLst>
              <a:ext uri="{29827DA2-A7C3-40BE-AA7E-4216770C7332}"/>
            </a:extLst>
          </a:blip>
          <a:srcRect/>
          <a:stretch>
            <a:fillRect/>
          </a:stretch>
        </p:blipFill>
        <p:spPr>
          <a:xfrm>
            <a:off x="1213701" y="4773207"/>
            <a:ext cx="314325" cy="152400"/>
          </a:xfrm>
          <a:prstGeom prst="rect">
            <a:avLst/>
          </a:prstGeom>
        </p:spPr>
      </p:pic>
      <p:pic>
        <p:nvPicPr>
          <p:cNvPr id="46" name="B7F873F7-D81E-46CA-F329-B6E450868307"/>
          <p:cNvPicPr>
            <a:picLocks noChangeAspect="1"/>
          </p:cNvPicPr>
          <p:nvPr/>
        </p:nvPicPr>
        <p:blipFill>
          <a:blip r:embed="rId24" cstate="print">
            <a:extLst>
              <a:ext uri="{4C72F8B8-68EB-480F-F07B-F831B280C1EF}"/>
            </a:extLst>
          </a:blip>
          <a:srcRect/>
          <a:stretch>
            <a:fillRect/>
          </a:stretch>
        </p:blipFill>
        <p:spPr>
          <a:xfrm>
            <a:off x="1582496" y="4773207"/>
            <a:ext cx="152400" cy="152400"/>
          </a:xfrm>
          <a:prstGeom prst="rect">
            <a:avLst/>
          </a:prstGeom>
        </p:spPr>
      </p:pic>
      <p:pic>
        <p:nvPicPr>
          <p:cNvPr id="47" name="193C6E70-E933-4B2F-FB36-064B122ED7B9"/>
          <p:cNvPicPr>
            <a:picLocks noChangeAspect="1"/>
          </p:cNvPicPr>
          <p:nvPr/>
        </p:nvPicPr>
        <p:blipFill>
          <a:blip r:embed="rId25" cstate="print">
            <a:extLst>
              <a:ext uri="{DF1627F0-DEC1-44A1-D91C-F3C84B7E054D}"/>
            </a:extLst>
          </a:blip>
          <a:srcRect/>
          <a:stretch>
            <a:fillRect/>
          </a:stretch>
        </p:blipFill>
        <p:spPr>
          <a:xfrm>
            <a:off x="1795856" y="4725645"/>
            <a:ext cx="1762125" cy="219075"/>
          </a:xfrm>
          <a:prstGeom prst="rect">
            <a:avLst/>
          </a:prstGeom>
        </p:spPr>
      </p:pic>
      <p:pic>
        <p:nvPicPr>
          <p:cNvPr id="48" name="05F3BB00-6CF8-417D-29F8-A94693C1F9F0"/>
          <p:cNvPicPr>
            <a:picLocks noChangeAspect="1"/>
          </p:cNvPicPr>
          <p:nvPr/>
        </p:nvPicPr>
        <p:blipFill>
          <a:blip r:embed="rId26" cstate="print">
            <a:extLst>
              <a:ext uri="{DE0FE1C5-60EE-42C7-EBA8-D52661F9D4CA}"/>
            </a:extLst>
          </a:blip>
          <a:srcRect/>
          <a:stretch>
            <a:fillRect/>
          </a:stretch>
        </p:blipFill>
        <p:spPr>
          <a:xfrm>
            <a:off x="1280757" y="4972533"/>
            <a:ext cx="361950" cy="219075"/>
          </a:xfrm>
          <a:prstGeom prst="rect">
            <a:avLst/>
          </a:prstGeom>
        </p:spPr>
      </p:pic>
      <p:pic>
        <p:nvPicPr>
          <p:cNvPr id="49" name="4509E71E-CFC9-4CEA-2617-84D2FFB3D364"/>
          <p:cNvPicPr>
            <a:picLocks noChangeAspect="1"/>
          </p:cNvPicPr>
          <p:nvPr/>
        </p:nvPicPr>
        <p:blipFill>
          <a:blip r:embed="rId27" cstate="print">
            <a:extLst>
              <a:ext uri="{3570F839-FFA1-4901-F300-36EB162CD19C}"/>
            </a:extLst>
          </a:blip>
          <a:srcRect/>
          <a:stretch>
            <a:fillRect/>
          </a:stretch>
        </p:blipFill>
        <p:spPr>
          <a:xfrm>
            <a:off x="1699857" y="5020094"/>
            <a:ext cx="152400" cy="152400"/>
          </a:xfrm>
          <a:prstGeom prst="rect">
            <a:avLst/>
          </a:prstGeom>
        </p:spPr>
      </p:pic>
      <p:pic>
        <p:nvPicPr>
          <p:cNvPr id="50" name="CB1863E5-51AA-4953-269D-EBC0744F3184"/>
          <p:cNvPicPr>
            <a:picLocks noChangeAspect="1"/>
          </p:cNvPicPr>
          <p:nvPr/>
        </p:nvPicPr>
        <p:blipFill>
          <a:blip r:embed="rId28" cstate="print">
            <a:extLst>
              <a:ext uri="{16F82EB8-858C-4AA2-1F11-5A8687EE4179}"/>
            </a:extLst>
          </a:blip>
          <a:srcRect/>
          <a:stretch>
            <a:fillRect/>
          </a:stretch>
        </p:blipFill>
        <p:spPr>
          <a:xfrm>
            <a:off x="1913217" y="5020094"/>
            <a:ext cx="161925" cy="152400"/>
          </a:xfrm>
          <a:prstGeom prst="rect">
            <a:avLst/>
          </a:prstGeom>
        </p:spPr>
      </p:pic>
      <p:pic>
        <p:nvPicPr>
          <p:cNvPr id="51" name="31BFC09C-9A7F-4220-5EB7-45F3612D502F"/>
          <p:cNvPicPr>
            <a:picLocks noChangeAspect="1"/>
          </p:cNvPicPr>
          <p:nvPr/>
        </p:nvPicPr>
        <p:blipFill>
          <a:blip r:embed="rId29" cstate="print">
            <a:extLst>
              <a:ext uri="{97340B1B-93FB-4101-9468-8464DF68B4BE}"/>
            </a:extLst>
          </a:blip>
          <a:srcRect/>
          <a:stretch>
            <a:fillRect/>
          </a:stretch>
        </p:blipFill>
        <p:spPr>
          <a:xfrm>
            <a:off x="2126577" y="5020094"/>
            <a:ext cx="238125" cy="152400"/>
          </a:xfrm>
          <a:prstGeom prst="rect">
            <a:avLst/>
          </a:prstGeom>
        </p:spPr>
      </p:pic>
      <p:pic>
        <p:nvPicPr>
          <p:cNvPr id="52" name="4E375250-82F5-4770-0AE7-C88815955AFD"/>
          <p:cNvPicPr>
            <a:picLocks noChangeAspect="1"/>
          </p:cNvPicPr>
          <p:nvPr/>
        </p:nvPicPr>
        <p:blipFill>
          <a:blip r:embed="rId30" cstate="print">
            <a:extLst>
              <a:ext uri="{26B1E79C-D42A-437E-9551-8C4182C675A7}"/>
            </a:extLst>
          </a:blip>
          <a:srcRect/>
          <a:stretch>
            <a:fillRect/>
          </a:stretch>
        </p:blipFill>
        <p:spPr>
          <a:xfrm>
            <a:off x="2458796" y="5020094"/>
            <a:ext cx="247650" cy="152400"/>
          </a:xfrm>
          <a:prstGeom prst="rect">
            <a:avLst/>
          </a:prstGeom>
        </p:spPr>
      </p:pic>
      <p:pic>
        <p:nvPicPr>
          <p:cNvPr id="53" name="7F95E027-659F-4F28-9053-AD37023CE3E5"/>
          <p:cNvPicPr>
            <a:picLocks noChangeAspect="1"/>
          </p:cNvPicPr>
          <p:nvPr/>
        </p:nvPicPr>
        <p:blipFill>
          <a:blip r:embed="rId31" cstate="print">
            <a:extLst>
              <a:ext uri="{B2F94594-D89C-4D0A-4887-F630B481BE91}"/>
            </a:extLst>
          </a:blip>
          <a:srcRect/>
          <a:stretch>
            <a:fillRect/>
          </a:stretch>
        </p:blipFill>
        <p:spPr>
          <a:xfrm>
            <a:off x="1280757" y="5268202"/>
            <a:ext cx="352425" cy="219075"/>
          </a:xfrm>
          <a:prstGeom prst="rect">
            <a:avLst/>
          </a:prstGeom>
        </p:spPr>
      </p:pic>
      <p:pic>
        <p:nvPicPr>
          <p:cNvPr id="54" name="6B04BB9D-EE5B-4203-8AEC-B7A62161931E"/>
          <p:cNvPicPr>
            <a:picLocks noChangeAspect="1"/>
          </p:cNvPicPr>
          <p:nvPr/>
        </p:nvPicPr>
        <p:blipFill>
          <a:blip r:embed="rId32" cstate="print">
            <a:extLst>
              <a:ext uri="{115DED55-C98D-42F8-ADA3-A14FB2132B97}"/>
            </a:extLst>
          </a:blip>
          <a:srcRect/>
          <a:stretch>
            <a:fillRect/>
          </a:stretch>
        </p:blipFill>
        <p:spPr>
          <a:xfrm>
            <a:off x="1690713" y="5317275"/>
            <a:ext cx="161925" cy="152400"/>
          </a:xfrm>
          <a:prstGeom prst="rect">
            <a:avLst/>
          </a:prstGeom>
        </p:spPr>
      </p:pic>
      <p:pic>
        <p:nvPicPr>
          <p:cNvPr id="55" name="FB8B3B05-0E86-47CA-C033-7AD4C00E5785"/>
          <p:cNvPicPr>
            <a:picLocks noChangeAspect="1"/>
          </p:cNvPicPr>
          <p:nvPr/>
        </p:nvPicPr>
        <p:blipFill>
          <a:blip r:embed="rId33" cstate="print">
            <a:extLst>
              <a:ext uri="{D8F5EF0D-24DA-4ECA-31F7-FEC900187641}"/>
            </a:extLst>
          </a:blip>
          <a:srcRect/>
          <a:stretch>
            <a:fillRect/>
          </a:stretch>
        </p:blipFill>
        <p:spPr>
          <a:xfrm>
            <a:off x="1904073" y="5317275"/>
            <a:ext cx="161925" cy="152400"/>
          </a:xfrm>
          <a:prstGeom prst="rect">
            <a:avLst/>
          </a:prstGeom>
        </p:spPr>
      </p:pic>
      <p:pic>
        <p:nvPicPr>
          <p:cNvPr id="56" name="0A7D13BE-A02A-434A-3466-34BE51289065"/>
          <p:cNvPicPr>
            <a:picLocks noChangeAspect="1"/>
          </p:cNvPicPr>
          <p:nvPr/>
        </p:nvPicPr>
        <p:blipFill>
          <a:blip r:embed="rId34" cstate="print">
            <a:extLst>
              <a:ext uri="{C69D2A84-2080-4572-A1BE-52863591C360}"/>
            </a:extLst>
          </a:blip>
          <a:srcRect/>
          <a:stretch>
            <a:fillRect/>
          </a:stretch>
        </p:blipFill>
        <p:spPr>
          <a:xfrm>
            <a:off x="2117433" y="5317275"/>
            <a:ext cx="161925" cy="152400"/>
          </a:xfrm>
          <a:prstGeom prst="rect">
            <a:avLst/>
          </a:prstGeom>
        </p:spPr>
      </p:pic>
      <p:pic>
        <p:nvPicPr>
          <p:cNvPr id="57" name="7C9BC635-28AF-4F37-1829-2BD047B005DA"/>
          <p:cNvPicPr>
            <a:picLocks noChangeAspect="1"/>
          </p:cNvPicPr>
          <p:nvPr/>
        </p:nvPicPr>
        <p:blipFill>
          <a:blip r:embed="rId35" cstate="print">
            <a:extLst>
              <a:ext uri="{3CAC0D47-EA3B-47F9-AF70-2AB691702D08}"/>
            </a:extLst>
          </a:blip>
          <a:srcRect/>
          <a:stretch>
            <a:fillRect/>
          </a:stretch>
        </p:blipFill>
        <p:spPr>
          <a:xfrm>
            <a:off x="2365845" y="5317275"/>
            <a:ext cx="333375" cy="152400"/>
          </a:xfrm>
          <a:prstGeom prst="rect">
            <a:avLst/>
          </a:prstGeom>
        </p:spPr>
      </p:pic>
      <p:sp>
        <p:nvSpPr>
          <p:cNvPr id="58" name="TextBox58"/>
          <p:cNvSpPr txBox="1"/>
          <p:nvPr/>
        </p:nvSpPr>
        <p:spPr>
          <a:xfrm>
            <a:off x="1061301" y="4837069"/>
            <a:ext cx="2462784" cy="15124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573024" marR="150888" indent="-330708" eaLnBrk="0">
              <a:lnSpc>
                <a:spcPct val="124570"/>
              </a:lnSpc>
            </a:pPr>
            <a:r>
              <a:rPr lang="en-US" altLang="zh-CN" sz="1200" kern="0" spc="30" baseline="34679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34679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34679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34679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34679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34679" lang="en-US" altLang="zh-CN" sz="120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200" kern="0" baseline="34679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200" kern="0" spc="30" baseline="7554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7554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7554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7554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7554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7554" lang="en-US" altLang="zh-CN" sz="1200" kern="0" spc="25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7554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7554" lang="en-US" altLang="zh-CN" sz="1200" kern="0" spc="30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7554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15" baseline="17847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线性相</a:t>
            </a:r>
            <a:r>
              <a:rPr lang="en-US" altLang="zh-CN" sz="1725" kern="0" spc="0" baseline="17847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关</a:t>
            </a:r>
            <a:r>
              <a:rPr baseline="17847" lang="en-US" altLang="zh-CN" sz="1725" kern="0" spc="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-75" baseline="-5602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56020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5602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56020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5602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56020" lang="en-US" altLang="zh-CN" sz="1200" kern="0" spc="15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5602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56020" lang="en-US" altLang="zh-CN" sz="1200" kern="0" spc="40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5602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-25" baseline="-26378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线</a:t>
            </a:r>
            <a:r>
              <a:rPr lang="en-US" altLang="zh-CN" sz="1725" kern="0" spc="0" baseline="-26378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性相关</a:t>
            </a:r>
          </a:p>
          <a:p>
            <a:pPr marL="0" marR="0" indent="0" eaLnBrk="0">
              <a:lnSpc>
                <a:spcPct val="5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914400" indent="114300" eaLnBrk="0" lvl="0">
              <a:lnSpc>
                <a:spcPct val="143297"/>
              </a:lnSpc>
              <a:buAutoNum type="arabicPeriod" startAt="4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br>
              <a:rPr lang="en-US" altLang="zh-CN" dirty="0" smtClean="0" sz="1150" ker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altLang="zh-CN" sz="1150" kern="0" spc="-215" baseline="0" noProof="0" dirty="0" smtClean="0">
                <a:solidFill>
                  <a:srgbClr val="000000"/>
                </a:solidFill>
                <a:latin typeface="Bodoni MT Condensed" pitchFamily="18" charset="0"/>
                <a:ea typeface="Bodoni MT Condensed" pitchFamily="18" charset="0"/>
                <a:cs typeface="Bodoni MT Condensed" pitchFamily="18" charset="0"/>
              </a:rPr>
              <a:t>A</a:t>
            </a:r>
            <a:r>
              <a:rPr lang="en-US" altLang="zh-CN" sz="1150" kern="0" spc="-52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．必有一列全为零</a:t>
            </a:r>
          </a:p>
          <a:p>
            <a:pPr marL="0" marR="0" indent="0" eaLnBrk="0">
              <a:lnSpc>
                <a:spcPct val="6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28600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．必有一列可由其它列线性表示</a:t>
            </a:r>
          </a:p>
        </p:txBody>
      </p:sp>
      <p:pic>
        <p:nvPicPr>
          <p:cNvPr id="59" name="E486E98B-F9BD-4DF2-BBF9-FAF655DE8255"/>
          <p:cNvPicPr>
            <a:picLocks noChangeAspect="1"/>
          </p:cNvPicPr>
          <p:nvPr/>
        </p:nvPicPr>
        <p:blipFill>
          <a:blip r:embed="rId36" cstate="print">
            <a:extLst>
              <a:ext uri="{A468954B-DB5D-4A11-7F31-3F7FBE56262B}"/>
            </a:extLst>
          </a:blip>
          <a:srcRect/>
          <a:stretch>
            <a:fillRect/>
          </a:stretch>
        </p:blipFill>
        <p:spPr>
          <a:xfrm>
            <a:off x="1251801" y="5565382"/>
            <a:ext cx="2247900" cy="219075"/>
          </a:xfrm>
          <a:prstGeom prst="rect">
            <a:avLst/>
          </a:prstGeom>
        </p:spPr>
      </p:pic>
      <p:pic>
        <p:nvPicPr>
          <p:cNvPr id="60" name="882D501A-7D1E-49C0-5761-F171C17BD042"/>
          <p:cNvPicPr>
            <a:picLocks noChangeAspect="1"/>
          </p:cNvPicPr>
          <p:nvPr/>
        </p:nvPicPr>
        <p:blipFill>
          <a:blip r:embed="rId37" cstate="print">
            <a:extLst>
              <a:ext uri="{E80EAA0B-B80C-4BFF-2103-846EF53DC5D9}"/>
            </a:extLst>
          </a:blip>
          <a:srcRect/>
          <a:stretch>
            <a:fillRect/>
          </a:stretch>
        </p:blipFill>
        <p:spPr>
          <a:xfrm>
            <a:off x="3830397" y="4972533"/>
            <a:ext cx="352425" cy="219075"/>
          </a:xfrm>
          <a:prstGeom prst="rect">
            <a:avLst/>
          </a:prstGeom>
        </p:spPr>
      </p:pic>
      <p:pic>
        <p:nvPicPr>
          <p:cNvPr id="61" name="9D448A1D-EF9E-419B-0368-602D99F9015B"/>
          <p:cNvPicPr>
            <a:picLocks noChangeAspect="1"/>
          </p:cNvPicPr>
          <p:nvPr/>
        </p:nvPicPr>
        <p:blipFill>
          <a:blip r:embed="rId38" cstate="print">
            <a:extLst>
              <a:ext uri="{08D9F19C-7891-46CB-5A80-74AFA3A9A1E1}"/>
            </a:extLst>
          </a:blip>
          <a:srcRect/>
          <a:stretch>
            <a:fillRect/>
          </a:stretch>
        </p:blipFill>
        <p:spPr>
          <a:xfrm>
            <a:off x="4240365" y="5020094"/>
            <a:ext cx="152400" cy="152400"/>
          </a:xfrm>
          <a:prstGeom prst="rect">
            <a:avLst/>
          </a:prstGeom>
        </p:spPr>
      </p:pic>
      <p:pic>
        <p:nvPicPr>
          <p:cNvPr id="62" name="682343BB-24EE-42B3-D07A-338F961AF796"/>
          <p:cNvPicPr>
            <a:picLocks noChangeAspect="1"/>
          </p:cNvPicPr>
          <p:nvPr/>
        </p:nvPicPr>
        <p:blipFill>
          <a:blip r:embed="rId39" cstate="print">
            <a:extLst>
              <a:ext uri="{21414C82-6D8B-4FA6-F1E4-1E8F777FB4AB}"/>
            </a:extLst>
          </a:blip>
          <a:srcRect/>
          <a:stretch>
            <a:fillRect/>
          </a:stretch>
        </p:blipFill>
        <p:spPr>
          <a:xfrm>
            <a:off x="4453725" y="5020094"/>
            <a:ext cx="161925" cy="152400"/>
          </a:xfrm>
          <a:prstGeom prst="rect">
            <a:avLst/>
          </a:prstGeom>
        </p:spPr>
      </p:pic>
      <p:pic>
        <p:nvPicPr>
          <p:cNvPr id="63" name="502D821C-3550-4B05-81BA-D1738A30F86A"/>
          <p:cNvPicPr>
            <a:picLocks noChangeAspect="1"/>
          </p:cNvPicPr>
          <p:nvPr/>
        </p:nvPicPr>
        <p:blipFill>
          <a:blip r:embed="rId40" cstate="print">
            <a:extLst>
              <a:ext uri="{46F09A85-1676-4FFE-D8C5-3C7DF0994A78}"/>
            </a:extLst>
          </a:blip>
          <a:srcRect/>
          <a:stretch>
            <a:fillRect/>
          </a:stretch>
        </p:blipFill>
        <p:spPr>
          <a:xfrm>
            <a:off x="4667085" y="5020094"/>
            <a:ext cx="247650" cy="152400"/>
          </a:xfrm>
          <a:prstGeom prst="rect">
            <a:avLst/>
          </a:prstGeom>
        </p:spPr>
      </p:pic>
      <p:pic>
        <p:nvPicPr>
          <p:cNvPr id="64" name="924765F6-BC6F-464C-E333-144FAC8A32EA"/>
          <p:cNvPicPr>
            <a:picLocks noChangeAspect="1"/>
          </p:cNvPicPr>
          <p:nvPr/>
        </p:nvPicPr>
        <p:blipFill>
          <a:blip r:embed="rId41" cstate="print">
            <a:extLst>
              <a:ext uri="{F9998AD6-DB54-43CE-B68F-EE7DD81E85DC}"/>
            </a:extLst>
          </a:blip>
          <a:srcRect/>
          <a:stretch>
            <a:fillRect/>
          </a:stretch>
        </p:blipFill>
        <p:spPr>
          <a:xfrm>
            <a:off x="5000829" y="5020094"/>
            <a:ext cx="247650" cy="152400"/>
          </a:xfrm>
          <a:prstGeom prst="rect">
            <a:avLst/>
          </a:prstGeom>
        </p:spPr>
      </p:pic>
      <p:pic>
        <p:nvPicPr>
          <p:cNvPr id="65" name="8DB64333-6C47-4BBC-C347-A0AF28BCA480"/>
          <p:cNvPicPr>
            <a:picLocks noChangeAspect="1"/>
          </p:cNvPicPr>
          <p:nvPr/>
        </p:nvPicPr>
        <p:blipFill>
          <a:blip r:embed="rId42" cstate="print">
            <a:extLst>
              <a:ext uri="{8CD609C3-A3A6-438E-23D3-99F1E815730D}"/>
            </a:extLst>
          </a:blip>
          <a:srcRect/>
          <a:stretch>
            <a:fillRect/>
          </a:stretch>
        </p:blipFill>
        <p:spPr>
          <a:xfrm>
            <a:off x="3822777" y="5268202"/>
            <a:ext cx="361950" cy="219075"/>
          </a:xfrm>
          <a:prstGeom prst="rect">
            <a:avLst/>
          </a:prstGeom>
        </p:spPr>
      </p:pic>
      <p:pic>
        <p:nvPicPr>
          <p:cNvPr id="66" name="7B3D2599-3350-459A-1D3C-FE7402F66E38"/>
          <p:cNvPicPr>
            <a:picLocks noChangeAspect="1"/>
          </p:cNvPicPr>
          <p:nvPr/>
        </p:nvPicPr>
        <p:blipFill>
          <a:blip r:embed="rId43" cstate="print">
            <a:extLst>
              <a:ext uri="{7663D1FE-4756-4813-D0DA-480478BC3D31}"/>
            </a:extLst>
          </a:blip>
          <a:srcRect/>
          <a:stretch>
            <a:fillRect/>
          </a:stretch>
        </p:blipFill>
        <p:spPr>
          <a:xfrm>
            <a:off x="4667085" y="5317275"/>
            <a:ext cx="161925" cy="152400"/>
          </a:xfrm>
          <a:prstGeom prst="rect">
            <a:avLst/>
          </a:prstGeom>
        </p:spPr>
      </p:pic>
      <p:pic>
        <p:nvPicPr>
          <p:cNvPr id="67" name="D5010435-E49B-4B86-DF2D-8EC398599A0A"/>
          <p:cNvPicPr>
            <a:picLocks noChangeAspect="1"/>
          </p:cNvPicPr>
          <p:nvPr/>
        </p:nvPicPr>
        <p:blipFill>
          <a:blip r:embed="rId44" cstate="print">
            <a:extLst>
              <a:ext uri="{D036D708-67EF-4E9E-CEC6-E8F224F2787D}"/>
            </a:extLst>
          </a:blip>
          <a:srcRect/>
          <a:stretch>
            <a:fillRect/>
          </a:stretch>
        </p:blipFill>
        <p:spPr>
          <a:xfrm>
            <a:off x="4917021" y="5317275"/>
            <a:ext cx="333375" cy="152400"/>
          </a:xfrm>
          <a:prstGeom prst="rect">
            <a:avLst/>
          </a:prstGeom>
        </p:spPr>
      </p:pic>
      <p:sp>
        <p:nvSpPr>
          <p:cNvPr id="68" name="TextBox68"/>
          <p:cNvSpPr txBox="1"/>
          <p:nvPr/>
        </p:nvSpPr>
        <p:spPr>
          <a:xfrm>
            <a:off x="3626193" y="4739031"/>
            <a:ext cx="2295145" cy="161047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8913"/>
              </a:lnSpc>
              <a:spcAft>
                <a:spcPts val="653"/>
              </a:spcAft>
            </a:pPr>
            <a:r>
              <a:rPr lang="en-US" altLang="zh-CN" sz="1150" kern="0" spc="4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必</a:t>
            </a:r>
            <a:r>
              <a:rPr lang="en-US" altLang="zh-CN" sz="1150" kern="0" spc="3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有</a:t>
            </a:r>
            <a:r>
              <a:rPr lang="en-US" altLang="zh-CN" sz="1150" kern="0" spc="2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baseline="0" lang="en-US" altLang="zh-CN" sz="1150" kern="0" spc="409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550164" marR="0" indent="0" eaLnBrk="0">
              <a:lnSpc>
                <a:spcPct val="92926"/>
              </a:lnSpc>
            </a:pPr>
            <a:r>
              <a:rPr lang="en-US" altLang="zh-CN" sz="1200" kern="0" spc="30" baseline="-1578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5787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578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5787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578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15787" lang="en-US" altLang="zh-CN" sz="1200" kern="0" spc="25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578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5787" lang="en-US" altLang="zh-CN" sz="1200" kern="0" spc="30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578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-25" baseline="161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线</a:t>
            </a:r>
            <a:r>
              <a:rPr lang="en-US" altLang="zh-CN" sz="1725" kern="0" spc="0" baseline="161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性无关</a:t>
            </a:r>
          </a:p>
          <a:p>
            <a:pPr marL="0" marR="0" indent="0" eaLnBrk="0">
              <a:lnSpc>
                <a:spcPct val="73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14528" marR="6109" indent="135636" eaLnBrk="0">
              <a:lnSpc>
                <a:spcPct val="126916"/>
              </a:lnSpc>
            </a:pPr>
            <a:r>
              <a:rPr lang="en-US" altLang="zh-CN" sz="1200" kern="0" spc="30" baseline="20156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20156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20156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20156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20156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20156" lang="en-US" altLang="zh-CN" sz="1200" kern="0" spc="1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20156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20156" lang="en-US" altLang="zh-CN" sz="1200" kern="0" spc="40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20156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90" baseline="26614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线性</a:t>
            </a:r>
            <a:r>
              <a:rPr lang="en-US" altLang="zh-CN" sz="1725" kern="0" spc="75" baseline="26614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无关</a:t>
            </a:r>
            <a:r>
              <a:rPr baseline="26614" lang="en-US" altLang="zh-CN" sz="1725" kern="0" spc="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br>
              <a:rPr lang="en-US" altLang="zh-CN" dirty="0" smtClean="0" sz="1200" kern="0" baseline="38257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725" kern="0" spc="-25" baseline="-1685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0" marR="0" indent="0" eaLnBrk="0">
              <a:lnSpc>
                <a:spcPct val="6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02692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．必有两列成比例</a:t>
            </a:r>
          </a:p>
          <a:p>
            <a:pPr marL="0" marR="0" indent="0" eaLnBrk="0">
              <a:lnSpc>
                <a:spcPct val="762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02692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．任一列可由其它列线性表示</a:t>
            </a:r>
          </a:p>
        </p:txBody>
      </p:sp>
      <p:pic>
        <p:nvPicPr>
          <p:cNvPr id="69" name="83663EBD-EE6F-47DC-C53B-E45B7DA4719D"/>
          <p:cNvPicPr>
            <a:picLocks noChangeAspect="1"/>
          </p:cNvPicPr>
          <p:nvPr/>
        </p:nvPicPr>
        <p:blipFill>
          <a:blip r:embed="rId45" cstate="print">
            <a:extLst>
              <a:ext uri="{EBCCD7E1-7319-4729-CEE6-E43F3B3D1C6C}"/>
            </a:extLst>
          </a:blip>
          <a:srcRect/>
          <a:stretch>
            <a:fillRect/>
          </a:stretch>
        </p:blipFill>
        <p:spPr>
          <a:xfrm>
            <a:off x="4240365" y="5317275"/>
            <a:ext cx="152400" cy="152400"/>
          </a:xfrm>
          <a:prstGeom prst="rect">
            <a:avLst/>
          </a:prstGeom>
        </p:spPr>
      </p:pic>
      <p:pic>
        <p:nvPicPr>
          <p:cNvPr id="70" name="A5D86E09-A33E-4D46-A37C-F76586DA8FD6"/>
          <p:cNvPicPr>
            <a:picLocks noChangeAspect="1"/>
          </p:cNvPicPr>
          <p:nvPr/>
        </p:nvPicPr>
        <p:blipFill>
          <a:blip r:embed="rId46" cstate="print">
            <a:extLst>
              <a:ext uri="{064BE7AC-8228-431C-3F8D-CA6A00288833}"/>
            </a:extLst>
          </a:blip>
          <a:srcRect/>
          <a:stretch>
            <a:fillRect/>
          </a:stretch>
        </p:blipFill>
        <p:spPr>
          <a:xfrm>
            <a:off x="4453725" y="5317275"/>
            <a:ext cx="161925" cy="152400"/>
          </a:xfrm>
          <a:prstGeom prst="rect">
            <a:avLst/>
          </a:prstGeom>
        </p:spPr>
      </p:pic>
      <p:pic>
        <p:nvPicPr>
          <p:cNvPr id="71" name="C3F7F999-0756-40BE-D6E6-6BA65CB65F18"/>
          <p:cNvPicPr>
            <a:picLocks noChangeAspect="1"/>
          </p:cNvPicPr>
          <p:nvPr/>
        </p:nvPicPr>
        <p:blipFill>
          <a:blip r:embed="rId47" cstate="print">
            <a:extLst>
              <a:ext uri="{CBB81D35-CFBA-4559-962C-3989D78FB386}"/>
            </a:extLst>
          </a:blip>
          <a:srcRect/>
          <a:stretch>
            <a:fillRect/>
          </a:stretch>
        </p:blipFill>
        <p:spPr>
          <a:xfrm>
            <a:off x="1251801" y="6488926"/>
            <a:ext cx="1476375" cy="171450"/>
          </a:xfrm>
          <a:prstGeom prst="rect">
            <a:avLst/>
          </a:prstGeom>
        </p:spPr>
      </p:pic>
      <p:sp>
        <p:nvSpPr>
          <p:cNvPr id="72" name="VectorPath 72"/>
          <p:cNvSpPr/>
          <p:nvPr/>
        </p:nvSpPr>
        <p:spPr>
          <a:xfrm>
            <a:off x="2730460" y="6482424"/>
            <a:ext cx="50508" cy="184150"/>
          </a:xfrm>
          <a:custGeom>
            <a:rect l="l" t="t" r="r" b="b"/>
            <a:pathLst>
              <a:path w="50508" h="184150">
                <a:moveTo>
                  <a:pt x="50508" y="6109"/>
                </a:moveTo>
                <a:cubicBezTo>
                  <a:pt x="38506" y="10630"/>
                  <a:pt x="29413" y="20472"/>
                  <a:pt x="23241" y="35661"/>
                </a:cubicBezTo>
                <a:cubicBezTo>
                  <a:pt x="17056" y="50838"/>
                  <a:pt x="13970" y="69672"/>
                  <a:pt x="13970" y="92164"/>
                </a:cubicBezTo>
                <a:cubicBezTo>
                  <a:pt x="13970" y="114579"/>
                  <a:pt x="17056" y="133375"/>
                  <a:pt x="23241" y="148539"/>
                </a:cubicBezTo>
                <a:cubicBezTo>
                  <a:pt x="29413" y="163703"/>
                  <a:pt x="38506" y="173533"/>
                  <a:pt x="50508" y="178054"/>
                </a:cubicBezTo>
                <a:lnTo>
                  <a:pt x="48641" y="184150"/>
                </a:lnTo>
                <a:cubicBezTo>
                  <a:pt x="33172" y="180086"/>
                  <a:pt x="21196" y="169545"/>
                  <a:pt x="12713" y="152514"/>
                </a:cubicBezTo>
                <a:cubicBezTo>
                  <a:pt x="4242" y="135496"/>
                  <a:pt x="0" y="115354"/>
                  <a:pt x="0" y="92075"/>
                </a:cubicBezTo>
                <a:cubicBezTo>
                  <a:pt x="0" y="68809"/>
                  <a:pt x="4242" y="48666"/>
                  <a:pt x="12713" y="31636"/>
                </a:cubicBezTo>
                <a:cubicBezTo>
                  <a:pt x="21196" y="14618"/>
                  <a:pt x="33172" y="4076"/>
                  <a:pt x="48641" y="0"/>
                </a:cubicBezTo>
                <a:lnTo>
                  <a:pt x="50508" y="6109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73" name="TextBox73"/>
          <p:cNvSpPr txBox="1"/>
          <p:nvPr/>
        </p:nvSpPr>
        <p:spPr>
          <a:xfrm>
            <a:off x="1061301" y="6461494"/>
            <a:ext cx="114300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14300" marR="0" indent="-114300" eaLnBrk="0" lvl="0">
              <a:lnSpc>
                <a:spcPct val="117028"/>
              </a:lnSpc>
              <a:buAutoNum type="arabicPeriod" startAt="5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74" name="11560898-AD99-4365-D5C1-6233FF5F4EFC"/>
          <p:cNvPicPr>
            <a:picLocks noChangeAspect="1"/>
          </p:cNvPicPr>
          <p:nvPr/>
        </p:nvPicPr>
        <p:blipFill>
          <a:blip r:embed="rId48" cstate="print">
            <a:extLst>
              <a:ext uri="{C61C39EB-3E83-49DF-557A-4128055D1B97}"/>
            </a:extLst>
          </a:blip>
          <a:srcRect/>
          <a:stretch>
            <a:fillRect/>
          </a:stretch>
        </p:blipFill>
        <p:spPr>
          <a:xfrm>
            <a:off x="2784945" y="6507506"/>
            <a:ext cx="171450" cy="152400"/>
          </a:xfrm>
          <a:prstGeom prst="rect">
            <a:avLst/>
          </a:prstGeom>
        </p:spPr>
      </p:pic>
      <p:sp>
        <p:nvSpPr>
          <p:cNvPr id="75" name="VectorPath 75"/>
          <p:cNvSpPr/>
          <p:nvPr/>
        </p:nvSpPr>
        <p:spPr>
          <a:xfrm>
            <a:off x="2958425" y="6503836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23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5" y="17005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76" name="A2BAD679-EF0C-4180-33F7-578A72B72CFD"/>
          <p:cNvPicPr>
            <a:picLocks noChangeAspect="1"/>
          </p:cNvPicPr>
          <p:nvPr/>
        </p:nvPicPr>
        <p:blipFill>
          <a:blip r:embed="rId49" cstate="print">
            <a:extLst>
              <a:ext uri="{E509114D-F530-4B5A-32A5-ACE67087042F}"/>
            </a:extLst>
          </a:blip>
          <a:srcRect/>
          <a:stretch>
            <a:fillRect/>
          </a:stretch>
        </p:blipFill>
        <p:spPr>
          <a:xfrm>
            <a:off x="3007436" y="6507506"/>
            <a:ext cx="95250" cy="152400"/>
          </a:xfrm>
          <a:prstGeom prst="rect">
            <a:avLst/>
          </a:prstGeom>
        </p:spPr>
      </p:pic>
      <p:sp>
        <p:nvSpPr>
          <p:cNvPr id="77" name="TextBox77"/>
          <p:cNvSpPr txBox="1"/>
          <p:nvPr/>
        </p:nvSpPr>
        <p:spPr>
          <a:xfrm>
            <a:off x="3223857" y="6473343"/>
            <a:ext cx="1117549" cy="1794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，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以下成立的是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</a:p>
        </p:txBody>
      </p:sp>
      <p:sp>
        <p:nvSpPr>
          <p:cNvPr id="78" name="TextBox78"/>
          <p:cNvSpPr txBox="1"/>
          <p:nvPr/>
        </p:nvSpPr>
        <p:spPr>
          <a:xfrm>
            <a:off x="4888065" y="6477616"/>
            <a:ext cx="50749" cy="17516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grpSp>
        <p:nvGrpSpPr>
          <p:cNvPr id="79" name="Combination 79"/>
          <p:cNvGrpSpPr/>
          <p:nvPr/>
        </p:nvGrpSpPr>
        <p:grpSpPr>
          <a:xfrm>
            <a:off x="3094696" y="6482424"/>
            <a:ext cx="115938" cy="184150"/>
            <a:chOff x="3094696" y="6482424"/>
            <a:chExt cx="115938" cy="184150"/>
          </a:xfrm>
        </p:grpSpPr>
        <p:sp>
          <p:nvSpPr>
            <p:cNvPr id="80" name="VectorPath 80"/>
            <p:cNvSpPr/>
            <p:nvPr/>
          </p:nvSpPr>
          <p:spPr>
            <a:xfrm>
              <a:off x="3094696" y="6503836"/>
              <a:ext cx="46863" cy="140970"/>
            </a:xfrm>
            <a:custGeom>
              <a:rect l="l" t="t" r="r" b="b"/>
              <a:pathLst>
                <a:path w="46863" h="140970">
                  <a:moveTo>
                    <a:pt x="34163" y="69786"/>
                  </a:moveTo>
                  <a:cubicBezTo>
                    <a:pt x="34163" y="53048"/>
                    <a:pt x="31382" y="39141"/>
                    <a:pt x="25819" y="28067"/>
                  </a:cubicBezTo>
                  <a:cubicBezTo>
                    <a:pt x="20269" y="17005"/>
                    <a:pt x="11659" y="9550"/>
                    <a:pt x="0" y="5740"/>
                  </a:cubicBezTo>
                  <a:lnTo>
                    <a:pt x="2007" y="0"/>
                  </a:lnTo>
                  <a:cubicBezTo>
                    <a:pt x="16497" y="3823"/>
                    <a:pt x="27597" y="12052"/>
                    <a:pt x="35293" y="24714"/>
                  </a:cubicBezTo>
                  <a:cubicBezTo>
                    <a:pt x="43002" y="37376"/>
                    <a:pt x="46863" y="52641"/>
                    <a:pt x="46863" y="70523"/>
                  </a:cubicBezTo>
                  <a:cubicBezTo>
                    <a:pt x="46863" y="88455"/>
                    <a:pt x="43015" y="103734"/>
                    <a:pt x="35331" y="116344"/>
                  </a:cubicBezTo>
                  <a:cubicBezTo>
                    <a:pt x="27648" y="128943"/>
                    <a:pt x="16548" y="137160"/>
                    <a:pt x="2007" y="140970"/>
                  </a:cubicBezTo>
                  <a:lnTo>
                    <a:pt x="229" y="135242"/>
                  </a:lnTo>
                  <a:cubicBezTo>
                    <a:pt x="11684" y="131420"/>
                    <a:pt x="20206" y="123889"/>
                    <a:pt x="25781" y="112649"/>
                  </a:cubicBezTo>
                  <a:cubicBezTo>
                    <a:pt x="31369" y="101409"/>
                    <a:pt x="34163" y="87122"/>
                    <a:pt x="34163" y="69786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81" name="VectorPath 81"/>
            <p:cNvSpPr/>
            <p:nvPr/>
          </p:nvSpPr>
          <p:spPr>
            <a:xfrm>
              <a:off x="3160139" y="6482424"/>
              <a:ext cx="50495" cy="184150"/>
            </a:xfrm>
            <a:custGeom>
              <a:rect l="l" t="t" r="r" b="b"/>
              <a:pathLst>
                <a:path w="50495" h="184150">
                  <a:moveTo>
                    <a:pt x="1854" y="0"/>
                  </a:moveTo>
                  <a:cubicBezTo>
                    <a:pt x="17335" y="4077"/>
                    <a:pt x="29312" y="14618"/>
                    <a:pt x="37782" y="31636"/>
                  </a:cubicBezTo>
                  <a:cubicBezTo>
                    <a:pt x="46266" y="48666"/>
                    <a:pt x="50495" y="68809"/>
                    <a:pt x="50495" y="92075"/>
                  </a:cubicBezTo>
                  <a:cubicBezTo>
                    <a:pt x="50495" y="115354"/>
                    <a:pt x="46266" y="135496"/>
                    <a:pt x="37782" y="152514"/>
                  </a:cubicBezTo>
                  <a:cubicBezTo>
                    <a:pt x="29312" y="169545"/>
                    <a:pt x="17335" y="180086"/>
                    <a:pt x="1854" y="184150"/>
                  </a:cubicBezTo>
                  <a:lnTo>
                    <a:pt x="0" y="178054"/>
                  </a:lnTo>
                  <a:cubicBezTo>
                    <a:pt x="12001" y="173533"/>
                    <a:pt x="21095" y="163703"/>
                    <a:pt x="27267" y="148539"/>
                  </a:cubicBezTo>
                  <a:cubicBezTo>
                    <a:pt x="33439" y="133376"/>
                    <a:pt x="36525" y="114579"/>
                    <a:pt x="36525" y="92164"/>
                  </a:cubicBezTo>
                  <a:cubicBezTo>
                    <a:pt x="36525" y="69672"/>
                    <a:pt x="33439" y="50838"/>
                    <a:pt x="27267" y="35662"/>
                  </a:cubicBezTo>
                  <a:cubicBezTo>
                    <a:pt x="21095" y="20472"/>
                    <a:pt x="12001" y="10630"/>
                    <a:pt x="0" y="6109"/>
                  </a:cubicBezTo>
                  <a:lnTo>
                    <a:pt x="1854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</p:grpSp>
      <p:pic>
        <p:nvPicPr>
          <p:cNvPr id="82" name="0C618EAD-CA54-458F-0A81-A8352BE87BF8"/>
          <p:cNvPicPr>
            <a:picLocks noChangeAspect="1"/>
          </p:cNvPicPr>
          <p:nvPr/>
        </p:nvPicPr>
        <p:blipFill>
          <a:blip r:embed="rId50" cstate="print">
            <a:extLst>
              <a:ext uri="{BE4F5C6E-BF55-42B8-4AFF-1A76EDD15647}"/>
            </a:extLst>
          </a:blip>
          <a:srcRect/>
          <a:stretch>
            <a:fillRect/>
          </a:stretch>
        </p:blipFill>
        <p:spPr>
          <a:xfrm>
            <a:off x="1289901" y="6840970"/>
            <a:ext cx="361950" cy="219075"/>
          </a:xfrm>
          <a:prstGeom prst="rect">
            <a:avLst/>
          </a:prstGeom>
        </p:spPr>
      </p:pic>
      <p:sp>
        <p:nvSpPr>
          <p:cNvPr id="83" name="VectorPath 83"/>
          <p:cNvSpPr/>
          <p:nvPr/>
        </p:nvSpPr>
        <p:spPr>
          <a:xfrm>
            <a:off x="1659215" y="6862788"/>
            <a:ext cx="50508" cy="184150"/>
          </a:xfrm>
          <a:custGeom>
            <a:rect l="l" t="t" r="r" b="b"/>
            <a:pathLst>
              <a:path w="50508" h="184150">
                <a:moveTo>
                  <a:pt x="50508" y="6109"/>
                </a:moveTo>
                <a:cubicBezTo>
                  <a:pt x="38506" y="10630"/>
                  <a:pt x="29413" y="20472"/>
                  <a:pt x="23241" y="35661"/>
                </a:cubicBezTo>
                <a:cubicBezTo>
                  <a:pt x="17056" y="50838"/>
                  <a:pt x="13970" y="69672"/>
                  <a:pt x="13970" y="92164"/>
                </a:cubicBezTo>
                <a:cubicBezTo>
                  <a:pt x="13970" y="114579"/>
                  <a:pt x="17056" y="133375"/>
                  <a:pt x="23241" y="148539"/>
                </a:cubicBezTo>
                <a:cubicBezTo>
                  <a:pt x="29413" y="163690"/>
                  <a:pt x="38506" y="173533"/>
                  <a:pt x="50508" y="178054"/>
                </a:cubicBezTo>
                <a:lnTo>
                  <a:pt x="48641" y="184150"/>
                </a:lnTo>
                <a:cubicBezTo>
                  <a:pt x="33172" y="180086"/>
                  <a:pt x="21196" y="169545"/>
                  <a:pt x="12713" y="152514"/>
                </a:cubicBezTo>
                <a:cubicBezTo>
                  <a:pt x="4242" y="135496"/>
                  <a:pt x="0" y="115354"/>
                  <a:pt x="0" y="92075"/>
                </a:cubicBezTo>
                <a:cubicBezTo>
                  <a:pt x="0" y="68809"/>
                  <a:pt x="4242" y="48666"/>
                  <a:pt x="12713" y="31636"/>
                </a:cubicBezTo>
                <a:cubicBezTo>
                  <a:pt x="21196" y="14618"/>
                  <a:pt x="33172" y="4076"/>
                  <a:pt x="48641" y="0"/>
                </a:cubicBezTo>
                <a:lnTo>
                  <a:pt x="50508" y="6109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84" name="2D69143B-29A1-4995-0B33-E059F40ECBA9"/>
          <p:cNvPicPr>
            <a:picLocks noChangeAspect="1"/>
          </p:cNvPicPr>
          <p:nvPr/>
        </p:nvPicPr>
        <p:blipFill>
          <a:blip r:embed="rId51" cstate="print">
            <a:extLst>
              <a:ext uri="{07646108-FEA1-4528-5895-461EE1DFAC9A}"/>
            </a:extLst>
          </a:blip>
          <a:srcRect/>
          <a:stretch>
            <a:fillRect/>
          </a:stretch>
        </p:blipFill>
        <p:spPr>
          <a:xfrm>
            <a:off x="1713573" y="6886995"/>
            <a:ext cx="171450" cy="152400"/>
          </a:xfrm>
          <a:prstGeom prst="rect">
            <a:avLst/>
          </a:prstGeom>
        </p:spPr>
      </p:pic>
      <p:sp>
        <p:nvSpPr>
          <p:cNvPr id="85" name="TextBox85"/>
          <p:cNvSpPr txBox="1"/>
          <p:nvPr/>
        </p:nvSpPr>
        <p:spPr>
          <a:xfrm>
            <a:off x="1289901" y="6840970"/>
            <a:ext cx="730148" cy="20596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3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86" name="VectorPath 86"/>
          <p:cNvSpPr/>
          <p:nvPr/>
        </p:nvSpPr>
        <p:spPr>
          <a:xfrm>
            <a:off x="1887180" y="6884200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5" y="16992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87" name="0C9460A2-9984-4936-693F-F84522C0C11C"/>
          <p:cNvPicPr>
            <a:picLocks noChangeAspect="1"/>
          </p:cNvPicPr>
          <p:nvPr/>
        </p:nvPicPr>
        <p:blipFill>
          <a:blip r:embed="rId52" cstate="print">
            <a:extLst>
              <a:ext uri="{045EB8CD-D88C-48C7-F693-4B4AD27BB072}"/>
            </a:extLst>
          </a:blip>
          <a:srcRect/>
          <a:stretch>
            <a:fillRect/>
          </a:stretch>
        </p:blipFill>
        <p:spPr>
          <a:xfrm>
            <a:off x="1936077" y="6886995"/>
            <a:ext cx="95250" cy="152400"/>
          </a:xfrm>
          <a:prstGeom prst="rect">
            <a:avLst/>
          </a:prstGeom>
        </p:spPr>
      </p:pic>
      <p:sp>
        <p:nvSpPr>
          <p:cNvPr id="88" name="TextBox88"/>
          <p:cNvSpPr txBox="1"/>
          <p:nvPr/>
        </p:nvSpPr>
        <p:spPr>
          <a:xfrm>
            <a:off x="2147649" y="6787391"/>
            <a:ext cx="172724" cy="13137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470"/>
              </a:lnSpc>
            </a:pPr>
            <a:r>
              <a:rPr lang="en-US" altLang="zh-CN" sz="850" i="1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－</a:t>
            </a:r>
            <a:r>
              <a:rPr lang="en-US" altLang="zh-CN" sz="800" kern="0" spc="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89" name="VectorPath 89"/>
          <p:cNvSpPr/>
          <p:nvPr/>
        </p:nvSpPr>
        <p:spPr>
          <a:xfrm>
            <a:off x="2860635" y="6884200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5" y="16992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90" name="VectorPath 90"/>
          <p:cNvSpPr/>
          <p:nvPr/>
        </p:nvSpPr>
        <p:spPr>
          <a:xfrm>
            <a:off x="2632670" y="6862788"/>
            <a:ext cx="50508" cy="184150"/>
          </a:xfrm>
          <a:custGeom>
            <a:rect l="l" t="t" r="r" b="b"/>
            <a:pathLst>
              <a:path w="50508" h="184150">
                <a:moveTo>
                  <a:pt x="50508" y="6109"/>
                </a:moveTo>
                <a:cubicBezTo>
                  <a:pt x="38506" y="10630"/>
                  <a:pt x="29413" y="20472"/>
                  <a:pt x="23241" y="35661"/>
                </a:cubicBezTo>
                <a:cubicBezTo>
                  <a:pt x="17056" y="50838"/>
                  <a:pt x="13970" y="69672"/>
                  <a:pt x="13970" y="92164"/>
                </a:cubicBezTo>
                <a:cubicBezTo>
                  <a:pt x="13970" y="114579"/>
                  <a:pt x="17056" y="133375"/>
                  <a:pt x="23241" y="148539"/>
                </a:cubicBezTo>
                <a:cubicBezTo>
                  <a:pt x="29413" y="163690"/>
                  <a:pt x="38506" y="173533"/>
                  <a:pt x="50508" y="178054"/>
                </a:cubicBezTo>
                <a:lnTo>
                  <a:pt x="48641" y="184150"/>
                </a:lnTo>
                <a:cubicBezTo>
                  <a:pt x="33172" y="180086"/>
                  <a:pt x="21196" y="169545"/>
                  <a:pt x="12713" y="152514"/>
                </a:cubicBezTo>
                <a:cubicBezTo>
                  <a:pt x="4242" y="135496"/>
                  <a:pt x="0" y="115354"/>
                  <a:pt x="0" y="92075"/>
                </a:cubicBezTo>
                <a:cubicBezTo>
                  <a:pt x="0" y="68809"/>
                  <a:pt x="4242" y="48666"/>
                  <a:pt x="12713" y="31636"/>
                </a:cubicBezTo>
                <a:cubicBezTo>
                  <a:pt x="21196" y="14618"/>
                  <a:pt x="33172" y="4076"/>
                  <a:pt x="48641" y="0"/>
                </a:cubicBezTo>
                <a:lnTo>
                  <a:pt x="50508" y="6109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91" name="TextBox91"/>
          <p:cNvSpPr txBox="1"/>
          <p:nvPr/>
        </p:nvSpPr>
        <p:spPr>
          <a:xfrm>
            <a:off x="2368893" y="6886995"/>
            <a:ext cx="624992" cy="1443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92" name="37486199-CEA9-43A4-513A-A376DAD9E2B0"/>
          <p:cNvPicPr>
            <a:picLocks noChangeAspect="1"/>
          </p:cNvPicPr>
          <p:nvPr/>
        </p:nvPicPr>
        <p:blipFill>
          <a:blip r:embed="rId53" cstate="print">
            <a:extLst>
              <a:ext uri="{7883BC41-7507-4205-DC40-7B84D00EC155}"/>
            </a:extLst>
          </a:blip>
          <a:srcRect/>
          <a:stretch>
            <a:fillRect/>
          </a:stretch>
        </p:blipFill>
        <p:spPr>
          <a:xfrm>
            <a:off x="2368893" y="6888506"/>
            <a:ext cx="257175" cy="152400"/>
          </a:xfrm>
          <a:prstGeom prst="rect">
            <a:avLst/>
          </a:prstGeom>
        </p:spPr>
      </p:pic>
      <p:pic>
        <p:nvPicPr>
          <p:cNvPr id="93" name="5E22D1C7-0D5A-44DD-C688-048F0CD8B405"/>
          <p:cNvPicPr>
            <a:picLocks noChangeAspect="1"/>
          </p:cNvPicPr>
          <p:nvPr/>
        </p:nvPicPr>
        <p:blipFill>
          <a:blip r:embed="rId54" cstate="print">
            <a:extLst>
              <a:ext uri="{02B4C3D1-0DBF-49EA-AE81-130F06F69793}"/>
            </a:extLst>
          </a:blip>
          <a:srcRect/>
          <a:stretch>
            <a:fillRect/>
          </a:stretch>
        </p:blipFill>
        <p:spPr>
          <a:xfrm>
            <a:off x="2687396" y="6886995"/>
            <a:ext cx="314325" cy="152400"/>
          </a:xfrm>
          <a:prstGeom prst="rect">
            <a:avLst/>
          </a:prstGeom>
        </p:spPr>
      </p:pic>
      <p:grpSp>
        <p:nvGrpSpPr>
          <p:cNvPr id="94" name="Combination 94"/>
          <p:cNvGrpSpPr/>
          <p:nvPr/>
        </p:nvGrpSpPr>
        <p:grpSpPr>
          <a:xfrm>
            <a:off x="2023451" y="6862789"/>
            <a:ext cx="115939" cy="184150"/>
            <a:chOff x="2023451" y="6862789"/>
            <a:chExt cx="115939" cy="184150"/>
          </a:xfrm>
        </p:grpSpPr>
        <p:sp>
          <p:nvSpPr>
            <p:cNvPr id="95" name="VectorPath 95"/>
            <p:cNvSpPr/>
            <p:nvPr/>
          </p:nvSpPr>
          <p:spPr>
            <a:xfrm>
              <a:off x="2023451" y="6884200"/>
              <a:ext cx="46863" cy="140970"/>
            </a:xfrm>
            <a:custGeom>
              <a:rect l="l" t="t" r="r" b="b"/>
              <a:pathLst>
                <a:path w="46863" h="140970">
                  <a:moveTo>
                    <a:pt x="34163" y="69786"/>
                  </a:moveTo>
                  <a:cubicBezTo>
                    <a:pt x="34163" y="53048"/>
                    <a:pt x="31382" y="39141"/>
                    <a:pt x="25819" y="28067"/>
                  </a:cubicBezTo>
                  <a:cubicBezTo>
                    <a:pt x="20269" y="16992"/>
                    <a:pt x="11659" y="9550"/>
                    <a:pt x="0" y="5740"/>
                  </a:cubicBezTo>
                  <a:lnTo>
                    <a:pt x="2007" y="0"/>
                  </a:lnTo>
                  <a:cubicBezTo>
                    <a:pt x="16497" y="3823"/>
                    <a:pt x="27597" y="12052"/>
                    <a:pt x="35293" y="24714"/>
                  </a:cubicBezTo>
                  <a:cubicBezTo>
                    <a:pt x="43002" y="37376"/>
                    <a:pt x="46863" y="52641"/>
                    <a:pt x="46863" y="70536"/>
                  </a:cubicBezTo>
                  <a:cubicBezTo>
                    <a:pt x="46863" y="88455"/>
                    <a:pt x="43015" y="103734"/>
                    <a:pt x="35331" y="116344"/>
                  </a:cubicBezTo>
                  <a:cubicBezTo>
                    <a:pt x="27648" y="128943"/>
                    <a:pt x="16548" y="137160"/>
                    <a:pt x="2007" y="140970"/>
                  </a:cubicBezTo>
                  <a:lnTo>
                    <a:pt x="229" y="135242"/>
                  </a:lnTo>
                  <a:cubicBezTo>
                    <a:pt x="11684" y="131420"/>
                    <a:pt x="20206" y="123889"/>
                    <a:pt x="25781" y="112649"/>
                  </a:cubicBezTo>
                  <a:cubicBezTo>
                    <a:pt x="31369" y="101409"/>
                    <a:pt x="34163" y="87122"/>
                    <a:pt x="34163" y="69786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96" name="VectorPath 96"/>
            <p:cNvSpPr/>
            <p:nvPr/>
          </p:nvSpPr>
          <p:spPr>
            <a:xfrm>
              <a:off x="2088894" y="6862789"/>
              <a:ext cx="50495" cy="184150"/>
            </a:xfrm>
            <a:custGeom>
              <a:rect l="l" t="t" r="r" b="b"/>
              <a:pathLst>
                <a:path w="50495" h="184150">
                  <a:moveTo>
                    <a:pt x="1854" y="0"/>
                  </a:moveTo>
                  <a:cubicBezTo>
                    <a:pt x="17335" y="4077"/>
                    <a:pt x="29312" y="14618"/>
                    <a:pt x="37782" y="31636"/>
                  </a:cubicBezTo>
                  <a:cubicBezTo>
                    <a:pt x="46266" y="48666"/>
                    <a:pt x="50495" y="68809"/>
                    <a:pt x="50495" y="92075"/>
                  </a:cubicBezTo>
                  <a:cubicBezTo>
                    <a:pt x="50495" y="115354"/>
                    <a:pt x="46266" y="135496"/>
                    <a:pt x="37782" y="152514"/>
                  </a:cubicBezTo>
                  <a:cubicBezTo>
                    <a:pt x="29312" y="169545"/>
                    <a:pt x="17335" y="180086"/>
                    <a:pt x="1854" y="184150"/>
                  </a:cubicBezTo>
                  <a:lnTo>
                    <a:pt x="0" y="178054"/>
                  </a:lnTo>
                  <a:cubicBezTo>
                    <a:pt x="12001" y="173533"/>
                    <a:pt x="21095" y="163690"/>
                    <a:pt x="27267" y="148539"/>
                  </a:cubicBezTo>
                  <a:cubicBezTo>
                    <a:pt x="33439" y="133376"/>
                    <a:pt x="36525" y="114579"/>
                    <a:pt x="36525" y="92164"/>
                  </a:cubicBezTo>
                  <a:cubicBezTo>
                    <a:pt x="36525" y="69672"/>
                    <a:pt x="33439" y="50838"/>
                    <a:pt x="27267" y="35662"/>
                  </a:cubicBezTo>
                  <a:cubicBezTo>
                    <a:pt x="21095" y="20472"/>
                    <a:pt x="12001" y="10630"/>
                    <a:pt x="0" y="6109"/>
                  </a:cubicBezTo>
                  <a:lnTo>
                    <a:pt x="1854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</p:grpSp>
      <p:grpSp>
        <p:nvGrpSpPr>
          <p:cNvPr id="97" name="Combination 97"/>
          <p:cNvGrpSpPr/>
          <p:nvPr/>
        </p:nvGrpSpPr>
        <p:grpSpPr>
          <a:xfrm>
            <a:off x="2996906" y="6862789"/>
            <a:ext cx="115938" cy="184150"/>
            <a:chOff x="2996906" y="6862789"/>
            <a:chExt cx="115938" cy="184150"/>
          </a:xfrm>
        </p:grpSpPr>
        <p:sp>
          <p:nvSpPr>
            <p:cNvPr id="98" name="VectorPath 98"/>
            <p:cNvSpPr/>
            <p:nvPr/>
          </p:nvSpPr>
          <p:spPr>
            <a:xfrm>
              <a:off x="2996906" y="6884200"/>
              <a:ext cx="46863" cy="140970"/>
            </a:xfrm>
            <a:custGeom>
              <a:rect l="l" t="t" r="r" b="b"/>
              <a:pathLst>
                <a:path w="46863" h="140970">
                  <a:moveTo>
                    <a:pt x="34163" y="69786"/>
                  </a:moveTo>
                  <a:cubicBezTo>
                    <a:pt x="34163" y="53048"/>
                    <a:pt x="31382" y="39141"/>
                    <a:pt x="25819" y="28067"/>
                  </a:cubicBezTo>
                  <a:cubicBezTo>
                    <a:pt x="20269" y="16992"/>
                    <a:pt x="11659" y="9550"/>
                    <a:pt x="0" y="5740"/>
                  </a:cubicBezTo>
                  <a:lnTo>
                    <a:pt x="2007" y="0"/>
                  </a:lnTo>
                  <a:cubicBezTo>
                    <a:pt x="16497" y="3823"/>
                    <a:pt x="27597" y="12052"/>
                    <a:pt x="35293" y="24714"/>
                  </a:cubicBezTo>
                  <a:cubicBezTo>
                    <a:pt x="43002" y="37376"/>
                    <a:pt x="46863" y="52641"/>
                    <a:pt x="46863" y="70536"/>
                  </a:cubicBezTo>
                  <a:cubicBezTo>
                    <a:pt x="46863" y="88455"/>
                    <a:pt x="43015" y="103734"/>
                    <a:pt x="35331" y="116344"/>
                  </a:cubicBezTo>
                  <a:cubicBezTo>
                    <a:pt x="27648" y="128943"/>
                    <a:pt x="16548" y="137160"/>
                    <a:pt x="2007" y="140970"/>
                  </a:cubicBezTo>
                  <a:lnTo>
                    <a:pt x="229" y="135242"/>
                  </a:lnTo>
                  <a:cubicBezTo>
                    <a:pt x="11684" y="131420"/>
                    <a:pt x="20206" y="123889"/>
                    <a:pt x="25781" y="112649"/>
                  </a:cubicBezTo>
                  <a:cubicBezTo>
                    <a:pt x="31369" y="101409"/>
                    <a:pt x="34163" y="87122"/>
                    <a:pt x="34163" y="69786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99" name="VectorPath 99"/>
            <p:cNvSpPr/>
            <p:nvPr/>
          </p:nvSpPr>
          <p:spPr>
            <a:xfrm>
              <a:off x="3062349" y="6862789"/>
              <a:ext cx="50495" cy="184150"/>
            </a:xfrm>
            <a:custGeom>
              <a:rect l="l" t="t" r="r" b="b"/>
              <a:pathLst>
                <a:path w="50495" h="184150">
                  <a:moveTo>
                    <a:pt x="1854" y="0"/>
                  </a:moveTo>
                  <a:cubicBezTo>
                    <a:pt x="17335" y="4077"/>
                    <a:pt x="29312" y="14618"/>
                    <a:pt x="37782" y="31636"/>
                  </a:cubicBezTo>
                  <a:cubicBezTo>
                    <a:pt x="46266" y="48666"/>
                    <a:pt x="50495" y="68809"/>
                    <a:pt x="50495" y="92075"/>
                  </a:cubicBezTo>
                  <a:cubicBezTo>
                    <a:pt x="50495" y="115354"/>
                    <a:pt x="46266" y="135496"/>
                    <a:pt x="37782" y="152514"/>
                  </a:cubicBezTo>
                  <a:cubicBezTo>
                    <a:pt x="29312" y="169545"/>
                    <a:pt x="17335" y="180086"/>
                    <a:pt x="1854" y="184150"/>
                  </a:cubicBezTo>
                  <a:lnTo>
                    <a:pt x="0" y="178054"/>
                  </a:lnTo>
                  <a:cubicBezTo>
                    <a:pt x="12001" y="173533"/>
                    <a:pt x="21095" y="163690"/>
                    <a:pt x="27267" y="148539"/>
                  </a:cubicBezTo>
                  <a:cubicBezTo>
                    <a:pt x="33439" y="133376"/>
                    <a:pt x="36525" y="114579"/>
                    <a:pt x="36525" y="92164"/>
                  </a:cubicBezTo>
                  <a:cubicBezTo>
                    <a:pt x="36525" y="69672"/>
                    <a:pt x="33439" y="50838"/>
                    <a:pt x="27267" y="35662"/>
                  </a:cubicBezTo>
                  <a:cubicBezTo>
                    <a:pt x="21095" y="20472"/>
                    <a:pt x="12001" y="10630"/>
                    <a:pt x="0" y="6109"/>
                  </a:cubicBezTo>
                  <a:lnTo>
                    <a:pt x="1854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</p:grpSp>
      <p:pic>
        <p:nvPicPr>
          <p:cNvPr id="100" name="49D0FBB6-8F44-4BB9-521B-D64421F01083"/>
          <p:cNvPicPr>
            <a:picLocks noChangeAspect="1"/>
          </p:cNvPicPr>
          <p:nvPr/>
        </p:nvPicPr>
        <p:blipFill>
          <a:blip r:embed="rId55" cstate="print">
            <a:extLst>
              <a:ext uri="{1FE0D6BC-27D3-4252-178F-629EB14329EB}"/>
            </a:extLst>
          </a:blip>
          <a:srcRect/>
          <a:stretch>
            <a:fillRect/>
          </a:stretch>
        </p:blipFill>
        <p:spPr>
          <a:xfrm>
            <a:off x="1705953" y="7267995"/>
            <a:ext cx="161925" cy="152400"/>
          </a:xfrm>
          <a:prstGeom prst="rect">
            <a:avLst/>
          </a:prstGeom>
        </p:spPr>
      </p:pic>
      <p:sp>
        <p:nvSpPr>
          <p:cNvPr id="101" name="VectorPath 101"/>
          <p:cNvSpPr/>
          <p:nvPr/>
        </p:nvSpPr>
        <p:spPr>
          <a:xfrm>
            <a:off x="1878925" y="7265200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5" y="16992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102" name="TextBox102"/>
          <p:cNvSpPr txBox="1"/>
          <p:nvPr/>
        </p:nvSpPr>
        <p:spPr>
          <a:xfrm>
            <a:off x="1705953" y="7265200"/>
            <a:ext cx="306476" cy="14559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103" name="2B3D2D8A-2E69-49D1-FEAE-C3744834AFBF"/>
          <p:cNvPicPr>
            <a:picLocks noChangeAspect="1"/>
          </p:cNvPicPr>
          <p:nvPr/>
        </p:nvPicPr>
        <p:blipFill>
          <a:blip r:embed="rId56" cstate="print">
            <a:extLst>
              <a:ext uri="{DDBA22B2-A54A-4373-D1FA-DDF0C374972B}"/>
            </a:extLst>
          </a:blip>
          <a:srcRect/>
          <a:stretch>
            <a:fillRect/>
          </a:stretch>
        </p:blipFill>
        <p:spPr>
          <a:xfrm>
            <a:off x="1928457" y="7267995"/>
            <a:ext cx="95250" cy="152400"/>
          </a:xfrm>
          <a:prstGeom prst="rect">
            <a:avLst/>
          </a:prstGeom>
        </p:spPr>
      </p:pic>
      <p:sp>
        <p:nvSpPr>
          <p:cNvPr id="104" name="TextBox104"/>
          <p:cNvSpPr txBox="1"/>
          <p:nvPr/>
        </p:nvSpPr>
        <p:spPr>
          <a:xfrm>
            <a:off x="2140029" y="7168391"/>
            <a:ext cx="171212" cy="13137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470"/>
              </a:lnSpc>
            </a:pPr>
            <a:r>
              <a:rPr lang="en-US" altLang="zh-CN" sz="850" i="1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－</a:t>
            </a:r>
            <a:r>
              <a:rPr lang="en-US" altLang="zh-CN" sz="800" kern="0" spc="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105" name="VectorPath 105"/>
          <p:cNvSpPr/>
          <p:nvPr/>
        </p:nvSpPr>
        <p:spPr>
          <a:xfrm>
            <a:off x="2852380" y="7265200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5" y="16992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106" name="VectorPath 106"/>
          <p:cNvSpPr/>
          <p:nvPr/>
        </p:nvSpPr>
        <p:spPr>
          <a:xfrm>
            <a:off x="2624415" y="7243788"/>
            <a:ext cx="50508" cy="184150"/>
          </a:xfrm>
          <a:custGeom>
            <a:rect l="l" t="t" r="r" b="b"/>
            <a:pathLst>
              <a:path w="50508" h="184150">
                <a:moveTo>
                  <a:pt x="50508" y="6109"/>
                </a:moveTo>
                <a:cubicBezTo>
                  <a:pt x="38506" y="10630"/>
                  <a:pt x="29413" y="20472"/>
                  <a:pt x="23241" y="35661"/>
                </a:cubicBezTo>
                <a:cubicBezTo>
                  <a:pt x="17056" y="50838"/>
                  <a:pt x="13970" y="69672"/>
                  <a:pt x="13970" y="92164"/>
                </a:cubicBezTo>
                <a:cubicBezTo>
                  <a:pt x="13970" y="114579"/>
                  <a:pt x="17056" y="133375"/>
                  <a:pt x="23241" y="148539"/>
                </a:cubicBezTo>
                <a:cubicBezTo>
                  <a:pt x="29413" y="163690"/>
                  <a:pt x="38506" y="173533"/>
                  <a:pt x="50508" y="178054"/>
                </a:cubicBezTo>
                <a:lnTo>
                  <a:pt x="48641" y="184150"/>
                </a:lnTo>
                <a:cubicBezTo>
                  <a:pt x="33172" y="180086"/>
                  <a:pt x="21196" y="169545"/>
                  <a:pt x="12713" y="152514"/>
                </a:cubicBezTo>
                <a:cubicBezTo>
                  <a:pt x="4242" y="135496"/>
                  <a:pt x="0" y="115354"/>
                  <a:pt x="0" y="92075"/>
                </a:cubicBezTo>
                <a:cubicBezTo>
                  <a:pt x="0" y="68809"/>
                  <a:pt x="4242" y="48666"/>
                  <a:pt x="12713" y="31636"/>
                </a:cubicBezTo>
                <a:cubicBezTo>
                  <a:pt x="21196" y="14618"/>
                  <a:pt x="33172" y="4076"/>
                  <a:pt x="48641" y="0"/>
                </a:cubicBezTo>
                <a:lnTo>
                  <a:pt x="50508" y="6109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2359736" y="7267995"/>
            <a:ext cx="739292" cy="1443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108" name="16085EA3-A49E-40AC-235D-6CA17C547F3F"/>
          <p:cNvPicPr>
            <a:picLocks noChangeAspect="1"/>
          </p:cNvPicPr>
          <p:nvPr/>
        </p:nvPicPr>
        <p:blipFill>
          <a:blip r:embed="rId57" cstate="print">
            <a:extLst>
              <a:ext uri="{FC367479-939D-4AAA-F254-1E5F8D2F428B}"/>
            </a:extLst>
          </a:blip>
          <a:srcRect/>
          <a:stretch>
            <a:fillRect/>
          </a:stretch>
        </p:blipFill>
        <p:spPr>
          <a:xfrm>
            <a:off x="2359736" y="7269506"/>
            <a:ext cx="266700" cy="152400"/>
          </a:xfrm>
          <a:prstGeom prst="rect">
            <a:avLst/>
          </a:prstGeom>
        </p:spPr>
      </p:pic>
      <p:pic>
        <p:nvPicPr>
          <p:cNvPr id="109" name="A6C78263-AC5D-4055-E2E8-AB2E20F11A0D"/>
          <p:cNvPicPr>
            <a:picLocks noChangeAspect="1"/>
          </p:cNvPicPr>
          <p:nvPr/>
        </p:nvPicPr>
        <p:blipFill>
          <a:blip r:embed="rId58" cstate="print">
            <a:extLst>
              <a:ext uri="{3DCC9035-F6FD-4DF3-3F65-EA0D05C1EE97}"/>
            </a:extLst>
          </a:blip>
          <a:srcRect/>
          <a:stretch>
            <a:fillRect/>
          </a:stretch>
        </p:blipFill>
        <p:spPr>
          <a:xfrm>
            <a:off x="2678265" y="7267995"/>
            <a:ext cx="428625" cy="152400"/>
          </a:xfrm>
          <a:prstGeom prst="rect">
            <a:avLst/>
          </a:prstGeom>
        </p:spPr>
      </p:pic>
      <p:sp>
        <p:nvSpPr>
          <p:cNvPr id="110" name="VectorPath 110"/>
          <p:cNvSpPr/>
          <p:nvPr/>
        </p:nvSpPr>
        <p:spPr>
          <a:xfrm>
            <a:off x="1650960" y="7243788"/>
            <a:ext cx="50508" cy="184150"/>
          </a:xfrm>
          <a:custGeom>
            <a:rect l="l" t="t" r="r" b="b"/>
            <a:pathLst>
              <a:path w="50508" h="184150">
                <a:moveTo>
                  <a:pt x="50508" y="6109"/>
                </a:moveTo>
                <a:cubicBezTo>
                  <a:pt x="38506" y="10630"/>
                  <a:pt x="29413" y="20472"/>
                  <a:pt x="23241" y="35661"/>
                </a:cubicBezTo>
                <a:cubicBezTo>
                  <a:pt x="17056" y="50838"/>
                  <a:pt x="13970" y="69672"/>
                  <a:pt x="13970" y="92164"/>
                </a:cubicBezTo>
                <a:cubicBezTo>
                  <a:pt x="13970" y="114579"/>
                  <a:pt x="17056" y="133375"/>
                  <a:pt x="23241" y="148539"/>
                </a:cubicBezTo>
                <a:cubicBezTo>
                  <a:pt x="29413" y="163690"/>
                  <a:pt x="38506" y="173533"/>
                  <a:pt x="50508" y="178054"/>
                </a:cubicBezTo>
                <a:lnTo>
                  <a:pt x="48641" y="184150"/>
                </a:lnTo>
                <a:cubicBezTo>
                  <a:pt x="33172" y="180086"/>
                  <a:pt x="21196" y="169545"/>
                  <a:pt x="12713" y="152514"/>
                </a:cubicBezTo>
                <a:cubicBezTo>
                  <a:pt x="4242" y="135496"/>
                  <a:pt x="0" y="115354"/>
                  <a:pt x="0" y="92075"/>
                </a:cubicBezTo>
                <a:cubicBezTo>
                  <a:pt x="0" y="68809"/>
                  <a:pt x="4242" y="48666"/>
                  <a:pt x="12713" y="31636"/>
                </a:cubicBezTo>
                <a:cubicBezTo>
                  <a:pt x="21196" y="14618"/>
                  <a:pt x="33172" y="4076"/>
                  <a:pt x="48641" y="0"/>
                </a:cubicBezTo>
                <a:lnTo>
                  <a:pt x="50508" y="6109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grpSp>
        <p:nvGrpSpPr>
          <p:cNvPr id="111" name="Combination 111"/>
          <p:cNvGrpSpPr/>
          <p:nvPr/>
        </p:nvGrpSpPr>
        <p:grpSpPr>
          <a:xfrm>
            <a:off x="2015196" y="7243789"/>
            <a:ext cx="115938" cy="184150"/>
            <a:chOff x="2015196" y="7243789"/>
            <a:chExt cx="115938" cy="184150"/>
          </a:xfrm>
        </p:grpSpPr>
        <p:sp>
          <p:nvSpPr>
            <p:cNvPr id="112" name="VectorPath 112"/>
            <p:cNvSpPr/>
            <p:nvPr/>
          </p:nvSpPr>
          <p:spPr>
            <a:xfrm>
              <a:off x="2015196" y="7265200"/>
              <a:ext cx="46863" cy="140970"/>
            </a:xfrm>
            <a:custGeom>
              <a:rect l="l" t="t" r="r" b="b"/>
              <a:pathLst>
                <a:path w="46863" h="140970">
                  <a:moveTo>
                    <a:pt x="34163" y="69786"/>
                  </a:moveTo>
                  <a:cubicBezTo>
                    <a:pt x="34163" y="53048"/>
                    <a:pt x="31382" y="39141"/>
                    <a:pt x="25819" y="28067"/>
                  </a:cubicBezTo>
                  <a:cubicBezTo>
                    <a:pt x="20269" y="16992"/>
                    <a:pt x="11659" y="9550"/>
                    <a:pt x="0" y="5740"/>
                  </a:cubicBezTo>
                  <a:lnTo>
                    <a:pt x="2007" y="0"/>
                  </a:lnTo>
                  <a:cubicBezTo>
                    <a:pt x="16497" y="3823"/>
                    <a:pt x="27597" y="12052"/>
                    <a:pt x="35293" y="24714"/>
                  </a:cubicBezTo>
                  <a:cubicBezTo>
                    <a:pt x="43002" y="37376"/>
                    <a:pt x="46863" y="52641"/>
                    <a:pt x="46863" y="70536"/>
                  </a:cubicBezTo>
                  <a:cubicBezTo>
                    <a:pt x="46863" y="88455"/>
                    <a:pt x="43015" y="103734"/>
                    <a:pt x="35331" y="116344"/>
                  </a:cubicBezTo>
                  <a:cubicBezTo>
                    <a:pt x="27648" y="128943"/>
                    <a:pt x="16548" y="137160"/>
                    <a:pt x="2007" y="140970"/>
                  </a:cubicBezTo>
                  <a:lnTo>
                    <a:pt x="229" y="135242"/>
                  </a:lnTo>
                  <a:cubicBezTo>
                    <a:pt x="11684" y="131420"/>
                    <a:pt x="20206" y="123889"/>
                    <a:pt x="25781" y="112649"/>
                  </a:cubicBezTo>
                  <a:cubicBezTo>
                    <a:pt x="31369" y="101409"/>
                    <a:pt x="34163" y="87122"/>
                    <a:pt x="34163" y="69786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113" name="VectorPath 113"/>
            <p:cNvSpPr/>
            <p:nvPr/>
          </p:nvSpPr>
          <p:spPr>
            <a:xfrm>
              <a:off x="2080639" y="7243789"/>
              <a:ext cx="50495" cy="184150"/>
            </a:xfrm>
            <a:custGeom>
              <a:rect l="l" t="t" r="r" b="b"/>
              <a:pathLst>
                <a:path w="50495" h="184150">
                  <a:moveTo>
                    <a:pt x="1854" y="0"/>
                  </a:moveTo>
                  <a:cubicBezTo>
                    <a:pt x="17335" y="4077"/>
                    <a:pt x="29312" y="14618"/>
                    <a:pt x="37782" y="31636"/>
                  </a:cubicBezTo>
                  <a:cubicBezTo>
                    <a:pt x="46266" y="48666"/>
                    <a:pt x="50495" y="68809"/>
                    <a:pt x="50495" y="92075"/>
                  </a:cubicBezTo>
                  <a:cubicBezTo>
                    <a:pt x="50495" y="115354"/>
                    <a:pt x="46266" y="135496"/>
                    <a:pt x="37782" y="152514"/>
                  </a:cubicBezTo>
                  <a:cubicBezTo>
                    <a:pt x="29312" y="169545"/>
                    <a:pt x="17335" y="180086"/>
                    <a:pt x="1854" y="184150"/>
                  </a:cubicBezTo>
                  <a:lnTo>
                    <a:pt x="0" y="178054"/>
                  </a:lnTo>
                  <a:cubicBezTo>
                    <a:pt x="12001" y="173533"/>
                    <a:pt x="21095" y="163690"/>
                    <a:pt x="27267" y="148539"/>
                  </a:cubicBezTo>
                  <a:cubicBezTo>
                    <a:pt x="33439" y="133376"/>
                    <a:pt x="36525" y="114579"/>
                    <a:pt x="36525" y="92164"/>
                  </a:cubicBezTo>
                  <a:cubicBezTo>
                    <a:pt x="36525" y="69672"/>
                    <a:pt x="33439" y="50838"/>
                    <a:pt x="27267" y="35662"/>
                  </a:cubicBezTo>
                  <a:cubicBezTo>
                    <a:pt x="21095" y="20472"/>
                    <a:pt x="12001" y="10630"/>
                    <a:pt x="0" y="6109"/>
                  </a:cubicBezTo>
                  <a:lnTo>
                    <a:pt x="1854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</p:grpSp>
      <p:sp>
        <p:nvSpPr>
          <p:cNvPr id="114" name="TextBox114"/>
          <p:cNvSpPr txBox="1"/>
          <p:nvPr/>
        </p:nvSpPr>
        <p:spPr>
          <a:xfrm>
            <a:off x="1289901" y="7221970"/>
            <a:ext cx="347472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3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115" name="E692C3EB-4D5A-4712-396B-DBCE9634E023"/>
          <p:cNvPicPr>
            <a:picLocks noChangeAspect="1"/>
          </p:cNvPicPr>
          <p:nvPr/>
        </p:nvPicPr>
        <p:blipFill>
          <a:blip r:embed="rId59" cstate="print">
            <a:extLst>
              <a:ext uri="{6BBE4C3A-57AD-4587-36BF-347A2A4F2FDE}"/>
            </a:extLst>
          </a:blip>
          <a:srcRect/>
          <a:stretch>
            <a:fillRect/>
          </a:stretch>
        </p:blipFill>
        <p:spPr>
          <a:xfrm>
            <a:off x="1289901" y="7221970"/>
            <a:ext cx="352425" cy="219075"/>
          </a:xfrm>
          <a:prstGeom prst="rect">
            <a:avLst/>
          </a:prstGeom>
        </p:spPr>
      </p:pic>
      <p:pic>
        <p:nvPicPr>
          <p:cNvPr id="116" name="DD56A074-EC2C-4826-A399-0456CAF48CC5"/>
          <p:cNvPicPr>
            <a:picLocks noChangeAspect="1"/>
          </p:cNvPicPr>
          <p:nvPr/>
        </p:nvPicPr>
        <p:blipFill>
          <a:blip r:embed="rId60" cstate="print">
            <a:extLst>
              <a:ext uri="{D702B32C-07AB-463B-E59F-E12C6CE802EB}"/>
            </a:extLst>
          </a:blip>
          <a:srcRect/>
          <a:stretch>
            <a:fillRect/>
          </a:stretch>
        </p:blipFill>
        <p:spPr>
          <a:xfrm>
            <a:off x="3964521" y="6840970"/>
            <a:ext cx="352425" cy="219075"/>
          </a:xfrm>
          <a:prstGeom prst="rect">
            <a:avLst/>
          </a:prstGeom>
        </p:spPr>
      </p:pic>
      <p:sp>
        <p:nvSpPr>
          <p:cNvPr id="117" name="VectorPath 117"/>
          <p:cNvSpPr/>
          <p:nvPr/>
        </p:nvSpPr>
        <p:spPr>
          <a:xfrm>
            <a:off x="4325581" y="6862788"/>
            <a:ext cx="50508" cy="184150"/>
          </a:xfrm>
          <a:custGeom>
            <a:rect l="l" t="t" r="r" b="b"/>
            <a:pathLst>
              <a:path w="50508" h="184150">
                <a:moveTo>
                  <a:pt x="50508" y="6109"/>
                </a:moveTo>
                <a:cubicBezTo>
                  <a:pt x="38506" y="10630"/>
                  <a:pt x="29413" y="20472"/>
                  <a:pt x="23241" y="35661"/>
                </a:cubicBezTo>
                <a:cubicBezTo>
                  <a:pt x="17056" y="50838"/>
                  <a:pt x="13970" y="69672"/>
                  <a:pt x="13970" y="92164"/>
                </a:cubicBezTo>
                <a:cubicBezTo>
                  <a:pt x="13970" y="114579"/>
                  <a:pt x="17056" y="133375"/>
                  <a:pt x="23241" y="148539"/>
                </a:cubicBezTo>
                <a:cubicBezTo>
                  <a:pt x="29413" y="163690"/>
                  <a:pt x="38506" y="173533"/>
                  <a:pt x="50508" y="178054"/>
                </a:cubicBezTo>
                <a:lnTo>
                  <a:pt x="48641" y="184150"/>
                </a:lnTo>
                <a:cubicBezTo>
                  <a:pt x="33172" y="180086"/>
                  <a:pt x="21196" y="169545"/>
                  <a:pt x="12712" y="152514"/>
                </a:cubicBezTo>
                <a:cubicBezTo>
                  <a:pt x="4242" y="135496"/>
                  <a:pt x="0" y="115354"/>
                  <a:pt x="0" y="92075"/>
                </a:cubicBezTo>
                <a:cubicBezTo>
                  <a:pt x="0" y="68809"/>
                  <a:pt x="4242" y="48666"/>
                  <a:pt x="12712" y="31636"/>
                </a:cubicBezTo>
                <a:cubicBezTo>
                  <a:pt x="21196" y="14618"/>
                  <a:pt x="33172" y="4076"/>
                  <a:pt x="48641" y="0"/>
                </a:cubicBezTo>
                <a:lnTo>
                  <a:pt x="50508" y="6109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118" name="9BB45734-AAF8-4940-09BB-79F30C48C76B"/>
          <p:cNvPicPr>
            <a:picLocks noChangeAspect="1"/>
          </p:cNvPicPr>
          <p:nvPr/>
        </p:nvPicPr>
        <p:blipFill>
          <a:blip r:embed="rId61" cstate="print">
            <a:extLst>
              <a:ext uri="{F6D4D23C-E4F0-4AE2-9183-9BDE2E36098A}"/>
            </a:extLst>
          </a:blip>
          <a:srcRect/>
          <a:stretch>
            <a:fillRect/>
          </a:stretch>
        </p:blipFill>
        <p:spPr>
          <a:xfrm>
            <a:off x="4380573" y="6886995"/>
            <a:ext cx="57150" cy="152400"/>
          </a:xfrm>
          <a:prstGeom prst="rect">
            <a:avLst/>
          </a:prstGeom>
        </p:spPr>
      </p:pic>
      <p:sp>
        <p:nvSpPr>
          <p:cNvPr id="119" name="VectorPath 119"/>
          <p:cNvSpPr/>
          <p:nvPr/>
        </p:nvSpPr>
        <p:spPr>
          <a:xfrm>
            <a:off x="4553546" y="6884200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4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4" y="16992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120" name="6F19CFE7-BE40-4971-9707-7A5A66C6FE33"/>
          <p:cNvPicPr>
            <a:picLocks noChangeAspect="1"/>
          </p:cNvPicPr>
          <p:nvPr/>
        </p:nvPicPr>
        <p:blipFill>
          <a:blip r:embed="rId62" cstate="print">
            <a:extLst>
              <a:ext uri="{31F90C49-5FA5-4A4B-1CB0-AD3D0125690E}"/>
            </a:extLst>
          </a:blip>
          <a:srcRect/>
          <a:stretch>
            <a:fillRect/>
          </a:stretch>
        </p:blipFill>
        <p:spPr>
          <a:xfrm>
            <a:off x="4603077" y="6886995"/>
            <a:ext cx="95250" cy="152400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4689816" y="6884200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8"/>
                  <a:pt x="31382" y="39141"/>
                  <a:pt x="25819" y="28067"/>
                </a:cubicBezTo>
                <a:cubicBezTo>
                  <a:pt x="20269" y="16992"/>
                  <a:pt x="11659" y="9550"/>
                  <a:pt x="0" y="5740"/>
                </a:cubicBezTo>
                <a:lnTo>
                  <a:pt x="2006" y="0"/>
                </a:lnTo>
                <a:cubicBezTo>
                  <a:pt x="16497" y="3823"/>
                  <a:pt x="27597" y="12052"/>
                  <a:pt x="35293" y="24714"/>
                </a:cubicBezTo>
                <a:cubicBezTo>
                  <a:pt x="43002" y="37376"/>
                  <a:pt x="46863" y="52641"/>
                  <a:pt x="46863" y="70536"/>
                </a:cubicBezTo>
                <a:cubicBezTo>
                  <a:pt x="46863" y="88455"/>
                  <a:pt x="43015" y="103734"/>
                  <a:pt x="35332" y="116344"/>
                </a:cubicBezTo>
                <a:cubicBezTo>
                  <a:pt x="27648" y="128943"/>
                  <a:pt x="16548" y="137160"/>
                  <a:pt x="2006" y="140970"/>
                </a:cubicBezTo>
                <a:lnTo>
                  <a:pt x="229" y="135242"/>
                </a:lnTo>
                <a:cubicBezTo>
                  <a:pt x="11684" y="131420"/>
                  <a:pt x="20206" y="123889"/>
                  <a:pt x="25781" y="112649"/>
                </a:cubicBezTo>
                <a:cubicBezTo>
                  <a:pt x="31369" y="101409"/>
                  <a:pt x="34163" y="87122"/>
                  <a:pt x="34163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122" name="TextBox122"/>
          <p:cNvSpPr txBox="1"/>
          <p:nvPr/>
        </p:nvSpPr>
        <p:spPr>
          <a:xfrm>
            <a:off x="3964521" y="6840970"/>
            <a:ext cx="841234" cy="58696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83333"/>
              </a:lnSpc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123" name="9BF75E8F-C055-4F7C-F57D-A7610A75604B"/>
          <p:cNvPicPr>
            <a:picLocks noChangeAspect="1"/>
          </p:cNvPicPr>
          <p:nvPr/>
        </p:nvPicPr>
        <p:blipFill>
          <a:blip r:embed="rId63" cstate="print">
            <a:extLst>
              <a:ext uri="{8F83DDF6-4E15-4A7D-32D1-92039F8FC06F}"/>
            </a:extLst>
          </a:blip>
          <a:srcRect/>
          <a:stretch>
            <a:fillRect/>
          </a:stretch>
        </p:blipFill>
        <p:spPr>
          <a:xfrm>
            <a:off x="4427817" y="6886995"/>
            <a:ext cx="123825" cy="152400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4755259" y="6862789"/>
            <a:ext cx="50495" cy="184150"/>
          </a:xfrm>
          <a:custGeom>
            <a:rect l="l" t="t" r="r" b="b"/>
            <a:pathLst>
              <a:path w="50495" h="184150">
                <a:moveTo>
                  <a:pt x="1854" y="0"/>
                </a:moveTo>
                <a:cubicBezTo>
                  <a:pt x="17335" y="4077"/>
                  <a:pt x="29311" y="14618"/>
                  <a:pt x="37783" y="31636"/>
                </a:cubicBezTo>
                <a:cubicBezTo>
                  <a:pt x="46266" y="48666"/>
                  <a:pt x="50495" y="68809"/>
                  <a:pt x="50495" y="92075"/>
                </a:cubicBezTo>
                <a:cubicBezTo>
                  <a:pt x="50495" y="115354"/>
                  <a:pt x="46266" y="135496"/>
                  <a:pt x="37783" y="152514"/>
                </a:cubicBezTo>
                <a:cubicBezTo>
                  <a:pt x="29311" y="169545"/>
                  <a:pt x="17335" y="180086"/>
                  <a:pt x="1854" y="184150"/>
                </a:cubicBezTo>
                <a:lnTo>
                  <a:pt x="0" y="178054"/>
                </a:lnTo>
                <a:cubicBezTo>
                  <a:pt x="12002" y="173533"/>
                  <a:pt x="21095" y="163690"/>
                  <a:pt x="27267" y="148539"/>
                </a:cubicBezTo>
                <a:cubicBezTo>
                  <a:pt x="33439" y="133376"/>
                  <a:pt x="36525" y="114579"/>
                  <a:pt x="36525" y="92164"/>
                </a:cubicBezTo>
                <a:cubicBezTo>
                  <a:pt x="36525" y="69672"/>
                  <a:pt x="33439" y="50838"/>
                  <a:pt x="27267" y="35662"/>
                </a:cubicBezTo>
                <a:cubicBezTo>
                  <a:pt x="21095" y="20472"/>
                  <a:pt x="12002" y="10630"/>
                  <a:pt x="0" y="6109"/>
                </a:cubicBezTo>
                <a:lnTo>
                  <a:pt x="1854" y="0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125" name="70AEDA1A-04E6-45C4-63C4-3088182A8679"/>
          <p:cNvPicPr>
            <a:picLocks noChangeAspect="1"/>
          </p:cNvPicPr>
          <p:nvPr/>
        </p:nvPicPr>
        <p:blipFill>
          <a:blip r:embed="rId64" cstate="print">
            <a:extLst>
              <a:ext uri="{4BEDA2D8-528D-4E9D-1F72-890655E22B84}"/>
            </a:extLst>
          </a:blip>
          <a:srcRect/>
          <a:stretch>
            <a:fillRect/>
          </a:stretch>
        </p:blipFill>
        <p:spPr>
          <a:xfrm>
            <a:off x="3993477" y="7221970"/>
            <a:ext cx="361950" cy="219075"/>
          </a:xfrm>
          <a:prstGeom prst="rect">
            <a:avLst/>
          </a:prstGeom>
        </p:spPr>
      </p:pic>
      <p:sp>
        <p:nvSpPr>
          <p:cNvPr id="126" name="VectorPath 126"/>
          <p:cNvSpPr/>
          <p:nvPr/>
        </p:nvSpPr>
        <p:spPr>
          <a:xfrm>
            <a:off x="4363045" y="7243788"/>
            <a:ext cx="50508" cy="184150"/>
          </a:xfrm>
          <a:custGeom>
            <a:rect l="l" t="t" r="r" b="b"/>
            <a:pathLst>
              <a:path w="50508" h="184150">
                <a:moveTo>
                  <a:pt x="50508" y="6109"/>
                </a:moveTo>
                <a:cubicBezTo>
                  <a:pt x="38506" y="10630"/>
                  <a:pt x="29413" y="20472"/>
                  <a:pt x="23241" y="35661"/>
                </a:cubicBezTo>
                <a:cubicBezTo>
                  <a:pt x="17056" y="50838"/>
                  <a:pt x="13970" y="69672"/>
                  <a:pt x="13970" y="92164"/>
                </a:cubicBezTo>
                <a:cubicBezTo>
                  <a:pt x="13970" y="114579"/>
                  <a:pt x="17056" y="133375"/>
                  <a:pt x="23241" y="148539"/>
                </a:cubicBezTo>
                <a:cubicBezTo>
                  <a:pt x="29413" y="163690"/>
                  <a:pt x="38506" y="173533"/>
                  <a:pt x="50508" y="178054"/>
                </a:cubicBezTo>
                <a:lnTo>
                  <a:pt x="48641" y="184150"/>
                </a:lnTo>
                <a:cubicBezTo>
                  <a:pt x="33172" y="180086"/>
                  <a:pt x="21196" y="169545"/>
                  <a:pt x="12712" y="152514"/>
                </a:cubicBezTo>
                <a:cubicBezTo>
                  <a:pt x="4242" y="135496"/>
                  <a:pt x="0" y="115354"/>
                  <a:pt x="0" y="92075"/>
                </a:cubicBezTo>
                <a:cubicBezTo>
                  <a:pt x="0" y="68809"/>
                  <a:pt x="4242" y="48666"/>
                  <a:pt x="12712" y="31636"/>
                </a:cubicBezTo>
                <a:cubicBezTo>
                  <a:pt x="21196" y="14618"/>
                  <a:pt x="33172" y="4076"/>
                  <a:pt x="48641" y="0"/>
                </a:cubicBezTo>
                <a:lnTo>
                  <a:pt x="50508" y="6109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127" name="76756672-B98F-451C-6FC9-B53C0A75395A"/>
          <p:cNvPicPr>
            <a:picLocks noChangeAspect="1"/>
          </p:cNvPicPr>
          <p:nvPr/>
        </p:nvPicPr>
        <p:blipFill>
          <a:blip r:embed="rId65" cstate="print">
            <a:extLst>
              <a:ext uri="{101605B1-8EBC-4E0A-66F5-6EE1FB56FA47}"/>
            </a:extLst>
          </a:blip>
          <a:srcRect/>
          <a:stretch>
            <a:fillRect/>
          </a:stretch>
        </p:blipFill>
        <p:spPr>
          <a:xfrm>
            <a:off x="4417136" y="7267995"/>
            <a:ext cx="171450" cy="152400"/>
          </a:xfrm>
          <a:prstGeom prst="rect">
            <a:avLst/>
          </a:prstGeom>
        </p:spPr>
      </p:pic>
      <p:sp>
        <p:nvSpPr>
          <p:cNvPr id="128" name="VectorPath 128"/>
          <p:cNvSpPr/>
          <p:nvPr/>
        </p:nvSpPr>
        <p:spPr>
          <a:xfrm>
            <a:off x="4591010" y="7265200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4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4" y="16992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129" name="25ACA118-E508-4E98-7F09-3DDF10882FDD"/>
          <p:cNvPicPr>
            <a:picLocks noChangeAspect="1"/>
          </p:cNvPicPr>
          <p:nvPr/>
        </p:nvPicPr>
        <p:blipFill>
          <a:blip r:embed="rId66" cstate="print">
            <a:extLst>
              <a:ext uri="{9B4FEF39-B16C-45F5-5E67-48EF71E24697}"/>
            </a:extLst>
          </a:blip>
          <a:srcRect/>
          <a:stretch>
            <a:fillRect/>
          </a:stretch>
        </p:blipFill>
        <p:spPr>
          <a:xfrm>
            <a:off x="4641177" y="7267995"/>
            <a:ext cx="95250" cy="152400"/>
          </a:xfrm>
          <a:prstGeom prst="rect">
            <a:avLst/>
          </a:prstGeom>
        </p:spPr>
      </p:pic>
      <p:sp>
        <p:nvSpPr>
          <p:cNvPr id="130" name="TextBox130"/>
          <p:cNvSpPr txBox="1"/>
          <p:nvPr/>
        </p:nvSpPr>
        <p:spPr>
          <a:xfrm>
            <a:off x="4814649" y="6787391"/>
            <a:ext cx="171212" cy="13137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470"/>
              </a:lnSpc>
            </a:pPr>
            <a:r>
              <a:rPr lang="en-US" altLang="zh-CN" sz="850" i="1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－</a:t>
            </a:r>
            <a:r>
              <a:rPr lang="en-US" altLang="zh-CN" sz="800" kern="0" spc="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131" name="VectorPath 131"/>
          <p:cNvSpPr/>
          <p:nvPr/>
        </p:nvSpPr>
        <p:spPr>
          <a:xfrm>
            <a:off x="5559386" y="6884200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4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4" y="16992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132" name="VectorPath 132"/>
          <p:cNvSpPr/>
          <p:nvPr/>
        </p:nvSpPr>
        <p:spPr>
          <a:xfrm>
            <a:off x="5331420" y="6862788"/>
            <a:ext cx="50508" cy="184150"/>
          </a:xfrm>
          <a:custGeom>
            <a:rect l="l" t="t" r="r" b="b"/>
            <a:pathLst>
              <a:path w="50508" h="184150">
                <a:moveTo>
                  <a:pt x="50508" y="6109"/>
                </a:moveTo>
                <a:cubicBezTo>
                  <a:pt x="38506" y="10630"/>
                  <a:pt x="29413" y="20472"/>
                  <a:pt x="23241" y="35661"/>
                </a:cubicBezTo>
                <a:cubicBezTo>
                  <a:pt x="17056" y="50838"/>
                  <a:pt x="13970" y="69672"/>
                  <a:pt x="13970" y="92164"/>
                </a:cubicBezTo>
                <a:cubicBezTo>
                  <a:pt x="13970" y="114579"/>
                  <a:pt x="17056" y="133375"/>
                  <a:pt x="23241" y="148539"/>
                </a:cubicBezTo>
                <a:cubicBezTo>
                  <a:pt x="29413" y="163690"/>
                  <a:pt x="38506" y="173533"/>
                  <a:pt x="50508" y="178054"/>
                </a:cubicBezTo>
                <a:lnTo>
                  <a:pt x="48641" y="184150"/>
                </a:lnTo>
                <a:cubicBezTo>
                  <a:pt x="33172" y="180086"/>
                  <a:pt x="21196" y="169545"/>
                  <a:pt x="12712" y="152514"/>
                </a:cubicBezTo>
                <a:cubicBezTo>
                  <a:pt x="4242" y="135496"/>
                  <a:pt x="0" y="115354"/>
                  <a:pt x="0" y="92075"/>
                </a:cubicBezTo>
                <a:cubicBezTo>
                  <a:pt x="0" y="68809"/>
                  <a:pt x="4242" y="48666"/>
                  <a:pt x="12712" y="31636"/>
                </a:cubicBezTo>
                <a:cubicBezTo>
                  <a:pt x="21196" y="14618"/>
                  <a:pt x="33172" y="4076"/>
                  <a:pt x="48641" y="0"/>
                </a:cubicBezTo>
                <a:lnTo>
                  <a:pt x="50508" y="6109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133" name="7AA0EADE-CBED-4FD2-94D4-CE292CF2A801"/>
          <p:cNvPicPr>
            <a:picLocks noChangeAspect="1"/>
          </p:cNvPicPr>
          <p:nvPr/>
        </p:nvPicPr>
        <p:blipFill>
          <a:blip r:embed="rId67" cstate="print">
            <a:extLst>
              <a:ext uri="{7E0F6C34-0E3C-4B33-6AA3-B44D078EBB8B}"/>
            </a:extLst>
          </a:blip>
          <a:srcRect/>
          <a:stretch>
            <a:fillRect/>
          </a:stretch>
        </p:blipFill>
        <p:spPr>
          <a:xfrm>
            <a:off x="5067897" y="6888506"/>
            <a:ext cx="257175" cy="152400"/>
          </a:xfrm>
          <a:prstGeom prst="rect">
            <a:avLst/>
          </a:prstGeom>
        </p:spPr>
      </p:pic>
      <p:pic>
        <p:nvPicPr>
          <p:cNvPr id="134" name="75FF9C2C-74C5-4D8E-8527-D4953DFFC632"/>
          <p:cNvPicPr>
            <a:picLocks noChangeAspect="1"/>
          </p:cNvPicPr>
          <p:nvPr/>
        </p:nvPicPr>
        <p:blipFill>
          <a:blip r:embed="rId68" cstate="print">
            <a:extLst>
              <a:ext uri="{6084C5A5-EC8E-499E-8FF9-63D09FCD10D6}"/>
            </a:extLst>
          </a:blip>
          <a:srcRect/>
          <a:stretch>
            <a:fillRect/>
          </a:stretch>
        </p:blipFill>
        <p:spPr>
          <a:xfrm>
            <a:off x="5386413" y="6886995"/>
            <a:ext cx="314325" cy="152400"/>
          </a:xfrm>
          <a:prstGeom prst="rect">
            <a:avLst/>
          </a:prstGeom>
        </p:spPr>
      </p:pic>
      <p:sp>
        <p:nvSpPr>
          <p:cNvPr id="135" name="TextBox135"/>
          <p:cNvSpPr txBox="1"/>
          <p:nvPr/>
        </p:nvSpPr>
        <p:spPr>
          <a:xfrm>
            <a:off x="5045037" y="6886995"/>
            <a:ext cx="739292" cy="5253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2860" marR="0" indent="0" eaLnBrk="0">
              <a:lnSpc>
                <a:spcPct val="9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5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9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36" name="TextBox136"/>
          <p:cNvSpPr txBox="1"/>
          <p:nvPr/>
        </p:nvSpPr>
        <p:spPr>
          <a:xfrm>
            <a:off x="4856061" y="7177912"/>
            <a:ext cx="140469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lang="en-US" altLang="zh-CN" sz="800" kern="0" spc="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137" name="VectorPath 137"/>
          <p:cNvSpPr/>
          <p:nvPr/>
        </p:nvSpPr>
        <p:spPr>
          <a:xfrm>
            <a:off x="5536526" y="7265200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4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4" y="16992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138" name="373827CF-62E2-4D2F-9F1E-F5F3E59FC0EA"/>
          <p:cNvPicPr>
            <a:picLocks noChangeAspect="1"/>
          </p:cNvPicPr>
          <p:nvPr/>
        </p:nvPicPr>
        <p:blipFill>
          <a:blip r:embed="rId69" cstate="print">
            <a:extLst>
              <a:ext uri="{D5B2C604-C10B-4806-AB7D-99974DE1494D}"/>
            </a:extLst>
          </a:blip>
          <a:srcRect/>
          <a:stretch>
            <a:fillRect/>
          </a:stretch>
        </p:blipFill>
        <p:spPr>
          <a:xfrm>
            <a:off x="5045037" y="7269506"/>
            <a:ext cx="257175" cy="152400"/>
          </a:xfrm>
          <a:prstGeom prst="rect">
            <a:avLst/>
          </a:prstGeom>
        </p:spPr>
      </p:pic>
      <p:pic>
        <p:nvPicPr>
          <p:cNvPr id="139" name="0DE8015A-61A9-4630-538E-E72D44018FF1"/>
          <p:cNvPicPr>
            <a:picLocks noChangeAspect="1"/>
          </p:cNvPicPr>
          <p:nvPr/>
        </p:nvPicPr>
        <p:blipFill>
          <a:blip r:embed="rId70" cstate="print">
            <a:extLst>
              <a:ext uri="{C88B5282-99E4-413D-9A64-0190B873D77B}"/>
            </a:extLst>
          </a:blip>
          <a:srcRect/>
          <a:stretch>
            <a:fillRect/>
          </a:stretch>
        </p:blipFill>
        <p:spPr>
          <a:xfrm>
            <a:off x="5363553" y="7267995"/>
            <a:ext cx="428625" cy="152400"/>
          </a:xfrm>
          <a:prstGeom prst="rect">
            <a:avLst/>
          </a:prstGeom>
        </p:spPr>
      </p:pic>
      <p:pic>
        <p:nvPicPr>
          <p:cNvPr id="140" name="C5F04D69-F270-4A5F-B581-B7881E87D5AE"/>
          <p:cNvPicPr>
            <a:picLocks noChangeAspect="1"/>
          </p:cNvPicPr>
          <p:nvPr/>
        </p:nvPicPr>
        <p:blipFill>
          <a:blip r:embed="rId71" cstate="print">
            <a:extLst>
              <a:ext uri="{20B03D87-5202-4C3F-39B9-6CD03A033670}"/>
            </a:extLst>
          </a:blip>
          <a:srcRect/>
          <a:stretch>
            <a:fillRect/>
          </a:stretch>
        </p:blipFill>
        <p:spPr>
          <a:xfrm>
            <a:off x="5825325" y="6818268"/>
            <a:ext cx="76200" cy="104775"/>
          </a:xfrm>
          <a:prstGeom prst="rect">
            <a:avLst/>
          </a:prstGeom>
        </p:spPr>
      </p:pic>
      <p:pic>
        <p:nvPicPr>
          <p:cNvPr id="141" name="68EE5FC3-9C5D-4BAC-A272-78FED3F3AA5D"/>
          <p:cNvPicPr>
            <a:picLocks noChangeAspect="1"/>
          </p:cNvPicPr>
          <p:nvPr/>
        </p:nvPicPr>
        <p:blipFill>
          <a:blip r:embed="rId72" cstate="print">
            <a:extLst>
              <a:ext uri="{E314A7B9-4B8B-4387-F059-D36A493529BD}"/>
            </a:extLst>
          </a:blip>
          <a:srcRect/>
          <a:stretch>
            <a:fillRect/>
          </a:stretch>
        </p:blipFill>
        <p:spPr>
          <a:xfrm>
            <a:off x="5915229" y="7199269"/>
            <a:ext cx="66675" cy="104775"/>
          </a:xfrm>
          <a:prstGeom prst="rect">
            <a:avLst/>
          </a:prstGeom>
        </p:spPr>
      </p:pic>
      <p:grpSp>
        <p:nvGrpSpPr>
          <p:cNvPr id="142" name="Combination 142"/>
          <p:cNvGrpSpPr/>
          <p:nvPr/>
        </p:nvGrpSpPr>
        <p:grpSpPr>
          <a:xfrm>
            <a:off x="3102316" y="7243789"/>
            <a:ext cx="115939" cy="184150"/>
            <a:chOff x="3102316" y="7243789"/>
            <a:chExt cx="115939" cy="184150"/>
          </a:xfrm>
        </p:grpSpPr>
        <p:sp>
          <p:nvSpPr>
            <p:cNvPr id="143" name="VectorPath 143"/>
            <p:cNvSpPr/>
            <p:nvPr/>
          </p:nvSpPr>
          <p:spPr>
            <a:xfrm>
              <a:off x="3102316" y="7265200"/>
              <a:ext cx="46863" cy="140970"/>
            </a:xfrm>
            <a:custGeom>
              <a:rect l="l" t="t" r="r" b="b"/>
              <a:pathLst>
                <a:path w="46863" h="140970">
                  <a:moveTo>
                    <a:pt x="34163" y="69786"/>
                  </a:moveTo>
                  <a:cubicBezTo>
                    <a:pt x="34163" y="53048"/>
                    <a:pt x="31382" y="39141"/>
                    <a:pt x="25819" y="28067"/>
                  </a:cubicBezTo>
                  <a:cubicBezTo>
                    <a:pt x="20269" y="16992"/>
                    <a:pt x="11659" y="9550"/>
                    <a:pt x="0" y="5740"/>
                  </a:cubicBezTo>
                  <a:lnTo>
                    <a:pt x="2007" y="0"/>
                  </a:lnTo>
                  <a:cubicBezTo>
                    <a:pt x="16497" y="3823"/>
                    <a:pt x="27597" y="12052"/>
                    <a:pt x="35293" y="24714"/>
                  </a:cubicBezTo>
                  <a:cubicBezTo>
                    <a:pt x="43002" y="37376"/>
                    <a:pt x="46863" y="52641"/>
                    <a:pt x="46863" y="70536"/>
                  </a:cubicBezTo>
                  <a:cubicBezTo>
                    <a:pt x="46863" y="88455"/>
                    <a:pt x="43015" y="103734"/>
                    <a:pt x="35331" y="116344"/>
                  </a:cubicBezTo>
                  <a:cubicBezTo>
                    <a:pt x="27648" y="128943"/>
                    <a:pt x="16548" y="137160"/>
                    <a:pt x="2007" y="140970"/>
                  </a:cubicBezTo>
                  <a:lnTo>
                    <a:pt x="229" y="135242"/>
                  </a:lnTo>
                  <a:cubicBezTo>
                    <a:pt x="11684" y="131420"/>
                    <a:pt x="20206" y="123889"/>
                    <a:pt x="25781" y="112649"/>
                  </a:cubicBezTo>
                  <a:cubicBezTo>
                    <a:pt x="31369" y="101409"/>
                    <a:pt x="34163" y="87122"/>
                    <a:pt x="34163" y="69786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144" name="VectorPath 144"/>
            <p:cNvSpPr/>
            <p:nvPr/>
          </p:nvSpPr>
          <p:spPr>
            <a:xfrm>
              <a:off x="3167759" y="7243789"/>
              <a:ext cx="50495" cy="184150"/>
            </a:xfrm>
            <a:custGeom>
              <a:rect l="l" t="t" r="r" b="b"/>
              <a:pathLst>
                <a:path w="50495" h="184150">
                  <a:moveTo>
                    <a:pt x="1854" y="0"/>
                  </a:moveTo>
                  <a:cubicBezTo>
                    <a:pt x="17335" y="4077"/>
                    <a:pt x="29312" y="14618"/>
                    <a:pt x="37782" y="31636"/>
                  </a:cubicBezTo>
                  <a:cubicBezTo>
                    <a:pt x="46266" y="48666"/>
                    <a:pt x="50495" y="68809"/>
                    <a:pt x="50495" y="92075"/>
                  </a:cubicBezTo>
                  <a:cubicBezTo>
                    <a:pt x="50495" y="115354"/>
                    <a:pt x="46266" y="135496"/>
                    <a:pt x="37782" y="152514"/>
                  </a:cubicBezTo>
                  <a:cubicBezTo>
                    <a:pt x="29312" y="169545"/>
                    <a:pt x="17335" y="180086"/>
                    <a:pt x="1854" y="184150"/>
                  </a:cubicBezTo>
                  <a:lnTo>
                    <a:pt x="0" y="178054"/>
                  </a:lnTo>
                  <a:cubicBezTo>
                    <a:pt x="12001" y="173533"/>
                    <a:pt x="21095" y="163690"/>
                    <a:pt x="27267" y="148539"/>
                  </a:cubicBezTo>
                  <a:cubicBezTo>
                    <a:pt x="33439" y="133376"/>
                    <a:pt x="36525" y="114579"/>
                    <a:pt x="36525" y="92164"/>
                  </a:cubicBezTo>
                  <a:cubicBezTo>
                    <a:pt x="36525" y="69672"/>
                    <a:pt x="33439" y="50838"/>
                    <a:pt x="27267" y="35662"/>
                  </a:cubicBezTo>
                  <a:cubicBezTo>
                    <a:pt x="21095" y="20472"/>
                    <a:pt x="12001" y="10630"/>
                    <a:pt x="0" y="6109"/>
                  </a:cubicBezTo>
                  <a:lnTo>
                    <a:pt x="1854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</p:grpSp>
      <p:grpSp>
        <p:nvGrpSpPr>
          <p:cNvPr id="145" name="Combination 145"/>
          <p:cNvGrpSpPr/>
          <p:nvPr/>
        </p:nvGrpSpPr>
        <p:grpSpPr>
          <a:xfrm>
            <a:off x="4727281" y="7243789"/>
            <a:ext cx="115938" cy="184150"/>
            <a:chOff x="4727281" y="7243789"/>
            <a:chExt cx="115938" cy="184150"/>
          </a:xfrm>
        </p:grpSpPr>
        <p:sp>
          <p:nvSpPr>
            <p:cNvPr id="146" name="VectorPath 146"/>
            <p:cNvSpPr/>
            <p:nvPr/>
          </p:nvSpPr>
          <p:spPr>
            <a:xfrm>
              <a:off x="4727281" y="7265200"/>
              <a:ext cx="46863" cy="140970"/>
            </a:xfrm>
            <a:custGeom>
              <a:rect l="l" t="t" r="r" b="b"/>
              <a:pathLst>
                <a:path w="46863" h="140970">
                  <a:moveTo>
                    <a:pt x="34163" y="69786"/>
                  </a:moveTo>
                  <a:cubicBezTo>
                    <a:pt x="34163" y="53048"/>
                    <a:pt x="31382" y="39141"/>
                    <a:pt x="25819" y="28067"/>
                  </a:cubicBezTo>
                  <a:cubicBezTo>
                    <a:pt x="20269" y="16992"/>
                    <a:pt x="11659" y="9550"/>
                    <a:pt x="0" y="5740"/>
                  </a:cubicBezTo>
                  <a:lnTo>
                    <a:pt x="2006" y="0"/>
                  </a:lnTo>
                  <a:cubicBezTo>
                    <a:pt x="16497" y="3823"/>
                    <a:pt x="27597" y="12052"/>
                    <a:pt x="35293" y="24714"/>
                  </a:cubicBezTo>
                  <a:cubicBezTo>
                    <a:pt x="43002" y="37376"/>
                    <a:pt x="46863" y="52641"/>
                    <a:pt x="46863" y="70536"/>
                  </a:cubicBezTo>
                  <a:cubicBezTo>
                    <a:pt x="46863" y="88455"/>
                    <a:pt x="43015" y="103734"/>
                    <a:pt x="35332" y="116344"/>
                  </a:cubicBezTo>
                  <a:cubicBezTo>
                    <a:pt x="27648" y="128943"/>
                    <a:pt x="16548" y="137160"/>
                    <a:pt x="2006" y="140970"/>
                  </a:cubicBezTo>
                  <a:lnTo>
                    <a:pt x="229" y="135242"/>
                  </a:lnTo>
                  <a:cubicBezTo>
                    <a:pt x="11684" y="131420"/>
                    <a:pt x="20206" y="123889"/>
                    <a:pt x="25781" y="112649"/>
                  </a:cubicBezTo>
                  <a:cubicBezTo>
                    <a:pt x="31369" y="101409"/>
                    <a:pt x="34163" y="87122"/>
                    <a:pt x="34163" y="69786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147" name="VectorPath 147"/>
            <p:cNvSpPr/>
            <p:nvPr/>
          </p:nvSpPr>
          <p:spPr>
            <a:xfrm>
              <a:off x="4792724" y="7243789"/>
              <a:ext cx="50495" cy="184150"/>
            </a:xfrm>
            <a:custGeom>
              <a:rect l="l" t="t" r="r" b="b"/>
              <a:pathLst>
                <a:path w="50495" h="184150">
                  <a:moveTo>
                    <a:pt x="1854" y="0"/>
                  </a:moveTo>
                  <a:cubicBezTo>
                    <a:pt x="17335" y="4077"/>
                    <a:pt x="29311" y="14618"/>
                    <a:pt x="37783" y="31636"/>
                  </a:cubicBezTo>
                  <a:cubicBezTo>
                    <a:pt x="46266" y="48666"/>
                    <a:pt x="50495" y="68809"/>
                    <a:pt x="50495" y="92075"/>
                  </a:cubicBezTo>
                  <a:cubicBezTo>
                    <a:pt x="50495" y="115354"/>
                    <a:pt x="46266" y="135496"/>
                    <a:pt x="37783" y="152514"/>
                  </a:cubicBezTo>
                  <a:cubicBezTo>
                    <a:pt x="29311" y="169545"/>
                    <a:pt x="17335" y="180086"/>
                    <a:pt x="1854" y="184150"/>
                  </a:cubicBezTo>
                  <a:lnTo>
                    <a:pt x="0" y="178054"/>
                  </a:lnTo>
                  <a:cubicBezTo>
                    <a:pt x="12002" y="173533"/>
                    <a:pt x="21095" y="163690"/>
                    <a:pt x="27267" y="148539"/>
                  </a:cubicBezTo>
                  <a:cubicBezTo>
                    <a:pt x="33439" y="133376"/>
                    <a:pt x="36525" y="114579"/>
                    <a:pt x="36525" y="92164"/>
                  </a:cubicBezTo>
                  <a:cubicBezTo>
                    <a:pt x="36525" y="69672"/>
                    <a:pt x="33439" y="50838"/>
                    <a:pt x="27267" y="35662"/>
                  </a:cubicBezTo>
                  <a:cubicBezTo>
                    <a:pt x="21095" y="20472"/>
                    <a:pt x="12002" y="10630"/>
                    <a:pt x="0" y="6109"/>
                  </a:cubicBezTo>
                  <a:lnTo>
                    <a:pt x="1854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</p:grpSp>
      <p:sp>
        <p:nvSpPr>
          <p:cNvPr id="148" name="VectorPath 148"/>
          <p:cNvSpPr/>
          <p:nvPr/>
        </p:nvSpPr>
        <p:spPr>
          <a:xfrm>
            <a:off x="5308560" y="7243788"/>
            <a:ext cx="50508" cy="184150"/>
          </a:xfrm>
          <a:custGeom>
            <a:rect l="l" t="t" r="r" b="b"/>
            <a:pathLst>
              <a:path w="50508" h="184150">
                <a:moveTo>
                  <a:pt x="50508" y="6109"/>
                </a:moveTo>
                <a:cubicBezTo>
                  <a:pt x="38506" y="10630"/>
                  <a:pt x="29413" y="20472"/>
                  <a:pt x="23241" y="35661"/>
                </a:cubicBezTo>
                <a:cubicBezTo>
                  <a:pt x="17056" y="50838"/>
                  <a:pt x="13970" y="69672"/>
                  <a:pt x="13970" y="92164"/>
                </a:cubicBezTo>
                <a:cubicBezTo>
                  <a:pt x="13970" y="114579"/>
                  <a:pt x="17056" y="133375"/>
                  <a:pt x="23241" y="148539"/>
                </a:cubicBezTo>
                <a:cubicBezTo>
                  <a:pt x="29413" y="163690"/>
                  <a:pt x="38506" y="173533"/>
                  <a:pt x="50508" y="178054"/>
                </a:cubicBezTo>
                <a:lnTo>
                  <a:pt x="48641" y="184150"/>
                </a:lnTo>
                <a:cubicBezTo>
                  <a:pt x="33172" y="180086"/>
                  <a:pt x="21196" y="169545"/>
                  <a:pt x="12712" y="152514"/>
                </a:cubicBezTo>
                <a:cubicBezTo>
                  <a:pt x="4242" y="135496"/>
                  <a:pt x="0" y="115354"/>
                  <a:pt x="0" y="92075"/>
                </a:cubicBezTo>
                <a:cubicBezTo>
                  <a:pt x="0" y="68809"/>
                  <a:pt x="4242" y="48666"/>
                  <a:pt x="12712" y="31636"/>
                </a:cubicBezTo>
                <a:cubicBezTo>
                  <a:pt x="21196" y="14618"/>
                  <a:pt x="33172" y="4076"/>
                  <a:pt x="48641" y="0"/>
                </a:cubicBezTo>
                <a:lnTo>
                  <a:pt x="50508" y="6109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grpSp>
        <p:nvGrpSpPr>
          <p:cNvPr id="149" name="Combination 149"/>
          <p:cNvGrpSpPr/>
          <p:nvPr/>
        </p:nvGrpSpPr>
        <p:grpSpPr>
          <a:xfrm>
            <a:off x="5695657" y="6862789"/>
            <a:ext cx="115938" cy="184150"/>
            <a:chOff x="5695657" y="6862789"/>
            <a:chExt cx="115938" cy="184150"/>
          </a:xfrm>
        </p:grpSpPr>
        <p:sp>
          <p:nvSpPr>
            <p:cNvPr id="150" name="VectorPath 150"/>
            <p:cNvSpPr/>
            <p:nvPr/>
          </p:nvSpPr>
          <p:spPr>
            <a:xfrm>
              <a:off x="5695657" y="6884200"/>
              <a:ext cx="46863" cy="140970"/>
            </a:xfrm>
            <a:custGeom>
              <a:rect l="l" t="t" r="r" b="b"/>
              <a:pathLst>
                <a:path w="46863" h="140970">
                  <a:moveTo>
                    <a:pt x="34163" y="69786"/>
                  </a:moveTo>
                  <a:cubicBezTo>
                    <a:pt x="34163" y="53048"/>
                    <a:pt x="31382" y="39141"/>
                    <a:pt x="25819" y="28067"/>
                  </a:cubicBezTo>
                  <a:cubicBezTo>
                    <a:pt x="20269" y="16992"/>
                    <a:pt x="11659" y="9550"/>
                    <a:pt x="0" y="5740"/>
                  </a:cubicBezTo>
                  <a:lnTo>
                    <a:pt x="2006" y="0"/>
                  </a:lnTo>
                  <a:cubicBezTo>
                    <a:pt x="16497" y="3823"/>
                    <a:pt x="27597" y="12052"/>
                    <a:pt x="35293" y="24714"/>
                  </a:cubicBezTo>
                  <a:cubicBezTo>
                    <a:pt x="43002" y="37376"/>
                    <a:pt x="46863" y="52641"/>
                    <a:pt x="46863" y="70536"/>
                  </a:cubicBezTo>
                  <a:cubicBezTo>
                    <a:pt x="46863" y="88455"/>
                    <a:pt x="43015" y="103734"/>
                    <a:pt x="35332" y="116344"/>
                  </a:cubicBezTo>
                  <a:cubicBezTo>
                    <a:pt x="27648" y="128943"/>
                    <a:pt x="16548" y="137160"/>
                    <a:pt x="2006" y="140970"/>
                  </a:cubicBezTo>
                  <a:lnTo>
                    <a:pt x="229" y="135242"/>
                  </a:lnTo>
                  <a:cubicBezTo>
                    <a:pt x="11684" y="131420"/>
                    <a:pt x="20206" y="123889"/>
                    <a:pt x="25781" y="112649"/>
                  </a:cubicBezTo>
                  <a:cubicBezTo>
                    <a:pt x="31369" y="101409"/>
                    <a:pt x="34163" y="87122"/>
                    <a:pt x="34163" y="69786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151" name="VectorPath 151"/>
            <p:cNvSpPr/>
            <p:nvPr/>
          </p:nvSpPr>
          <p:spPr>
            <a:xfrm>
              <a:off x="5761100" y="6862789"/>
              <a:ext cx="50495" cy="184150"/>
            </a:xfrm>
            <a:custGeom>
              <a:rect l="l" t="t" r="r" b="b"/>
              <a:pathLst>
                <a:path w="50495" h="184150">
                  <a:moveTo>
                    <a:pt x="1854" y="0"/>
                  </a:moveTo>
                  <a:cubicBezTo>
                    <a:pt x="17335" y="4077"/>
                    <a:pt x="29311" y="14618"/>
                    <a:pt x="37783" y="31636"/>
                  </a:cubicBezTo>
                  <a:cubicBezTo>
                    <a:pt x="46266" y="48666"/>
                    <a:pt x="50495" y="68809"/>
                    <a:pt x="50495" y="92075"/>
                  </a:cubicBezTo>
                  <a:cubicBezTo>
                    <a:pt x="50495" y="115354"/>
                    <a:pt x="46266" y="135496"/>
                    <a:pt x="37783" y="152514"/>
                  </a:cubicBezTo>
                  <a:cubicBezTo>
                    <a:pt x="29311" y="169545"/>
                    <a:pt x="17335" y="180086"/>
                    <a:pt x="1854" y="184150"/>
                  </a:cubicBezTo>
                  <a:lnTo>
                    <a:pt x="0" y="178054"/>
                  </a:lnTo>
                  <a:cubicBezTo>
                    <a:pt x="12002" y="173533"/>
                    <a:pt x="21095" y="163690"/>
                    <a:pt x="27267" y="148539"/>
                  </a:cubicBezTo>
                  <a:cubicBezTo>
                    <a:pt x="33439" y="133376"/>
                    <a:pt x="36525" y="114579"/>
                    <a:pt x="36525" y="92164"/>
                  </a:cubicBezTo>
                  <a:cubicBezTo>
                    <a:pt x="36525" y="69672"/>
                    <a:pt x="33439" y="50838"/>
                    <a:pt x="27267" y="35662"/>
                  </a:cubicBezTo>
                  <a:cubicBezTo>
                    <a:pt x="21095" y="20472"/>
                    <a:pt x="12002" y="10630"/>
                    <a:pt x="0" y="6109"/>
                  </a:cubicBezTo>
                  <a:lnTo>
                    <a:pt x="1854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</p:grpSp>
      <p:grpSp>
        <p:nvGrpSpPr>
          <p:cNvPr id="152" name="Combination 152"/>
          <p:cNvGrpSpPr/>
          <p:nvPr/>
        </p:nvGrpSpPr>
        <p:grpSpPr>
          <a:xfrm>
            <a:off x="5786461" y="7243789"/>
            <a:ext cx="115938" cy="184150"/>
            <a:chOff x="5786461" y="7243789"/>
            <a:chExt cx="115938" cy="184150"/>
          </a:xfrm>
        </p:grpSpPr>
        <p:sp>
          <p:nvSpPr>
            <p:cNvPr id="153" name="VectorPath 153"/>
            <p:cNvSpPr/>
            <p:nvPr/>
          </p:nvSpPr>
          <p:spPr>
            <a:xfrm>
              <a:off x="5786461" y="7265200"/>
              <a:ext cx="46863" cy="140970"/>
            </a:xfrm>
            <a:custGeom>
              <a:rect l="l" t="t" r="r" b="b"/>
              <a:pathLst>
                <a:path w="46863" h="140970">
                  <a:moveTo>
                    <a:pt x="34163" y="69786"/>
                  </a:moveTo>
                  <a:cubicBezTo>
                    <a:pt x="34163" y="53048"/>
                    <a:pt x="31382" y="39141"/>
                    <a:pt x="25819" y="28067"/>
                  </a:cubicBezTo>
                  <a:cubicBezTo>
                    <a:pt x="20269" y="16992"/>
                    <a:pt x="11659" y="9550"/>
                    <a:pt x="0" y="5740"/>
                  </a:cubicBezTo>
                  <a:lnTo>
                    <a:pt x="2006" y="0"/>
                  </a:lnTo>
                  <a:cubicBezTo>
                    <a:pt x="16497" y="3823"/>
                    <a:pt x="27597" y="12052"/>
                    <a:pt x="35293" y="24714"/>
                  </a:cubicBezTo>
                  <a:cubicBezTo>
                    <a:pt x="43002" y="37376"/>
                    <a:pt x="46863" y="52641"/>
                    <a:pt x="46863" y="70536"/>
                  </a:cubicBezTo>
                  <a:cubicBezTo>
                    <a:pt x="46863" y="88455"/>
                    <a:pt x="43015" y="103734"/>
                    <a:pt x="35332" y="116344"/>
                  </a:cubicBezTo>
                  <a:cubicBezTo>
                    <a:pt x="27648" y="128943"/>
                    <a:pt x="16548" y="137160"/>
                    <a:pt x="2006" y="140970"/>
                  </a:cubicBezTo>
                  <a:lnTo>
                    <a:pt x="229" y="135242"/>
                  </a:lnTo>
                  <a:cubicBezTo>
                    <a:pt x="11684" y="131420"/>
                    <a:pt x="20206" y="123889"/>
                    <a:pt x="25781" y="112649"/>
                  </a:cubicBezTo>
                  <a:cubicBezTo>
                    <a:pt x="31369" y="101409"/>
                    <a:pt x="34163" y="87122"/>
                    <a:pt x="34163" y="69786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  <p:sp>
          <p:nvSpPr>
            <p:cNvPr id="154" name="VectorPath 154"/>
            <p:cNvSpPr/>
            <p:nvPr/>
          </p:nvSpPr>
          <p:spPr>
            <a:xfrm>
              <a:off x="5851904" y="7243789"/>
              <a:ext cx="50495" cy="184150"/>
            </a:xfrm>
            <a:custGeom>
              <a:rect l="l" t="t" r="r" b="b"/>
              <a:pathLst>
                <a:path w="50495" h="184150">
                  <a:moveTo>
                    <a:pt x="1854" y="0"/>
                  </a:moveTo>
                  <a:cubicBezTo>
                    <a:pt x="17335" y="4077"/>
                    <a:pt x="29311" y="14618"/>
                    <a:pt x="37783" y="31636"/>
                  </a:cubicBezTo>
                  <a:cubicBezTo>
                    <a:pt x="46266" y="48666"/>
                    <a:pt x="50495" y="68809"/>
                    <a:pt x="50495" y="92075"/>
                  </a:cubicBezTo>
                  <a:cubicBezTo>
                    <a:pt x="50495" y="115354"/>
                    <a:pt x="46266" y="135496"/>
                    <a:pt x="37783" y="152514"/>
                  </a:cubicBezTo>
                  <a:cubicBezTo>
                    <a:pt x="29311" y="169545"/>
                    <a:pt x="17335" y="180086"/>
                    <a:pt x="1854" y="184150"/>
                  </a:cubicBezTo>
                  <a:lnTo>
                    <a:pt x="0" y="178054"/>
                  </a:lnTo>
                  <a:cubicBezTo>
                    <a:pt x="12002" y="173533"/>
                    <a:pt x="21095" y="163690"/>
                    <a:pt x="27267" y="148539"/>
                  </a:cubicBezTo>
                  <a:cubicBezTo>
                    <a:pt x="33439" y="133376"/>
                    <a:pt x="36525" y="114579"/>
                    <a:pt x="36525" y="92164"/>
                  </a:cubicBezTo>
                  <a:cubicBezTo>
                    <a:pt x="36525" y="69672"/>
                    <a:pt x="33439" y="50838"/>
                    <a:pt x="27267" y="35662"/>
                  </a:cubicBezTo>
                  <a:cubicBezTo>
                    <a:pt x="21095" y="20472"/>
                    <a:pt x="12002" y="10630"/>
                    <a:pt x="0" y="6109"/>
                  </a:cubicBezTo>
                  <a:lnTo>
                    <a:pt x="1854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</p:spPr>
        </p:sp>
      </p:grpSp>
      <p:sp>
        <p:nvSpPr>
          <p:cNvPr id="155" name="VectorPath 155"/>
          <p:cNvSpPr/>
          <p:nvPr/>
        </p:nvSpPr>
        <p:spPr>
          <a:xfrm>
            <a:off x="2545967" y="7666241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70605">
              <a:alpha val="100000"/>
            </a:srgbClr>
          </a:solidFill>
        </p:spPr>
      </p:sp>
      <p:sp>
        <p:nvSpPr>
          <p:cNvPr id="156" name="VectorPath 156"/>
          <p:cNvSpPr/>
          <p:nvPr/>
        </p:nvSpPr>
        <p:spPr>
          <a:xfrm>
            <a:off x="2402165" y="7666241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70605">
              <a:alpha val="100000"/>
            </a:srgbClr>
          </a:solidFill>
        </p:spPr>
      </p:sp>
      <p:sp>
        <p:nvSpPr>
          <p:cNvPr id="157" name="TextBox157"/>
          <p:cNvSpPr txBox="1"/>
          <p:nvPr/>
        </p:nvSpPr>
        <p:spPr>
          <a:xfrm>
            <a:off x="2774277" y="7590930"/>
            <a:ext cx="59696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158" name="TextBox158"/>
          <p:cNvSpPr txBox="1"/>
          <p:nvPr/>
        </p:nvSpPr>
        <p:spPr>
          <a:xfrm>
            <a:off x="1061301" y="7590930"/>
            <a:ext cx="3800856" cy="28795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712976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</p:txBody>
      </p:sp>
      <p:sp>
        <p:nvSpPr>
          <p:cNvPr id="159" name="TextBox159"/>
          <p:cNvSpPr txBox="1"/>
          <p:nvPr/>
        </p:nvSpPr>
        <p:spPr>
          <a:xfrm>
            <a:off x="3063837" y="7624457"/>
            <a:ext cx="52032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∗</a:t>
            </a:r>
          </a:p>
        </p:txBody>
      </p:sp>
      <p:pic>
        <p:nvPicPr>
          <p:cNvPr id="160" name="C13FA1BB-31B8-4FA1-6A58-97EFA0FED597"/>
          <p:cNvPicPr>
            <a:picLocks noChangeAspect="1"/>
          </p:cNvPicPr>
          <p:nvPr/>
        </p:nvPicPr>
        <p:blipFill>
          <a:blip r:embed="rId73" cstate="print">
            <a:extLst>
              <a:ext uri="{96ED1A15-D1D6-4680-8162-13800E7AE629}"/>
            </a:extLst>
          </a:blip>
          <a:srcRect/>
          <a:stretch>
            <a:fillRect/>
          </a:stretch>
        </p:blipFill>
        <p:spPr>
          <a:xfrm>
            <a:off x="1251801" y="7621245"/>
            <a:ext cx="1285875" cy="219075"/>
          </a:xfrm>
          <a:prstGeom prst="rect">
            <a:avLst/>
          </a:prstGeom>
        </p:spPr>
      </p:pic>
      <p:sp>
        <p:nvSpPr>
          <p:cNvPr id="161" name="TextBox161"/>
          <p:cNvSpPr txBox="1"/>
          <p:nvPr/>
        </p:nvSpPr>
        <p:spPr>
          <a:xfrm>
            <a:off x="1061301" y="7631583"/>
            <a:ext cx="3458779" cy="18120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3260"/>
              </a:lnSpc>
              <a:tabLst>
                <a:tab pos="1775534" algn="l"/>
              </a:tabLst>
            </a:pPr>
            <a:r>
              <a:rPr lang="en-US" altLang="zh-CN" sz="1725" kern="0" spc="8985" baseline="-503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-503" lang="en-US" altLang="zh-CN" sz="1725" kern="0" spc="98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-503" lang="en-US" altLang="zh-CN" sz="1725" kern="0" spc="0" u="sng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-503" sz="1725" kern="0" noProof="0" dirty="0" smtClean="0" u="sng">
                <a:latin typeface="Cambria Math" pitchFamily="18" charset="0"/>
                <a:ea typeface="Cambria Math" pitchFamily="18" charset="0"/>
                <a:cs typeface="Cambria Math" pitchFamily="18" charset="0"/>
              </a:rPr>
              <a:t>	</a:t>
            </a:r>
          </a:p>
        </p:txBody>
      </p:sp>
      <p:pic>
        <p:nvPicPr>
          <p:cNvPr id="162" name="0F5BFDF6-3AB8-4269-1071-1F060B66DA06"/>
          <p:cNvPicPr>
            <a:picLocks noChangeAspect="1"/>
          </p:cNvPicPr>
          <p:nvPr/>
        </p:nvPicPr>
        <p:blipFill>
          <a:blip r:embed="rId74" cstate="print">
            <a:extLst>
              <a:ext uri="{1748056D-08C5-4351-506F-323302BDA5DD}"/>
            </a:extLst>
          </a:blip>
          <a:srcRect/>
          <a:stretch>
            <a:fillRect/>
          </a:stretch>
        </p:blipFill>
        <p:spPr>
          <a:xfrm>
            <a:off x="2859621" y="7650214"/>
            <a:ext cx="2009775" cy="171450"/>
          </a:xfrm>
          <a:prstGeom prst="rect">
            <a:avLst/>
          </a:prstGeom>
        </p:spPr>
      </p:pic>
      <p:sp>
        <p:nvSpPr>
          <p:cNvPr id="163" name="VectorPath 163"/>
          <p:cNvSpPr/>
          <p:nvPr/>
        </p:nvSpPr>
        <p:spPr>
          <a:xfrm>
            <a:off x="4881206" y="7611340"/>
            <a:ext cx="12065" cy="249555"/>
          </a:xfrm>
          <a:custGeom>
            <a:rect l="l" t="t" r="r" b="b"/>
            <a:pathLst>
              <a:path w="12065" h="249555">
                <a:moveTo>
                  <a:pt x="12065" y="249555"/>
                </a:moveTo>
                <a:lnTo>
                  <a:pt x="0" y="249555"/>
                </a:lnTo>
                <a:lnTo>
                  <a:pt x="0" y="0"/>
                </a:lnTo>
                <a:lnTo>
                  <a:pt x="12065" y="0"/>
                </a:lnTo>
                <a:lnTo>
                  <a:pt x="12065" y="249555"/>
                </a:lnTo>
              </a:path>
            </a:pathLst>
          </a:custGeom>
          <a:solidFill>
            <a:srgbClr val="070605">
              <a:alpha val="100000"/>
            </a:srgbClr>
          </a:solidFill>
        </p:spPr>
      </p:sp>
      <p:sp>
        <p:nvSpPr>
          <p:cNvPr id="164" name="TextBox164"/>
          <p:cNvSpPr txBox="1"/>
          <p:nvPr/>
        </p:nvSpPr>
        <p:spPr>
          <a:xfrm>
            <a:off x="5006937" y="7622921"/>
            <a:ext cx="52032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∗</a:t>
            </a:r>
          </a:p>
        </p:txBody>
      </p:sp>
      <p:sp>
        <p:nvSpPr>
          <p:cNvPr id="165" name="TextBox165"/>
          <p:cNvSpPr txBox="1"/>
          <p:nvPr/>
        </p:nvSpPr>
        <p:spPr>
          <a:xfrm>
            <a:off x="5334597" y="7590930"/>
            <a:ext cx="59696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166" name="TextBox166"/>
          <p:cNvSpPr txBox="1"/>
          <p:nvPr/>
        </p:nvSpPr>
        <p:spPr>
          <a:xfrm>
            <a:off x="5579961" y="7624457"/>
            <a:ext cx="140469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lang="en-US" altLang="zh-CN" sz="800" kern="0" spc="0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167" name="TextBox167"/>
          <p:cNvSpPr txBox="1"/>
          <p:nvPr/>
        </p:nvSpPr>
        <p:spPr>
          <a:xfrm>
            <a:off x="5098377" y="7668806"/>
            <a:ext cx="302208" cy="2107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7139"/>
              </a:lnSpc>
            </a:pPr>
            <a:r>
              <a:rPr lang="en-US" altLang="zh-CN" sz="1725" kern="0" spc="0" baseline="6575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baseline="6575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6575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altLang="zh-CN" sz="1200" kern="0" spc="0" baseline="-45128" strike="sngStrike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</p:txBody>
      </p:sp>
      <p:pic>
        <p:nvPicPr>
          <p:cNvPr id="168" name="E55F6CF4-74B6-45AC-C4C9-DAC7C0A6F240"/>
          <p:cNvPicPr>
            <a:picLocks noChangeAspect="1"/>
          </p:cNvPicPr>
          <p:nvPr/>
        </p:nvPicPr>
        <p:blipFill>
          <a:blip r:embed="rId75" cstate="print">
            <a:extLst>
              <a:ext uri="{35B21E62-3BE8-4B1F-B120-7B606F0700A8}"/>
            </a:extLst>
          </a:blip>
          <a:srcRect/>
          <a:stretch>
            <a:fillRect/>
          </a:stretch>
        </p:blipFill>
        <p:spPr>
          <a:xfrm>
            <a:off x="4910163" y="7668806"/>
            <a:ext cx="104775" cy="152400"/>
          </a:xfrm>
          <a:prstGeom prst="rect">
            <a:avLst/>
          </a:prstGeom>
        </p:spPr>
      </p:pic>
      <p:pic>
        <p:nvPicPr>
          <p:cNvPr id="169" name="38F90DA6-5D7C-4CB0-679E-DF79FA0D5FF2"/>
          <p:cNvPicPr>
            <a:picLocks noChangeAspect="1"/>
          </p:cNvPicPr>
          <p:nvPr/>
        </p:nvPicPr>
        <p:blipFill>
          <a:blip r:embed="rId76" cstate="print">
            <a:extLst>
              <a:ext uri="{695A9DA9-79A3-41B3-23C5-A7FFE45130EE}"/>
            </a:extLst>
          </a:blip>
          <a:srcRect/>
          <a:stretch>
            <a:fillRect/>
          </a:stretch>
        </p:blipFill>
        <p:spPr>
          <a:xfrm>
            <a:off x="5420703" y="7668806"/>
            <a:ext cx="161925" cy="152400"/>
          </a:xfrm>
          <a:prstGeom prst="rect">
            <a:avLst/>
          </a:prstGeom>
        </p:spPr>
      </p:pic>
      <p:sp>
        <p:nvSpPr>
          <p:cNvPr id="170" name="VectorPath 170"/>
          <p:cNvSpPr/>
          <p:nvPr/>
        </p:nvSpPr>
        <p:spPr>
          <a:xfrm>
            <a:off x="5744805" y="7611340"/>
            <a:ext cx="12065" cy="249555"/>
          </a:xfrm>
          <a:custGeom>
            <a:rect l="l" t="t" r="r" b="b"/>
            <a:pathLst>
              <a:path w="12065" h="249555">
                <a:moveTo>
                  <a:pt x="12065" y="249555"/>
                </a:moveTo>
                <a:lnTo>
                  <a:pt x="0" y="249555"/>
                </a:lnTo>
                <a:lnTo>
                  <a:pt x="0" y="0"/>
                </a:lnTo>
                <a:lnTo>
                  <a:pt x="12065" y="0"/>
                </a:lnTo>
                <a:lnTo>
                  <a:pt x="12065" y="249555"/>
                </a:lnTo>
              </a:path>
            </a:pathLst>
          </a:custGeom>
          <a:solidFill>
            <a:srgbClr val="070605">
              <a:alpha val="100000"/>
            </a:srgbClr>
          </a:solidFill>
        </p:spPr>
      </p:sp>
      <p:sp>
        <p:nvSpPr>
          <p:cNvPr id="171" name="TextBox171"/>
          <p:cNvSpPr txBox="1"/>
          <p:nvPr/>
        </p:nvSpPr>
        <p:spPr>
          <a:xfrm>
            <a:off x="5775033" y="7621245"/>
            <a:ext cx="974293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17028"/>
              </a:lnSpc>
            </a:pPr>
            <a:r>
              <a:rPr lang="en-US" altLang="zh-CN" sz="1725" kern="0" spc="65" baseline="1896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的</a:t>
            </a:r>
            <a:r>
              <a:rPr lang="en-US" altLang="zh-CN" sz="1725" kern="0" spc="60" baseline="1896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值</a:t>
            </a:r>
            <a:r>
              <a:rPr lang="en-US" altLang="zh-CN" sz="1725" kern="0" spc="50" baseline="1896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为</a:t>
            </a:r>
            <a:r>
              <a:rPr lang="en-US" altLang="zh-CN" sz="1725" kern="0" spc="35" baseline="1896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baseline="1896" lang="en-US" altLang="zh-CN" sz="1725" kern="0" spc="447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725" kern="0" spc="-25" baseline="1896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72" name="TextBox172"/>
          <p:cNvSpPr txBox="1"/>
          <p:nvPr/>
        </p:nvSpPr>
        <p:spPr>
          <a:xfrm>
            <a:off x="4002989" y="7959013"/>
            <a:ext cx="119119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800" kern="0" spc="0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7</a:t>
            </a:r>
          </a:p>
        </p:txBody>
      </p:sp>
      <p:sp>
        <p:nvSpPr>
          <p:cNvPr id="173" name="TextBox173"/>
          <p:cNvSpPr txBox="1"/>
          <p:nvPr/>
        </p:nvSpPr>
        <p:spPr>
          <a:xfrm>
            <a:off x="1081481" y="8001192"/>
            <a:ext cx="3046940" cy="46804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08775" marR="0" indent="0" eaLnBrk="0">
              <a:lnSpc>
                <a:spcPct val="98950"/>
              </a:lnSpc>
              <a:spcAft>
                <a:spcPts val="551"/>
              </a:spcAft>
            </a:pPr>
            <a:r>
              <a:rPr lang="en-US" altLang="zh-CN" sz="1150" kern="0" spc="4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150" kern="0" spc="3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2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r>
              <a:rPr baseline="0" lang="en-US" altLang="zh-CN" sz="1150" kern="0" spc="63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100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1150" kern="0" spc="95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8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lang="en-US" altLang="zh-CN" sz="1150" kern="0" spc="8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baseline="0" lang="en-US" altLang="zh-CN" sz="1150" kern="0" spc="63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baseline="0" lang="en-US" altLang="zh-CN" sz="1150" kern="0" spc="-1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0" baseline="-5000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</a:p>
          <a:p>
            <a:pPr marL="152400" marR="0" indent="-152400" eaLnBrk="0" lvl="0">
              <a:lnSpc>
                <a:spcPct val="86956"/>
              </a:lnSpc>
              <a:buAutoNum type="arabicPeriod" startAt="7"/>
            </a:pPr>
            <a:r>
              <a:rPr baseline="0" lang="en-US" altLang="zh-CN" sz="1150" kern="0" spc="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</a:p>
        </p:txBody>
      </p:sp>
      <p:sp>
        <p:nvSpPr>
          <p:cNvPr id="174" name="VectorPath 174"/>
          <p:cNvSpPr/>
          <p:nvPr/>
        </p:nvSpPr>
        <p:spPr>
          <a:xfrm>
            <a:off x="3997966" y="8099337"/>
            <a:ext cx="130454" cy="10058"/>
          </a:xfrm>
          <a:custGeom>
            <a:rect l="l" t="t" r="r" b="b"/>
            <a:pathLst>
              <a:path w="130454" h="10058">
                <a:moveTo>
                  <a:pt x="5029" y="5029"/>
                </a:moveTo>
                <a:lnTo>
                  <a:pt x="125425" y="5029"/>
                </a:lnTo>
              </a:path>
            </a:pathLst>
          </a:custGeom>
          <a:ln w="10058" cap="sq" cmpd="sng">
            <a:solidFill>
              <a:srgbClr val="070605">
                <a:alpha val="100000"/>
              </a:srgbClr>
            </a:solidFill>
            <a:bevel/>
          </a:ln>
        </p:spPr>
      </p:sp>
      <p:pic>
        <p:nvPicPr>
          <p:cNvPr id="175" name="06F40880-B537-452E-469F-81450FCE6FA8"/>
          <p:cNvPicPr>
            <a:picLocks noChangeAspect="1"/>
          </p:cNvPicPr>
          <p:nvPr/>
        </p:nvPicPr>
        <p:blipFill>
          <a:blip r:embed="rId77" cstate="print">
            <a:extLst>
              <a:ext uri="{1A8C0AB6-F6D3-45AA-EDFE-7861FC5973DA}"/>
            </a:extLst>
          </a:blip>
          <a:srcRect/>
          <a:stretch>
            <a:fillRect/>
          </a:stretch>
        </p:blipFill>
        <p:spPr>
          <a:xfrm>
            <a:off x="1310081" y="8288033"/>
            <a:ext cx="2743200" cy="219075"/>
          </a:xfrm>
          <a:prstGeom prst="rect">
            <a:avLst/>
          </a:prstGeom>
        </p:spPr>
      </p:pic>
      <p:sp>
        <p:nvSpPr>
          <p:cNvPr id="176" name="TextBox176"/>
          <p:cNvSpPr txBox="1"/>
          <p:nvPr/>
        </p:nvSpPr>
        <p:spPr>
          <a:xfrm>
            <a:off x="4594302" y="8304155"/>
            <a:ext cx="50749" cy="17516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77" name="TextBox177"/>
          <p:cNvSpPr txBox="1"/>
          <p:nvPr/>
        </p:nvSpPr>
        <p:spPr>
          <a:xfrm>
            <a:off x="5353254" y="7959013"/>
            <a:ext cx="119132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800" kern="0" spc="0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7</a:t>
            </a:r>
          </a:p>
        </p:txBody>
      </p:sp>
      <p:sp>
        <p:nvSpPr>
          <p:cNvPr id="178" name="TextBox178"/>
          <p:cNvSpPr txBox="1"/>
          <p:nvPr/>
        </p:nvSpPr>
        <p:spPr>
          <a:xfrm>
            <a:off x="4943298" y="8001192"/>
            <a:ext cx="533863" cy="17969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  <a:tabLst>
                <a:tab pos="531958" algn="l"/>
              </a:tabLst>
            </a:pPr>
            <a:r>
              <a:rPr lang="en-US" altLang="zh-CN" sz="1150" kern="0" spc="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baseline="0" lang="en-US" altLang="zh-CN" sz="1150" kern="0" spc="31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0" lang="en-US" altLang="zh-CN" sz="1150" kern="0" spc="0" u="sng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0" sz="1150" kern="0" noProof="0" dirty="0" smtClean="0" u="sng">
                <a:latin typeface="Cambria Math" pitchFamily="18" charset="0"/>
                <a:ea typeface="Cambria Math" pitchFamily="18" charset="0"/>
                <a:cs typeface="Cambria Math" pitchFamily="18" charset="0"/>
              </a:rPr>
              <a:t>	</a:t>
            </a:r>
          </a:p>
        </p:txBody>
      </p:sp>
      <p:sp>
        <p:nvSpPr>
          <p:cNvPr id="179" name="TextBox179"/>
          <p:cNvSpPr txBox="1"/>
          <p:nvPr/>
        </p:nvSpPr>
        <p:spPr>
          <a:xfrm>
            <a:off x="4943298" y="7959013"/>
            <a:ext cx="533863" cy="28796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40436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</a:p>
        </p:txBody>
      </p:sp>
      <p:pic>
        <p:nvPicPr>
          <p:cNvPr id="180" name="82404D3E-5836-46B6-E93F-94C5A4A13B69"/>
          <p:cNvPicPr>
            <a:picLocks noChangeAspect="1"/>
          </p:cNvPicPr>
          <p:nvPr/>
        </p:nvPicPr>
        <p:blipFill>
          <a:blip r:embed="rId78" cstate="print">
            <a:extLst>
              <a:ext uri="{D00E238F-6382-42A3-2236-8D8832784314}"/>
            </a:extLst>
          </a:blip>
          <a:srcRect/>
          <a:stretch>
            <a:fillRect/>
          </a:stretch>
        </p:blipFill>
        <p:spPr>
          <a:xfrm>
            <a:off x="1300937" y="8601990"/>
            <a:ext cx="371475" cy="219075"/>
          </a:xfrm>
          <a:prstGeom prst="rect">
            <a:avLst/>
          </a:prstGeom>
        </p:spPr>
      </p:pic>
      <p:sp>
        <p:nvSpPr>
          <p:cNvPr id="181" name="TextBox181"/>
          <p:cNvSpPr txBox="1"/>
          <p:nvPr/>
        </p:nvSpPr>
        <p:spPr>
          <a:xfrm>
            <a:off x="1729194" y="8629410"/>
            <a:ext cx="761987" cy="15226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6956"/>
              </a:lnSpc>
            </a:pPr>
            <a:r>
              <a:rPr lang="en-US" altLang="zh-CN" sz="1725" kern="0" spc="-25" baseline="-5962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为</a:t>
            </a:r>
            <a:r>
              <a:rPr lang="en-US" altLang="zh-CN" sz="1725" kern="0" spc="0" baseline="-5962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正交矩阵</a:t>
            </a:r>
          </a:p>
        </p:txBody>
      </p:sp>
      <p:pic>
        <p:nvPicPr>
          <p:cNvPr id="182" name="3845B726-52B7-43B2-3E74-F224DAEC02A2"/>
          <p:cNvPicPr>
            <a:picLocks noChangeAspect="1"/>
          </p:cNvPicPr>
          <p:nvPr/>
        </p:nvPicPr>
        <p:blipFill>
          <a:blip r:embed="rId79" cstate="print">
            <a:extLst>
              <a:ext uri="{9034E644-2554-4A84-153C-D0A244926AF3}"/>
            </a:extLst>
          </a:blip>
          <a:srcRect/>
          <a:stretch>
            <a:fillRect/>
          </a:stretch>
        </p:blipFill>
        <p:spPr>
          <a:xfrm>
            <a:off x="1659077" y="8626546"/>
            <a:ext cx="66675" cy="104775"/>
          </a:xfrm>
          <a:prstGeom prst="rect">
            <a:avLst/>
          </a:prstGeom>
        </p:spPr>
      </p:pic>
      <p:pic>
        <p:nvPicPr>
          <p:cNvPr id="183" name="E2386B75-A89C-433E-8DCD-7BA2179253E8"/>
          <p:cNvPicPr>
            <a:picLocks noChangeAspect="1"/>
          </p:cNvPicPr>
          <p:nvPr/>
        </p:nvPicPr>
        <p:blipFill>
          <a:blip r:embed="rId80" cstate="print">
            <a:extLst>
              <a:ext uri="{E6C30D70-57CD-463B-72D2-72CD743D345C}"/>
            </a:extLst>
          </a:blip>
          <a:srcRect/>
          <a:stretch>
            <a:fillRect/>
          </a:stretch>
        </p:blipFill>
        <p:spPr>
          <a:xfrm>
            <a:off x="3405594" y="8601990"/>
            <a:ext cx="361950" cy="219075"/>
          </a:xfrm>
          <a:prstGeom prst="rect">
            <a:avLst/>
          </a:prstGeom>
        </p:spPr>
      </p:pic>
      <p:sp>
        <p:nvSpPr>
          <p:cNvPr id="184" name="TextBox184"/>
          <p:cNvSpPr txBox="1"/>
          <p:nvPr/>
        </p:nvSpPr>
        <p:spPr>
          <a:xfrm>
            <a:off x="3756101" y="8611216"/>
            <a:ext cx="935748" cy="1704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0235"/>
              </a:lnSpc>
            </a:pPr>
            <a:r>
              <a:rPr lang="en-US" altLang="zh-CN" sz="1200" kern="0" spc="60" baseline="36069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－</a:t>
            </a:r>
            <a:r>
              <a:rPr lang="en-US" altLang="zh-CN" sz="1200" kern="0" spc="35" baseline="36069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lang="en-US" altLang="zh-CN" sz="1725" kern="0" spc="-25" baseline="-13069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为</a:t>
            </a:r>
            <a:r>
              <a:rPr lang="en-US" altLang="zh-CN" sz="1725" kern="0" spc="0" baseline="-13069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正交矩阵</a:t>
            </a:r>
          </a:p>
        </p:txBody>
      </p:sp>
      <p:pic>
        <p:nvPicPr>
          <p:cNvPr id="185" name="B1C2688E-01AE-40F0-7731-624E3A1A9E0C"/>
          <p:cNvPicPr>
            <a:picLocks noChangeAspect="1"/>
          </p:cNvPicPr>
          <p:nvPr/>
        </p:nvPicPr>
        <p:blipFill>
          <a:blip r:embed="rId81" cstate="print">
            <a:extLst>
              <a:ext uri="{9475E0C8-932F-45AF-64A5-802CAC09F3A5}"/>
            </a:extLst>
          </a:blip>
          <a:srcRect/>
          <a:stretch>
            <a:fillRect/>
          </a:stretch>
        </p:blipFill>
        <p:spPr>
          <a:xfrm>
            <a:off x="1310081" y="8932698"/>
            <a:ext cx="1238250" cy="209550"/>
          </a:xfrm>
          <a:prstGeom prst="rect">
            <a:avLst/>
          </a:prstGeom>
        </p:spPr>
      </p:pic>
      <p:pic>
        <p:nvPicPr>
          <p:cNvPr id="186" name="117F4F31-723B-4A91-4100-0F50B145B70A"/>
          <p:cNvPicPr>
            <a:picLocks noChangeAspect="1"/>
          </p:cNvPicPr>
          <p:nvPr/>
        </p:nvPicPr>
        <p:blipFill>
          <a:blip r:embed="rId82" cstate="print">
            <a:extLst>
              <a:ext uri="{3190A759-F1D3-4DA6-DFA8-80DB56ACFB5A}"/>
            </a:extLst>
          </a:blip>
          <a:srcRect/>
          <a:stretch>
            <a:fillRect/>
          </a:stretch>
        </p:blipFill>
        <p:spPr>
          <a:xfrm>
            <a:off x="3373590" y="8932698"/>
            <a:ext cx="361950" cy="209550"/>
          </a:xfrm>
          <a:prstGeom prst="rect">
            <a:avLst/>
          </a:prstGeom>
        </p:spPr>
      </p:pic>
      <p:sp>
        <p:nvSpPr>
          <p:cNvPr id="187" name="TextBox187"/>
          <p:cNvSpPr txBox="1"/>
          <p:nvPr/>
        </p:nvSpPr>
        <p:spPr>
          <a:xfrm>
            <a:off x="1081481" y="8955730"/>
            <a:ext cx="4253484" cy="67723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650249" marR="0" indent="0" eaLnBrk="0">
              <a:lnSpc>
                <a:spcPct val="83164"/>
              </a:lnSpc>
            </a:pPr>
            <a:r>
              <a:rPr lang="en-US" altLang="zh-CN" sz="1200" kern="0" spc="15" baseline="3722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∗</a:t>
            </a:r>
            <a:r>
              <a:rPr lang="en-US" altLang="zh-CN" sz="1725" kern="0" spc="-25" baseline="-12266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为</a:t>
            </a:r>
            <a:r>
              <a:rPr lang="en-US" altLang="zh-CN" sz="1725" kern="0" spc="0" baseline="-12266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正交矩阵</a:t>
            </a:r>
          </a:p>
          <a:p>
            <a:pPr marL="0" marR="0" indent="0" eaLnBrk="0">
              <a:lnSpc>
                <a:spcPct val="6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152400" eaLnBrk="0" lvl="0">
              <a:lnSpc>
                <a:spcPct val="121014"/>
              </a:lnSpc>
              <a:buAutoNum type="arabicPeriod" startAt="8"/>
            </a:pPr>
            <a:r>
              <a:rPr baseline="0" lang="en-US" altLang="zh-CN" sz="1150" kern="0" spc="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br>
              <a:rPr lang="en-US" altLang="zh-CN" dirty="0" smtClean="0" sz="1150" kern="0">
                <a:latin typeface="SimSun" pitchFamily="2" charset="0"/>
                <a:ea typeface="SimSun" pitchFamily="2" charset="0"/>
                <a:cs typeface="SimSun" pitchFamily="2" charset="0"/>
              </a:rPr>
            </a:br>
            <a:r>
              <a:rPr lang="en-US" altLang="zh-CN" sz="1150" kern="0" spc="59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150" kern="0" spc="58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57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r>
              <a:rPr baseline="0" lang="en-US" altLang="zh-CN" sz="1150" kern="0" spc="63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4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1150" kern="0" spc="35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2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baseline="0" lang="en-US" altLang="zh-CN" sz="1150" kern="0" spc="63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9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1150" kern="0" spc="9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8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−2</a:t>
            </a:r>
            <a:r>
              <a:rPr baseline="0" lang="en-US" altLang="zh-CN" sz="1150" kern="0" spc="60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</a:p>
        </p:txBody>
      </p:sp>
      <p:pic>
        <p:nvPicPr>
          <p:cNvPr id="188" name="572C5BEF-A611-49AC-C474-CC055FD709D6"/>
          <p:cNvPicPr>
            <a:picLocks noChangeAspect="1"/>
          </p:cNvPicPr>
          <p:nvPr/>
        </p:nvPicPr>
        <p:blipFill>
          <a:blip r:embed="rId83" cstate="print">
            <a:extLst>
              <a:ext uri="{CD3E6ABC-3CB0-49ED-A6E0-1F4C2F619806}"/>
            </a:extLst>
          </a:blip>
          <a:srcRect/>
          <a:stretch>
            <a:fillRect/>
          </a:stretch>
        </p:blipFill>
        <p:spPr>
          <a:xfrm>
            <a:off x="1310081" y="9179574"/>
            <a:ext cx="4429125" cy="209550"/>
          </a:xfrm>
          <a:prstGeom prst="rect">
            <a:avLst/>
          </a:prstGeom>
        </p:spPr>
      </p:pic>
      <p:sp>
        <p:nvSpPr>
          <p:cNvPr id="189" name="TextBox189"/>
          <p:cNvSpPr txBox="1"/>
          <p:nvPr/>
        </p:nvSpPr>
        <p:spPr>
          <a:xfrm>
            <a:off x="6272238" y="9195696"/>
            <a:ext cx="50749" cy="17516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90" name="TextBox190"/>
          <p:cNvSpPr txBox="1"/>
          <p:nvPr/>
        </p:nvSpPr>
        <p:spPr>
          <a:xfrm rot="16200000">
            <a:off x="669825" y="10840834"/>
            <a:ext cx="451104" cy="101600"/>
          </a:xfrm>
          <a:prstGeom prst="rect">
            <a:avLst/>
          </a:prstGeom>
          <a:noFill/>
        </p:spPr>
        <p:txBody>
          <a:bodyPr wrap="square" lIns="0" rIns="0" bIns="0" tIns="0" rtlCol="0"/>
          <a:lstStyle/>
          <a:p>
            <a:pPr marL="0" marR="0" indent="0" eaLnBrk="0">
              <a:lnSpc>
                <a:spcPct val="66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91" name="TextBox191"/>
          <p:cNvSpPr txBox="1"/>
          <p:nvPr/>
        </p:nvSpPr>
        <p:spPr>
          <a:xfrm rot="16200000">
            <a:off x="665405" y="10830708"/>
            <a:ext cx="451104" cy="121853"/>
          </a:xfrm>
          <a:prstGeom prst="rect">
            <a:avLst/>
          </a:prstGeom>
          <a:noFill/>
        </p:spPr>
        <p:txBody>
          <a:bodyPr wrap="square" lIns="0" rIns="0" bIns="0" tIns="0" rtlCol="0"/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5" baseline="1814" noProof="0" dirty="0" smtClean="0">
                <a:solidFill>
                  <a:srgbClr val="000000">
                    <a:alpha val="0"/>
                  </a:srgbClr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…</a:t>
            </a:r>
            <a:r>
              <a:rPr baseline="1814" lang="en-US" altLang="zh-CN" sz="1200" kern="0" spc="24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5" baseline="1814" noProof="0" dirty="0" smtClean="0">
                <a:solidFill>
                  <a:srgbClr val="000000">
                    <a:alpha val="0"/>
                  </a:srgbClr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…</a:t>
            </a:r>
            <a:r>
              <a:rPr baseline="1814" lang="en-US" altLang="zh-CN" sz="1200" kern="0" spc="24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0" baseline="1814" noProof="0" dirty="0" smtClean="0">
                <a:solidFill>
                  <a:srgbClr val="000000">
                    <a:alpha val="0"/>
                  </a:srgbClr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…</a:t>
            </a:r>
          </a:p>
        </p:txBody>
      </p:sp>
    </p:spTree>
    <p:extLst>
      <p:ext uri="{7B32D931-EE1D-4A87-B726-6EF812FC2FE9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1AEBAAB0-A0A1-4CC2-6238-880419DF1085"/>
          <p:cNvPicPr>
            <a:picLocks noChangeAspect="1"/>
          </p:cNvPicPr>
          <p:nvPr/>
        </p:nvPicPr>
        <p:blipFill>
          <a:blip r:embed="rId2" cstate="print">
            <a:extLst>
              <a:ext uri="{BC470045-4C56-4543-09B7-A718F2CE8578}"/>
            </a:extLst>
          </a:blip>
          <a:srcRect/>
          <a:stretch>
            <a:fillRect/>
          </a:stretch>
        </p:blipFill>
        <p:spPr>
          <a:xfrm>
            <a:off x="1283221" y="933412"/>
            <a:ext cx="1104900" cy="171450"/>
          </a:xfrm>
          <a:prstGeom prst="rect">
            <a:avLst/>
          </a:prstGeom>
        </p:spPr>
      </p:pic>
      <p:pic>
        <p:nvPicPr>
          <p:cNvPr id="193" name="23D89BE3-247A-462F-A642-BBB18261E4CE"/>
          <p:cNvPicPr>
            <a:picLocks noChangeAspect="1"/>
          </p:cNvPicPr>
          <p:nvPr/>
        </p:nvPicPr>
        <p:blipFill>
          <a:blip r:embed="rId3" cstate="print">
            <a:extLst>
              <a:ext uri="{9B5323D6-ECC5-46D0-26D6-4E512A425622}"/>
            </a:extLst>
          </a:blip>
          <a:srcRect/>
          <a:stretch>
            <a:fillRect/>
          </a:stretch>
        </p:blipFill>
        <p:spPr>
          <a:xfrm>
            <a:off x="2471941" y="952005"/>
            <a:ext cx="323850" cy="152400"/>
          </a:xfrm>
          <a:prstGeom prst="rect">
            <a:avLst/>
          </a:prstGeom>
        </p:spPr>
      </p:pic>
      <p:sp>
        <p:nvSpPr>
          <p:cNvPr id="194" name="TextBox194"/>
          <p:cNvSpPr txBox="1"/>
          <p:nvPr/>
        </p:nvSpPr>
        <p:spPr>
          <a:xfrm>
            <a:off x="1092721" y="904456"/>
            <a:ext cx="5093665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280160" marR="0" indent="-1280160" eaLnBrk="0" lvl="0">
              <a:lnSpc>
                <a:spcPct val="108754"/>
              </a:lnSpc>
              <a:buAutoNum type="arabicPeriod" startAt="9"/>
            </a:pPr>
            <a:r>
              <a:rPr lang="en-US" altLang="zh-CN" sz="1200" kern="0" spc="30" baseline="3750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37500" lang="en-US" altLang="zh-CN" sz="1200" kern="0" spc="3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3750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37500" lang="en-US" altLang="zh-CN" sz="1200" kern="0" spc="385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pic>
        <p:nvPicPr>
          <p:cNvPr id="195" name="65C9AC9A-CA06-4E75-5196-B1036444DF81"/>
          <p:cNvPicPr>
            <a:picLocks noChangeAspect="1"/>
          </p:cNvPicPr>
          <p:nvPr/>
        </p:nvPicPr>
        <p:blipFill>
          <a:blip r:embed="rId4" cstate="print">
            <a:extLst>
              <a:ext uri="{4642BA71-CDBD-4644-9097-DDF061BB9FBD}"/>
            </a:extLst>
          </a:blip>
          <a:srcRect/>
          <a:stretch>
            <a:fillRect/>
          </a:stretch>
        </p:blipFill>
        <p:spPr>
          <a:xfrm>
            <a:off x="2854465" y="904456"/>
            <a:ext cx="2781300" cy="209550"/>
          </a:xfrm>
          <a:prstGeom prst="rect">
            <a:avLst/>
          </a:prstGeom>
        </p:spPr>
      </p:pic>
      <p:pic>
        <p:nvPicPr>
          <p:cNvPr id="196" name="35AEDD62-048E-4B61-3C1A-F6FADE60B03E"/>
          <p:cNvPicPr>
            <a:picLocks noChangeAspect="1"/>
          </p:cNvPicPr>
          <p:nvPr/>
        </p:nvPicPr>
        <p:blipFill>
          <a:blip r:embed="rId5" cstate="print">
            <a:extLst>
              <a:ext uri="{E4265F6F-F088-45A8-DDFF-464C8F72C3B9}"/>
            </a:extLst>
          </a:blip>
          <a:srcRect/>
          <a:stretch>
            <a:fillRect/>
          </a:stretch>
        </p:blipFill>
        <p:spPr>
          <a:xfrm>
            <a:off x="1301496" y="1152869"/>
            <a:ext cx="352425" cy="219075"/>
          </a:xfrm>
          <a:prstGeom prst="rect">
            <a:avLst/>
          </a:prstGeom>
        </p:spPr>
      </p:pic>
      <p:pic>
        <p:nvPicPr>
          <p:cNvPr id="197" name="C10AE427-E3DB-4D8E-3455-7E7D8F6125E3"/>
          <p:cNvPicPr>
            <a:picLocks noChangeAspect="1"/>
          </p:cNvPicPr>
          <p:nvPr/>
        </p:nvPicPr>
        <p:blipFill>
          <a:blip r:embed="rId6" cstate="print">
            <a:extLst>
              <a:ext uri="{61BD611C-8FAB-42C4-910D-1D1A7EE0756F}"/>
            </a:extLst>
          </a:blip>
          <a:srcRect/>
          <a:stretch>
            <a:fillRect/>
          </a:stretch>
        </p:blipFill>
        <p:spPr>
          <a:xfrm>
            <a:off x="1744993" y="1198893"/>
            <a:ext cx="323850" cy="152400"/>
          </a:xfrm>
          <a:prstGeom prst="rect">
            <a:avLst/>
          </a:prstGeom>
        </p:spPr>
      </p:pic>
      <p:pic>
        <p:nvPicPr>
          <p:cNvPr id="198" name="6F16F8B8-1549-4E9A-02B5-DDA16A452DF6"/>
          <p:cNvPicPr>
            <a:picLocks noChangeAspect="1"/>
          </p:cNvPicPr>
          <p:nvPr/>
        </p:nvPicPr>
        <p:blipFill>
          <a:blip r:embed="rId7" cstate="print">
            <a:extLst>
              <a:ext uri="{D30842C3-3DF4-4F96-764E-5B0BB248B923}"/>
            </a:extLst>
          </a:blip>
          <a:srcRect/>
          <a:stretch>
            <a:fillRect/>
          </a:stretch>
        </p:blipFill>
        <p:spPr>
          <a:xfrm>
            <a:off x="2161045" y="1200404"/>
            <a:ext cx="323850" cy="152400"/>
          </a:xfrm>
          <a:prstGeom prst="rect">
            <a:avLst/>
          </a:prstGeom>
        </p:spPr>
      </p:pic>
      <p:sp>
        <p:nvSpPr>
          <p:cNvPr id="199" name="TextBox199"/>
          <p:cNvSpPr txBox="1"/>
          <p:nvPr/>
        </p:nvSpPr>
        <p:spPr>
          <a:xfrm>
            <a:off x="1644396" y="1152869"/>
            <a:ext cx="1050049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8754"/>
              </a:lnSpc>
            </a:pPr>
            <a:r>
              <a:rPr lang="en-US" altLang="zh-CN" sz="1200" kern="0" spc="30" baseline="5091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50912" lang="en-US" altLang="zh-CN" sz="1200" kern="0" spc="3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5091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50912" lang="en-US" altLang="zh-CN" sz="1200" kern="0" spc="38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5091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-25" baseline="-274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1725" kern="0" spc="0" baseline="-274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</a:p>
        </p:txBody>
      </p:sp>
      <p:pic>
        <p:nvPicPr>
          <p:cNvPr id="200" name="8D89AA4F-6567-43B8-B749-2C18AA6673A0"/>
          <p:cNvPicPr>
            <a:picLocks noChangeAspect="1"/>
          </p:cNvPicPr>
          <p:nvPr/>
        </p:nvPicPr>
        <p:blipFill>
          <a:blip r:embed="rId8" cstate="print">
            <a:extLst>
              <a:ext uri="{1D124EF4-CCEB-4136-7D81-A9B9C5287CAF}"/>
            </a:extLst>
          </a:blip>
          <a:srcRect/>
          <a:stretch>
            <a:fillRect/>
          </a:stretch>
        </p:blipFill>
        <p:spPr>
          <a:xfrm>
            <a:off x="3532645" y="1152869"/>
            <a:ext cx="428625" cy="219075"/>
          </a:xfrm>
          <a:prstGeom prst="rect">
            <a:avLst/>
          </a:prstGeom>
        </p:spPr>
      </p:pic>
      <p:pic>
        <p:nvPicPr>
          <p:cNvPr id="201" name="A3B69614-1379-4C26-3903-0D2C0E7C0CE4"/>
          <p:cNvPicPr>
            <a:picLocks noChangeAspect="1"/>
          </p:cNvPicPr>
          <p:nvPr/>
        </p:nvPicPr>
        <p:blipFill>
          <a:blip r:embed="rId9" cstate="print">
            <a:extLst>
              <a:ext uri="{4ACFC7D7-E09A-4106-27F9-E20B8D17B045}"/>
            </a:extLst>
          </a:blip>
          <a:srcRect/>
          <a:stretch>
            <a:fillRect/>
          </a:stretch>
        </p:blipFill>
        <p:spPr>
          <a:xfrm>
            <a:off x="4043185" y="1198893"/>
            <a:ext cx="247650" cy="152400"/>
          </a:xfrm>
          <a:prstGeom prst="rect">
            <a:avLst/>
          </a:prstGeom>
        </p:spPr>
      </p:pic>
      <p:pic>
        <p:nvPicPr>
          <p:cNvPr id="202" name="1A885B5B-0203-4902-3E43-D8105218F7B0"/>
          <p:cNvPicPr>
            <a:picLocks noChangeAspect="1"/>
          </p:cNvPicPr>
          <p:nvPr/>
        </p:nvPicPr>
        <p:blipFill>
          <a:blip r:embed="rId10" cstate="print">
            <a:extLst>
              <a:ext uri="{CA4F8C2C-ADAD-4710-B0A1-D00C24EE8F6E}"/>
            </a:extLst>
          </a:blip>
          <a:srcRect/>
          <a:stretch>
            <a:fillRect/>
          </a:stretch>
        </p:blipFill>
        <p:spPr>
          <a:xfrm>
            <a:off x="4376941" y="1198893"/>
            <a:ext cx="314325" cy="152400"/>
          </a:xfrm>
          <a:prstGeom prst="rect">
            <a:avLst/>
          </a:prstGeom>
        </p:spPr>
      </p:pic>
      <p:sp>
        <p:nvSpPr>
          <p:cNvPr id="203" name="TextBox203"/>
          <p:cNvSpPr txBox="1"/>
          <p:nvPr/>
        </p:nvSpPr>
        <p:spPr>
          <a:xfrm>
            <a:off x="3944125" y="1151331"/>
            <a:ext cx="1048512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8754"/>
              </a:lnSpc>
            </a:pPr>
            <a:r>
              <a:rPr lang="en-US" altLang="zh-CN" sz="1200" kern="0" spc="30" baseline="5091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50912" lang="en-US" altLang="zh-CN" sz="1200" kern="0" spc="294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5091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50912" lang="en-US" altLang="zh-CN" sz="1200" kern="0" spc="38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5091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50912" lang="en-US" altLang="zh-CN" sz="1200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74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</a:t>
            </a:r>
            <a:r>
              <a:rPr baseline="-2743" lang="en-US" altLang="zh-CN" sz="1725" kern="0" spc="-2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725" kern="0" spc="0" baseline="-274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</a:p>
        </p:txBody>
      </p:sp>
      <p:pic>
        <p:nvPicPr>
          <p:cNvPr id="204" name="77A6C876-DD23-465E-1641-A92D14A9EB04"/>
          <p:cNvPicPr>
            <a:picLocks noChangeAspect="1"/>
          </p:cNvPicPr>
          <p:nvPr/>
        </p:nvPicPr>
        <p:blipFill>
          <a:blip r:embed="rId11" cstate="print">
            <a:extLst>
              <a:ext uri="{5E061EAE-08D0-487E-58C8-050352F5F5D7}"/>
            </a:extLst>
          </a:blip>
          <a:srcRect/>
          <a:stretch>
            <a:fillRect/>
          </a:stretch>
        </p:blipFill>
        <p:spPr>
          <a:xfrm>
            <a:off x="1301496" y="1450048"/>
            <a:ext cx="419100" cy="219075"/>
          </a:xfrm>
          <a:prstGeom prst="rect">
            <a:avLst/>
          </a:prstGeom>
        </p:spPr>
      </p:pic>
      <p:pic>
        <p:nvPicPr>
          <p:cNvPr id="205" name="4816FF6A-CFE4-4020-6D7E-3A9A5741DF13"/>
          <p:cNvPicPr>
            <a:picLocks noChangeAspect="1"/>
          </p:cNvPicPr>
          <p:nvPr/>
        </p:nvPicPr>
        <p:blipFill>
          <a:blip r:embed="rId12" cstate="print">
            <a:extLst>
              <a:ext uri="{7F8D15DA-CEBA-4B06-7F41-F986EF47D69D}"/>
            </a:extLst>
          </a:blip>
          <a:srcRect/>
          <a:stretch>
            <a:fillRect/>
          </a:stretch>
        </p:blipFill>
        <p:spPr>
          <a:xfrm>
            <a:off x="1812036" y="1496072"/>
            <a:ext cx="323850" cy="152400"/>
          </a:xfrm>
          <a:prstGeom prst="rect">
            <a:avLst/>
          </a:prstGeom>
        </p:spPr>
      </p:pic>
      <p:pic>
        <p:nvPicPr>
          <p:cNvPr id="206" name="ADFC4C61-CD99-4F9D-A266-E836F962C3E4"/>
          <p:cNvPicPr>
            <a:picLocks noChangeAspect="1"/>
          </p:cNvPicPr>
          <p:nvPr/>
        </p:nvPicPr>
        <p:blipFill>
          <a:blip r:embed="rId13" cstate="print">
            <a:extLst>
              <a:ext uri="{9C4D899B-076E-4BB7-9583-95B2C18562A3}"/>
            </a:extLst>
          </a:blip>
          <a:srcRect/>
          <a:stretch>
            <a:fillRect/>
          </a:stretch>
        </p:blipFill>
        <p:spPr>
          <a:xfrm>
            <a:off x="2229625" y="1497585"/>
            <a:ext cx="228600" cy="152400"/>
          </a:xfrm>
          <a:prstGeom prst="rect">
            <a:avLst/>
          </a:prstGeom>
        </p:spPr>
      </p:pic>
      <p:sp>
        <p:nvSpPr>
          <p:cNvPr id="207" name="TextBox207"/>
          <p:cNvSpPr txBox="1"/>
          <p:nvPr/>
        </p:nvSpPr>
        <p:spPr>
          <a:xfrm>
            <a:off x="1031011" y="1448512"/>
            <a:ext cx="2298662" cy="66587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81965" marR="0" indent="0" eaLnBrk="0">
              <a:lnSpc>
                <a:spcPct val="108754"/>
              </a:lnSpc>
            </a:pPr>
            <a:r>
              <a:rPr lang="en-US" altLang="zh-CN" sz="1200" kern="0" spc="30" baseline="5091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50912" lang="en-US" altLang="zh-CN" sz="1200" kern="0" spc="3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5091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50912" lang="en-US" altLang="zh-CN" sz="1200" kern="0" spc="279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5091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50912" lang="en-US" altLang="zh-CN" sz="1200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74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</a:t>
            </a:r>
            <a:r>
              <a:rPr baseline="-2743" lang="en-US" altLang="zh-CN" sz="1725" kern="0" spc="-2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725" kern="0" spc="0" baseline="-274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</a:p>
          <a:p>
            <a:pPr marL="0" marR="0" indent="0" eaLnBrk="0">
              <a:lnSpc>
                <a:spcPct val="70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66700" marR="0" indent="-266700" eaLnBrk="0" lvl="0">
              <a:lnSpc>
                <a:spcPct val="102536"/>
              </a:lnSpc>
              <a:buAutoNum type="arabicPeriod" startAt="10"/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以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下方程表示双曲抛物面的是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</a:p>
        </p:txBody>
      </p:sp>
      <p:pic>
        <p:nvPicPr>
          <p:cNvPr id="208" name="AECE8FC3-CD67-4AB7-BC0B-DAE0E42A1EFA"/>
          <p:cNvPicPr>
            <a:picLocks noChangeAspect="1"/>
          </p:cNvPicPr>
          <p:nvPr/>
        </p:nvPicPr>
        <p:blipFill>
          <a:blip r:embed="rId14" cstate="print">
            <a:extLst>
              <a:ext uri="{BC0DFFFB-105B-40DB-898A-C57F59233B11}"/>
            </a:extLst>
          </a:blip>
          <a:srcRect/>
          <a:stretch>
            <a:fillRect/>
          </a:stretch>
        </p:blipFill>
        <p:spPr>
          <a:xfrm>
            <a:off x="3560077" y="1450048"/>
            <a:ext cx="352425" cy="219075"/>
          </a:xfrm>
          <a:prstGeom prst="rect">
            <a:avLst/>
          </a:prstGeom>
        </p:spPr>
      </p:pic>
      <p:pic>
        <p:nvPicPr>
          <p:cNvPr id="209" name="6F10E3FB-CF8E-4DB0-6F74-8A4CB26567D0"/>
          <p:cNvPicPr>
            <a:picLocks noChangeAspect="1"/>
          </p:cNvPicPr>
          <p:nvPr/>
        </p:nvPicPr>
        <p:blipFill>
          <a:blip r:embed="rId15" cstate="print">
            <a:extLst>
              <a:ext uri="{2420DF2F-3E7E-46B7-96FD-096F9ACC88D9}"/>
            </a:extLst>
          </a:blip>
          <a:srcRect/>
          <a:stretch>
            <a:fillRect/>
          </a:stretch>
        </p:blipFill>
        <p:spPr>
          <a:xfrm>
            <a:off x="4002037" y="1496072"/>
            <a:ext cx="323850" cy="152400"/>
          </a:xfrm>
          <a:prstGeom prst="rect">
            <a:avLst/>
          </a:prstGeom>
        </p:spPr>
      </p:pic>
      <p:pic>
        <p:nvPicPr>
          <p:cNvPr id="210" name="216EDE27-2604-432A-989D-FD77CAA9B015"/>
          <p:cNvPicPr>
            <a:picLocks noChangeAspect="1"/>
          </p:cNvPicPr>
          <p:nvPr/>
        </p:nvPicPr>
        <p:blipFill>
          <a:blip r:embed="rId16" cstate="print">
            <a:extLst>
              <a:ext uri="{6F2A9187-6CB6-4619-736C-3F87634DC8AF}"/>
            </a:extLst>
          </a:blip>
          <a:srcRect/>
          <a:stretch>
            <a:fillRect/>
          </a:stretch>
        </p:blipFill>
        <p:spPr>
          <a:xfrm>
            <a:off x="4419613" y="1497585"/>
            <a:ext cx="228600" cy="152400"/>
          </a:xfrm>
          <a:prstGeom prst="rect">
            <a:avLst/>
          </a:prstGeom>
        </p:spPr>
      </p:pic>
      <p:sp>
        <p:nvSpPr>
          <p:cNvPr id="211" name="TextBox211"/>
          <p:cNvSpPr txBox="1"/>
          <p:nvPr/>
        </p:nvSpPr>
        <p:spPr>
          <a:xfrm>
            <a:off x="3891547" y="1450048"/>
            <a:ext cx="976122" cy="67802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86387"/>
              </a:lnSpc>
            </a:pPr>
            <a:r>
              <a:rPr lang="en-US" altLang="zh-CN" sz="1200" kern="0" spc="30" baseline="12531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125310" lang="en-US" altLang="zh-CN" sz="1200" kern="0" spc="39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12531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125310" lang="en-US" altLang="zh-CN" sz="1200" kern="0" spc="280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12531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60" baseline="49012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1725" kern="0" spc="50" baseline="49012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baseline="49012" lang="en-US" altLang="zh-CN" sz="1725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br>
              <a:rPr lang="en-US" altLang="zh-CN" dirty="0" smtClean="0" sz="1200" kern="0" baseline="70455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725" kern="0" spc="-25" baseline="-3466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pic>
        <p:nvPicPr>
          <p:cNvPr id="212" name="2C339988-8EFE-4854-FFA6-FFA36169BF5D"/>
          <p:cNvPicPr>
            <a:picLocks noChangeAspect="1"/>
          </p:cNvPicPr>
          <p:nvPr/>
        </p:nvPicPr>
        <p:blipFill>
          <a:blip r:embed="rId17" cstate="print">
            <a:extLst>
              <a:ext uri="{292730DD-EFB5-49CA-3AF2-52CB4F81F7C0}"/>
            </a:extLst>
          </a:blip>
          <a:srcRect/>
          <a:stretch>
            <a:fillRect/>
          </a:stretch>
        </p:blipFill>
        <p:spPr>
          <a:xfrm>
            <a:off x="1250467" y="2279701"/>
            <a:ext cx="352425" cy="219075"/>
          </a:xfrm>
          <a:prstGeom prst="rect">
            <a:avLst/>
          </a:prstGeom>
        </p:spPr>
      </p:pic>
      <p:pic>
        <p:nvPicPr>
          <p:cNvPr id="213" name="817291FB-359C-4645-C6A0-A2E5C98616C4"/>
          <p:cNvPicPr>
            <a:picLocks noChangeAspect="1"/>
          </p:cNvPicPr>
          <p:nvPr/>
        </p:nvPicPr>
        <p:blipFill>
          <a:blip r:embed="rId18" cstate="print">
            <a:extLst>
              <a:ext uri="{7F18542B-2559-42F6-4733-8493A018A21C}"/>
            </a:extLst>
          </a:blip>
          <a:srcRect/>
          <a:stretch>
            <a:fillRect/>
          </a:stretch>
        </p:blipFill>
        <p:spPr>
          <a:xfrm>
            <a:off x="1693952" y="2332292"/>
            <a:ext cx="333375" cy="142875"/>
          </a:xfrm>
          <a:prstGeom prst="rect">
            <a:avLst/>
          </a:prstGeom>
        </p:spPr>
      </p:pic>
      <p:pic>
        <p:nvPicPr>
          <p:cNvPr id="214" name="1349B599-2377-465E-191E-55FF1F293FE3"/>
          <p:cNvPicPr>
            <a:picLocks noChangeAspect="1"/>
          </p:cNvPicPr>
          <p:nvPr/>
        </p:nvPicPr>
        <p:blipFill>
          <a:blip r:embed="rId19" cstate="print">
            <a:extLst>
              <a:ext uri="{C6B6FED6-704B-4F54-251F-9D8AD6E5FED4}"/>
            </a:extLst>
          </a:blip>
          <a:srcRect/>
          <a:stretch>
            <a:fillRect/>
          </a:stretch>
        </p:blipFill>
        <p:spPr>
          <a:xfrm>
            <a:off x="2111540" y="2332292"/>
            <a:ext cx="314325" cy="142875"/>
          </a:xfrm>
          <a:prstGeom prst="rect">
            <a:avLst/>
          </a:prstGeom>
        </p:spPr>
      </p:pic>
      <p:pic>
        <p:nvPicPr>
          <p:cNvPr id="215" name="41D44C55-0FA1-4B0C-7F94-E1E0EC1084FD"/>
          <p:cNvPicPr>
            <a:picLocks noChangeAspect="1"/>
          </p:cNvPicPr>
          <p:nvPr/>
        </p:nvPicPr>
        <p:blipFill>
          <a:blip r:embed="rId20" cstate="print">
            <a:extLst>
              <a:ext uri="{DFB13B5B-FC14-4BF0-E9B1-7C990B0AAECB}"/>
            </a:extLst>
          </a:blip>
          <a:srcRect/>
          <a:stretch>
            <a:fillRect/>
          </a:stretch>
        </p:blipFill>
        <p:spPr>
          <a:xfrm>
            <a:off x="1259611" y="2675941"/>
            <a:ext cx="342900" cy="209550"/>
          </a:xfrm>
          <a:prstGeom prst="rect">
            <a:avLst/>
          </a:prstGeom>
        </p:spPr>
      </p:pic>
      <p:sp>
        <p:nvSpPr>
          <p:cNvPr id="216" name="TextBox216"/>
          <p:cNvSpPr txBox="1"/>
          <p:nvPr/>
        </p:nvSpPr>
        <p:spPr>
          <a:xfrm>
            <a:off x="1593367" y="2307133"/>
            <a:ext cx="1208989" cy="49365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58895"/>
              </a:lnSpc>
            </a:pPr>
            <a:r>
              <a:rPr lang="en-US" altLang="zh-CN" sz="1200" kern="0" spc="30" baseline="12147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121477" lang="en-US" altLang="zh-CN" sz="1200" kern="0" spc="3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12147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121477" lang="en-US" altLang="zh-CN" sz="1200" kern="0" spc="38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12147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-25" baseline="46345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＝</a:t>
            </a:r>
            <a:r>
              <a:rPr lang="en-US" altLang="zh-CN" sz="1725" kern="0" spc="0" baseline="46345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16</a:t>
            </a:r>
            <a:r>
              <a:rPr baseline="46345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3684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36843" lang="en-US" altLang="zh-CN" sz="1200" kern="0" spc="3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-25" baseline="-3684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</p:txBody>
      </p:sp>
      <p:pic>
        <p:nvPicPr>
          <p:cNvPr id="217" name="E59B72AA-F475-4495-0E45-EFAFBC36158E"/>
          <p:cNvPicPr>
            <a:picLocks noChangeAspect="1"/>
          </p:cNvPicPr>
          <p:nvPr/>
        </p:nvPicPr>
        <p:blipFill>
          <a:blip r:embed="rId21" cstate="print">
            <a:extLst>
              <a:ext uri="{42D9067E-F4F7-4111-07A1-80320753F919}"/>
            </a:extLst>
          </a:blip>
          <a:srcRect/>
          <a:stretch>
            <a:fillRect/>
          </a:stretch>
        </p:blipFill>
        <p:spPr>
          <a:xfrm>
            <a:off x="1693952" y="2728532"/>
            <a:ext cx="333375" cy="152400"/>
          </a:xfrm>
          <a:prstGeom prst="rect">
            <a:avLst/>
          </a:prstGeom>
        </p:spPr>
      </p:pic>
      <p:pic>
        <p:nvPicPr>
          <p:cNvPr id="218" name="90BA6CD5-4B43-4F8D-1FBC-B5B3B0EE3BBD"/>
          <p:cNvPicPr>
            <a:picLocks noChangeAspect="1"/>
          </p:cNvPicPr>
          <p:nvPr/>
        </p:nvPicPr>
        <p:blipFill>
          <a:blip r:embed="rId22" cstate="print">
            <a:extLst>
              <a:ext uri="{A21646B6-2834-4B3E-37DF-2A89D8050676}"/>
            </a:extLst>
          </a:blip>
          <a:srcRect/>
          <a:stretch>
            <a:fillRect/>
          </a:stretch>
        </p:blipFill>
        <p:spPr>
          <a:xfrm>
            <a:off x="2111540" y="2675941"/>
            <a:ext cx="542925" cy="209550"/>
          </a:xfrm>
          <a:prstGeom prst="rect">
            <a:avLst/>
          </a:prstGeom>
        </p:spPr>
      </p:pic>
      <p:pic>
        <p:nvPicPr>
          <p:cNvPr id="219" name="B1166148-DF31-44D8-FDC1-F1D8F133F529"/>
          <p:cNvPicPr>
            <a:picLocks noChangeAspect="1"/>
          </p:cNvPicPr>
          <p:nvPr/>
        </p:nvPicPr>
        <p:blipFill>
          <a:blip r:embed="rId23" cstate="print">
            <a:extLst>
              <a:ext uri="{6E2810B8-043E-4456-B1E3-D926CF791D0F}"/>
            </a:extLst>
          </a:blip>
          <a:srcRect/>
          <a:stretch>
            <a:fillRect/>
          </a:stretch>
        </p:blipFill>
        <p:spPr>
          <a:xfrm>
            <a:off x="3184436" y="2279701"/>
            <a:ext cx="342900" cy="219075"/>
          </a:xfrm>
          <a:prstGeom prst="rect">
            <a:avLst/>
          </a:prstGeom>
        </p:spPr>
      </p:pic>
      <p:pic>
        <p:nvPicPr>
          <p:cNvPr id="220" name="97EF09B0-FA88-49A2-A247-A72C91992EF2"/>
          <p:cNvPicPr>
            <a:picLocks noChangeAspect="1"/>
          </p:cNvPicPr>
          <p:nvPr/>
        </p:nvPicPr>
        <p:blipFill>
          <a:blip r:embed="rId24" cstate="print">
            <a:extLst>
              <a:ext uri="{BDB43F50-B63F-46CC-02AE-50BE0229BEA4}"/>
            </a:extLst>
          </a:blip>
          <a:srcRect/>
          <a:stretch>
            <a:fillRect/>
          </a:stretch>
        </p:blipFill>
        <p:spPr>
          <a:xfrm>
            <a:off x="3618764" y="2332292"/>
            <a:ext cx="333375" cy="142875"/>
          </a:xfrm>
          <a:prstGeom prst="rect">
            <a:avLst/>
          </a:prstGeom>
        </p:spPr>
      </p:pic>
      <p:pic>
        <p:nvPicPr>
          <p:cNvPr id="221" name="2EE6E9D6-01BB-420D-1EDA-E33C61F2CBDE"/>
          <p:cNvPicPr>
            <a:picLocks noChangeAspect="1"/>
          </p:cNvPicPr>
          <p:nvPr/>
        </p:nvPicPr>
        <p:blipFill>
          <a:blip r:embed="rId25" cstate="print">
            <a:extLst>
              <a:ext uri="{4F60FB68-7FED-40F5-AA28-37198F2C6FDB}"/>
            </a:extLst>
          </a:blip>
          <a:srcRect/>
          <a:stretch>
            <a:fillRect/>
          </a:stretch>
        </p:blipFill>
        <p:spPr>
          <a:xfrm>
            <a:off x="4034828" y="2332292"/>
            <a:ext cx="314325" cy="142875"/>
          </a:xfrm>
          <a:prstGeom prst="rect">
            <a:avLst/>
          </a:prstGeom>
        </p:spPr>
      </p:pic>
      <p:pic>
        <p:nvPicPr>
          <p:cNvPr id="222" name="DCB6D74E-E68E-44EC-2178-3566436497BB"/>
          <p:cNvPicPr>
            <a:picLocks noChangeAspect="1"/>
          </p:cNvPicPr>
          <p:nvPr/>
        </p:nvPicPr>
        <p:blipFill>
          <a:blip r:embed="rId26" cstate="print">
            <a:extLst>
              <a:ext uri="{91121549-284F-439E-083B-7B9DD5398B31}"/>
            </a:extLst>
          </a:blip>
          <a:srcRect/>
          <a:stretch>
            <a:fillRect/>
          </a:stretch>
        </p:blipFill>
        <p:spPr>
          <a:xfrm>
            <a:off x="3178327" y="2675941"/>
            <a:ext cx="352425" cy="209550"/>
          </a:xfrm>
          <a:prstGeom prst="rect">
            <a:avLst/>
          </a:prstGeom>
        </p:spPr>
      </p:pic>
      <p:sp>
        <p:nvSpPr>
          <p:cNvPr id="223" name="TextBox223"/>
          <p:cNvSpPr txBox="1"/>
          <p:nvPr/>
        </p:nvSpPr>
        <p:spPr>
          <a:xfrm>
            <a:off x="3518179" y="2307133"/>
            <a:ext cx="1209001" cy="49365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58895"/>
              </a:lnSpc>
              <a:tabLst>
                <a:tab pos="3048" algn="l"/>
              </a:tabLst>
            </a:pPr>
            <a:r>
              <a:rPr lang="en-US" altLang="zh-CN" sz="1200" kern="0" spc="30" baseline="12147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121477" lang="en-US" altLang="zh-CN" sz="1200" kern="0" spc="3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12147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121477" lang="en-US" altLang="zh-CN" sz="1200" kern="0" spc="38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12147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-25" baseline="46345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＝</a:t>
            </a:r>
            <a:r>
              <a:rPr lang="en-US" altLang="zh-CN" sz="1725" kern="0" spc="0" baseline="46345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16</a:t>
            </a:r>
            <a:r>
              <a:rPr baseline="46345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0" sz="100" kern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/>
            </a:r>
            <a:r>
              <a:rPr lang="en-US" altLang="zh-CN" sz="1200" kern="0" spc="30" baseline="-3684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36843" lang="en-US" altLang="zh-CN" sz="1200" kern="0" spc="3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-25" baseline="-3684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</p:txBody>
      </p:sp>
      <p:pic>
        <p:nvPicPr>
          <p:cNvPr id="224" name="F6657ED0-A494-465A-3864-3554BF182C59"/>
          <p:cNvPicPr>
            <a:picLocks noChangeAspect="1"/>
          </p:cNvPicPr>
          <p:nvPr/>
        </p:nvPicPr>
        <p:blipFill>
          <a:blip r:embed="rId27" cstate="print">
            <a:extLst>
              <a:ext uri="{912D430C-0479-4B07-88E5-2CC284C9EC44}"/>
            </a:extLst>
          </a:blip>
          <a:srcRect/>
          <a:stretch>
            <a:fillRect/>
          </a:stretch>
        </p:blipFill>
        <p:spPr>
          <a:xfrm>
            <a:off x="3621824" y="2728532"/>
            <a:ext cx="323850" cy="152400"/>
          </a:xfrm>
          <a:prstGeom prst="rect">
            <a:avLst/>
          </a:prstGeom>
        </p:spPr>
      </p:pic>
      <p:pic>
        <p:nvPicPr>
          <p:cNvPr id="225" name="9BCDDE64-0CBB-428E-63D5-CDCE2861CB12"/>
          <p:cNvPicPr>
            <a:picLocks noChangeAspect="1"/>
          </p:cNvPicPr>
          <p:nvPr/>
        </p:nvPicPr>
        <p:blipFill>
          <a:blip r:embed="rId28" cstate="print">
            <a:extLst>
              <a:ext uri="{749CE252-6128-4FD6-2B1C-CC19513234FF}"/>
            </a:extLst>
          </a:blip>
          <a:srcRect/>
          <a:stretch>
            <a:fillRect/>
          </a:stretch>
        </p:blipFill>
        <p:spPr>
          <a:xfrm>
            <a:off x="4039400" y="2703373"/>
            <a:ext cx="542925" cy="171450"/>
          </a:xfrm>
          <a:prstGeom prst="rect">
            <a:avLst/>
          </a:prstGeom>
        </p:spPr>
      </p:pic>
      <p:sp>
        <p:nvSpPr>
          <p:cNvPr id="226" name="TextBox226"/>
          <p:cNvSpPr txBox="1"/>
          <p:nvPr/>
        </p:nvSpPr>
        <p:spPr>
          <a:xfrm>
            <a:off x="1031011" y="3079172"/>
            <a:ext cx="184404" cy="17516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1.</a:t>
            </a:r>
          </a:p>
        </p:txBody>
      </p:sp>
      <p:pic>
        <p:nvPicPr>
          <p:cNvPr id="227" name="3AD0C7D8-A036-49F4-384C-7F2033C04BD9"/>
          <p:cNvPicPr>
            <a:picLocks noChangeAspect="1"/>
          </p:cNvPicPr>
          <p:nvPr/>
        </p:nvPicPr>
        <p:blipFill>
          <a:blip r:embed="rId29" cstate="print">
            <a:extLst>
              <a:ext uri="{6DC869A5-1F22-472C-7550-EABBC810B215}"/>
            </a:extLst>
          </a:blip>
          <a:srcRect/>
          <a:stretch>
            <a:fillRect/>
          </a:stretch>
        </p:blipFill>
        <p:spPr>
          <a:xfrm>
            <a:off x="1291615" y="3090482"/>
            <a:ext cx="247650" cy="171450"/>
          </a:xfrm>
          <a:prstGeom prst="rect">
            <a:avLst/>
          </a:prstGeom>
        </p:spPr>
      </p:pic>
      <p:sp>
        <p:nvSpPr>
          <p:cNvPr id="228" name="VectorPath 228"/>
          <p:cNvSpPr/>
          <p:nvPr/>
        </p:nvSpPr>
        <p:spPr>
          <a:xfrm>
            <a:off x="1540669" y="3106788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5"/>
                </a:cubicBezTo>
                <a:cubicBezTo>
                  <a:pt x="3835" y="103733"/>
                  <a:pt x="0" y="88455"/>
                  <a:pt x="0" y="70536"/>
                </a:cubicBezTo>
                <a:cubicBezTo>
                  <a:pt x="0" y="52642"/>
                  <a:pt x="3848" y="37376"/>
                  <a:pt x="11557" y="24714"/>
                </a:cubicBezTo>
                <a:cubicBezTo>
                  <a:pt x="19266" y="12052"/>
                  <a:pt x="30366" y="3822"/>
                  <a:pt x="44844" y="0"/>
                </a:cubicBezTo>
                <a:lnTo>
                  <a:pt x="46850" y="5740"/>
                </a:lnTo>
                <a:cubicBezTo>
                  <a:pt x="35243" y="9551"/>
                  <a:pt x="26645" y="17005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229" name="09CF7096-B6FE-4016-09F9-C6582FDF1F8E"/>
          <p:cNvPicPr>
            <a:picLocks noChangeAspect="1"/>
          </p:cNvPicPr>
          <p:nvPr/>
        </p:nvPicPr>
        <p:blipFill>
          <a:blip r:embed="rId30" cstate="print">
            <a:extLst>
              <a:ext uri="{C3ACCE70-AA7A-4186-EF35-C0C78999F0D5}"/>
            </a:extLst>
          </a:blip>
          <a:srcRect/>
          <a:stretch>
            <a:fillRect/>
          </a:stretch>
        </p:blipFill>
        <p:spPr>
          <a:xfrm>
            <a:off x="1588948" y="3111513"/>
            <a:ext cx="114300" cy="142875"/>
          </a:xfrm>
          <a:prstGeom prst="rect">
            <a:avLst/>
          </a:prstGeom>
        </p:spPr>
      </p:pic>
      <p:sp>
        <p:nvSpPr>
          <p:cNvPr id="230" name="VectorPath 230"/>
          <p:cNvSpPr/>
          <p:nvPr/>
        </p:nvSpPr>
        <p:spPr>
          <a:xfrm>
            <a:off x="1690529" y="3106788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8"/>
                  <a:pt x="31382" y="39141"/>
                  <a:pt x="25819" y="28067"/>
                </a:cubicBezTo>
                <a:cubicBezTo>
                  <a:pt x="20269" y="17005"/>
                  <a:pt x="11659" y="9551"/>
                  <a:pt x="0" y="5740"/>
                </a:cubicBezTo>
                <a:lnTo>
                  <a:pt x="2007" y="0"/>
                </a:lnTo>
                <a:cubicBezTo>
                  <a:pt x="16497" y="3822"/>
                  <a:pt x="27597" y="12052"/>
                  <a:pt x="35293" y="24714"/>
                </a:cubicBezTo>
                <a:cubicBezTo>
                  <a:pt x="43002" y="37376"/>
                  <a:pt x="46863" y="52642"/>
                  <a:pt x="46863" y="70536"/>
                </a:cubicBezTo>
                <a:cubicBezTo>
                  <a:pt x="46863" y="88455"/>
                  <a:pt x="43015" y="103733"/>
                  <a:pt x="35331" y="116345"/>
                </a:cubicBezTo>
                <a:cubicBezTo>
                  <a:pt x="27648" y="128943"/>
                  <a:pt x="16548" y="137160"/>
                  <a:pt x="2007" y="140970"/>
                </a:cubicBezTo>
                <a:lnTo>
                  <a:pt x="229" y="135242"/>
                </a:lnTo>
                <a:cubicBezTo>
                  <a:pt x="11684" y="131420"/>
                  <a:pt x="20206" y="123889"/>
                  <a:pt x="25781" y="112649"/>
                </a:cubicBezTo>
                <a:cubicBezTo>
                  <a:pt x="31369" y="101409"/>
                  <a:pt x="34163" y="87122"/>
                  <a:pt x="34163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231" name="B898388F-531C-4B39-9175-628ACF703063"/>
          <p:cNvPicPr>
            <a:picLocks noChangeAspect="1"/>
          </p:cNvPicPr>
          <p:nvPr/>
        </p:nvPicPr>
        <p:blipFill>
          <a:blip r:embed="rId31" cstate="print">
            <a:extLst>
              <a:ext uri="{D8AC3735-D053-4DFF-56D8-6D62C18ABEA7}"/>
            </a:extLst>
          </a:blip>
          <a:srcRect/>
          <a:stretch>
            <a:fillRect/>
          </a:stretch>
        </p:blipFill>
        <p:spPr>
          <a:xfrm>
            <a:off x="1793024" y="3111513"/>
            <a:ext cx="247650" cy="142875"/>
          </a:xfrm>
          <a:prstGeom prst="rect">
            <a:avLst/>
          </a:prstGeom>
        </p:spPr>
      </p:pic>
      <p:pic>
        <p:nvPicPr>
          <p:cNvPr id="232" name="3FCD5B8A-6D6B-4F93-DA1F-AAA57B80FE9C"/>
          <p:cNvPicPr>
            <a:picLocks noChangeAspect="1"/>
          </p:cNvPicPr>
          <p:nvPr/>
        </p:nvPicPr>
        <p:blipFill>
          <a:blip r:embed="rId32" cstate="print">
            <a:extLst>
              <a:ext uri="{9EAFDCF4-B888-4BED-806C-71DCDEA8B299}"/>
            </a:extLst>
          </a:blip>
          <a:srcRect/>
          <a:stretch>
            <a:fillRect/>
          </a:stretch>
        </p:blipFill>
        <p:spPr>
          <a:xfrm>
            <a:off x="2129815" y="3111513"/>
            <a:ext cx="304800" cy="142875"/>
          </a:xfrm>
          <a:prstGeom prst="rect">
            <a:avLst/>
          </a:prstGeom>
        </p:spPr>
      </p:pic>
      <p:pic>
        <p:nvPicPr>
          <p:cNvPr id="233" name="83A0D4F0-3877-46E0-00F8-D315F8177AB5"/>
          <p:cNvPicPr>
            <a:picLocks noChangeAspect="1"/>
          </p:cNvPicPr>
          <p:nvPr/>
        </p:nvPicPr>
        <p:blipFill>
          <a:blip r:embed="rId33" cstate="print">
            <a:extLst>
              <a:ext uri="{61B78F59-F4DC-4922-D9FF-58000873C654}"/>
            </a:extLst>
          </a:blip>
          <a:srcRect/>
          <a:stretch>
            <a:fillRect/>
          </a:stretch>
        </p:blipFill>
        <p:spPr>
          <a:xfrm>
            <a:off x="2518436" y="3111513"/>
            <a:ext cx="323850" cy="142875"/>
          </a:xfrm>
          <a:prstGeom prst="rect">
            <a:avLst/>
          </a:prstGeom>
        </p:spPr>
      </p:pic>
      <p:pic>
        <p:nvPicPr>
          <p:cNvPr id="234" name="B9F1D067-240F-4F4F-7566-3373CDF7469A"/>
          <p:cNvPicPr>
            <a:picLocks noChangeAspect="1"/>
          </p:cNvPicPr>
          <p:nvPr/>
        </p:nvPicPr>
        <p:blipFill>
          <a:blip r:embed="rId34" cstate="print">
            <a:extLst>
              <a:ext uri="{152E270E-C796-409E-5FA5-CBEA8A97EA63}"/>
            </a:extLst>
          </a:blip>
          <a:srcRect/>
          <a:stretch>
            <a:fillRect/>
          </a:stretch>
        </p:blipFill>
        <p:spPr>
          <a:xfrm>
            <a:off x="2931440" y="3111513"/>
            <a:ext cx="381000" cy="142875"/>
          </a:xfrm>
          <a:prstGeom prst="rect">
            <a:avLst/>
          </a:prstGeom>
        </p:spPr>
      </p:pic>
      <p:pic>
        <p:nvPicPr>
          <p:cNvPr id="235" name="7F5E946D-4111-4809-8B2E-0F5B47673003"/>
          <p:cNvPicPr>
            <a:picLocks noChangeAspect="1"/>
          </p:cNvPicPr>
          <p:nvPr/>
        </p:nvPicPr>
        <p:blipFill>
          <a:blip r:embed="rId35" cstate="print">
            <a:extLst>
              <a:ext uri="{F6589901-DFD1-4D05-8000-09B1A63EE1A4}"/>
            </a:extLst>
          </a:blip>
          <a:srcRect/>
          <a:stretch>
            <a:fillRect/>
          </a:stretch>
        </p:blipFill>
        <p:spPr>
          <a:xfrm>
            <a:off x="3370351" y="3111513"/>
            <a:ext cx="95250" cy="142875"/>
          </a:xfrm>
          <a:prstGeom prst="rect">
            <a:avLst/>
          </a:prstGeom>
        </p:spPr>
      </p:pic>
      <p:pic>
        <p:nvPicPr>
          <p:cNvPr id="236" name="2E2A38A5-DD00-42EB-8145-20CD1873DB5B"/>
          <p:cNvPicPr>
            <a:picLocks noChangeAspect="1"/>
          </p:cNvPicPr>
          <p:nvPr/>
        </p:nvPicPr>
        <p:blipFill>
          <a:blip r:embed="rId36" cstate="print">
            <a:extLst>
              <a:ext uri="{D6E0516E-7A5E-4EB5-4D4E-7CD7F2DD5849}"/>
            </a:extLst>
          </a:blip>
          <a:srcRect/>
          <a:stretch>
            <a:fillRect/>
          </a:stretch>
        </p:blipFill>
        <p:spPr>
          <a:xfrm>
            <a:off x="3550184" y="3111513"/>
            <a:ext cx="323850" cy="142875"/>
          </a:xfrm>
          <a:prstGeom prst="rect">
            <a:avLst/>
          </a:prstGeom>
        </p:spPr>
      </p:pic>
      <p:pic>
        <p:nvPicPr>
          <p:cNvPr id="237" name="D06859DD-A8BC-4A96-A609-3D18703931DF"/>
          <p:cNvPicPr>
            <a:picLocks noChangeAspect="1"/>
          </p:cNvPicPr>
          <p:nvPr/>
        </p:nvPicPr>
        <p:blipFill>
          <a:blip r:embed="rId37" cstate="print">
            <a:extLst>
              <a:ext uri="{343D8757-1FF0-44AC-90A3-CF0605FF402D}"/>
            </a:extLst>
          </a:blip>
          <a:srcRect/>
          <a:stretch>
            <a:fillRect/>
          </a:stretch>
        </p:blipFill>
        <p:spPr>
          <a:xfrm>
            <a:off x="3928148" y="3111513"/>
            <a:ext cx="85725" cy="142875"/>
          </a:xfrm>
          <a:prstGeom prst="rect">
            <a:avLst/>
          </a:prstGeom>
        </p:spPr>
      </p:pic>
      <p:sp>
        <p:nvSpPr>
          <p:cNvPr id="238" name="TextBox238"/>
          <p:cNvSpPr txBox="1"/>
          <p:nvPr/>
        </p:nvSpPr>
        <p:spPr>
          <a:xfrm>
            <a:off x="2419376" y="3083681"/>
            <a:ext cx="1649241" cy="19466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51980"/>
              </a:lnSpc>
            </a:pPr>
            <a:r>
              <a:rPr lang="en-US" altLang="zh-CN" sz="1200" kern="0" spc="30" baseline="-24058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24058" lang="en-US" altLang="zh-CN" sz="1200" kern="0" spc="948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884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8847" lang="en-US" altLang="zh-CN" sz="1200" kern="0" spc="7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884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8847" lang="en-US" altLang="zh-CN" sz="1200" kern="0" spc="39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884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8847" lang="en-US" altLang="zh-CN" sz="1200" kern="0" spc="7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20" baseline="-1884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</p:txBody>
      </p:sp>
      <p:pic>
        <p:nvPicPr>
          <p:cNvPr id="239" name="6D015492-2CDE-4B4E-7525-631094EE2B4B"/>
          <p:cNvPicPr>
            <a:picLocks noChangeAspect="1"/>
          </p:cNvPicPr>
          <p:nvPr/>
        </p:nvPicPr>
        <p:blipFill>
          <a:blip r:embed="rId38" cstate="print">
            <a:extLst>
              <a:ext uri="{84468F39-D7C1-4509-5D66-75936E9BD7C1}"/>
            </a:extLst>
          </a:blip>
          <a:srcRect/>
          <a:stretch>
            <a:fillRect/>
          </a:stretch>
        </p:blipFill>
        <p:spPr>
          <a:xfrm>
            <a:off x="2030755" y="3083681"/>
            <a:ext cx="66675" cy="200025"/>
          </a:xfrm>
          <a:prstGeom prst="rect">
            <a:avLst/>
          </a:prstGeom>
        </p:spPr>
      </p:pic>
      <p:pic>
        <p:nvPicPr>
          <p:cNvPr id="240" name="E3AE6966-B39B-41B5-7847-D263E8F96984"/>
          <p:cNvPicPr>
            <a:picLocks noChangeAspect="1"/>
          </p:cNvPicPr>
          <p:nvPr/>
        </p:nvPicPr>
        <p:blipFill>
          <a:blip r:embed="rId39" cstate="print">
            <a:extLst>
              <a:ext uri="{2CF74C59-4ECD-4B4A-BFCF-6314572CF27F}"/>
            </a:extLst>
          </a:blip>
          <a:srcRect/>
          <a:stretch>
            <a:fillRect/>
          </a:stretch>
        </p:blipFill>
        <p:spPr>
          <a:xfrm>
            <a:off x="2832379" y="3083681"/>
            <a:ext cx="66675" cy="200025"/>
          </a:xfrm>
          <a:prstGeom prst="rect">
            <a:avLst/>
          </a:prstGeom>
        </p:spPr>
      </p:pic>
      <p:pic>
        <p:nvPicPr>
          <p:cNvPr id="241" name="7C6D2557-3D31-4B4C-8E1E-4ED87EC2C4E8"/>
          <p:cNvPicPr>
            <a:picLocks noChangeAspect="1"/>
          </p:cNvPicPr>
          <p:nvPr/>
        </p:nvPicPr>
        <p:blipFill>
          <a:blip r:embed="rId40" cstate="print">
            <a:extLst>
              <a:ext uri="{78CCB69C-651C-494C-F901-E0E3F6243A89}"/>
            </a:extLst>
          </a:blip>
          <a:srcRect/>
          <a:stretch>
            <a:fillRect/>
          </a:stretch>
        </p:blipFill>
        <p:spPr>
          <a:xfrm>
            <a:off x="4074426" y="3063049"/>
            <a:ext cx="1800225" cy="209550"/>
          </a:xfrm>
          <a:prstGeom prst="rect">
            <a:avLst/>
          </a:prstGeom>
        </p:spPr>
      </p:pic>
      <p:sp>
        <p:nvSpPr>
          <p:cNvPr id="242" name="TextBox242"/>
          <p:cNvSpPr txBox="1"/>
          <p:nvPr/>
        </p:nvSpPr>
        <p:spPr>
          <a:xfrm>
            <a:off x="6272060" y="3079172"/>
            <a:ext cx="50749" cy="17516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43" name="TextBox243"/>
          <p:cNvSpPr txBox="1"/>
          <p:nvPr/>
        </p:nvSpPr>
        <p:spPr>
          <a:xfrm>
            <a:off x="1183411" y="3456241"/>
            <a:ext cx="602437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3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44" name="124A82C0-C238-4DB5-ABA2-9A1E61D9820C"/>
          <p:cNvPicPr>
            <a:picLocks noChangeAspect="1"/>
          </p:cNvPicPr>
          <p:nvPr/>
        </p:nvPicPr>
        <p:blipFill>
          <a:blip r:embed="rId41" cstate="print">
            <a:extLst>
              <a:ext uri="{A795F786-2BFE-4E63-9F78-8874110D5900}"/>
            </a:extLst>
          </a:blip>
          <a:srcRect/>
          <a:stretch>
            <a:fillRect/>
          </a:stretch>
        </p:blipFill>
        <p:spPr>
          <a:xfrm>
            <a:off x="1183411" y="3456241"/>
            <a:ext cx="609600" cy="209550"/>
          </a:xfrm>
          <a:prstGeom prst="rect">
            <a:avLst/>
          </a:prstGeom>
        </p:spPr>
      </p:pic>
      <p:sp>
        <p:nvSpPr>
          <p:cNvPr id="245" name="TextBox245"/>
          <p:cNvSpPr txBox="1"/>
          <p:nvPr/>
        </p:nvSpPr>
        <p:spPr>
          <a:xfrm>
            <a:off x="2321840" y="3456241"/>
            <a:ext cx="827989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3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46" name="6B05828E-07A0-44A3-6204-2386C982A7C6"/>
          <p:cNvPicPr>
            <a:picLocks noChangeAspect="1"/>
          </p:cNvPicPr>
          <p:nvPr/>
        </p:nvPicPr>
        <p:blipFill>
          <a:blip r:embed="rId42" cstate="print">
            <a:extLst>
              <a:ext uri="{61D7751C-28E1-469A-AC0A-8A755422E1B5}"/>
            </a:extLst>
          </a:blip>
          <a:srcRect/>
          <a:stretch>
            <a:fillRect/>
          </a:stretch>
        </p:blipFill>
        <p:spPr>
          <a:xfrm>
            <a:off x="2321840" y="3456241"/>
            <a:ext cx="838200" cy="209550"/>
          </a:xfrm>
          <a:prstGeom prst="rect">
            <a:avLst/>
          </a:prstGeom>
        </p:spPr>
      </p:pic>
      <p:pic>
        <p:nvPicPr>
          <p:cNvPr id="247" name="569EAB39-E680-4756-A809-3C823C4D89CD"/>
          <p:cNvPicPr>
            <a:picLocks noChangeAspect="1"/>
          </p:cNvPicPr>
          <p:nvPr/>
        </p:nvPicPr>
        <p:blipFill>
          <a:blip r:embed="rId43" cstate="print">
            <a:extLst>
              <a:ext uri="{B33F2E4B-78F8-4C0A-94D8-F3994C7C12C1}"/>
            </a:extLst>
          </a:blip>
          <a:srcRect/>
          <a:stretch>
            <a:fillRect/>
          </a:stretch>
        </p:blipFill>
        <p:spPr>
          <a:xfrm>
            <a:off x="1043800" y="4500182"/>
            <a:ext cx="1933575" cy="228600"/>
          </a:xfrm>
          <a:prstGeom prst="rect">
            <a:avLst/>
          </a:prstGeom>
        </p:spPr>
      </p:pic>
      <p:sp>
        <p:nvSpPr>
          <p:cNvPr id="248" name="TextBox248"/>
          <p:cNvSpPr txBox="1"/>
          <p:nvPr/>
        </p:nvSpPr>
        <p:spPr>
          <a:xfrm>
            <a:off x="3011285" y="4551096"/>
            <a:ext cx="113843" cy="14142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0797"/>
              </a:lnSpc>
            </a:pPr>
            <a:r>
              <a:rPr lang="en-US" altLang="zh-CN" sz="1725" kern="0" spc="-25" baseline="755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</a:p>
        </p:txBody>
      </p:sp>
      <p:sp>
        <p:nvSpPr>
          <p:cNvPr id="249" name="VectorPath 249"/>
          <p:cNvSpPr/>
          <p:nvPr/>
        </p:nvSpPr>
        <p:spPr>
          <a:xfrm>
            <a:off x="3185777" y="4223512"/>
            <a:ext cx="15875" cy="786638"/>
          </a:xfrm>
          <a:custGeom>
            <a:rect l="l" t="t" r="r" b="b"/>
            <a:pathLst>
              <a:path w="15875" h="786638">
                <a:moveTo>
                  <a:pt x="0" y="650875"/>
                </a:moveTo>
                <a:lnTo>
                  <a:pt x="0" y="0"/>
                </a:lnTo>
                <a:lnTo>
                  <a:pt x="15875" y="0"/>
                </a:lnTo>
                <a:lnTo>
                  <a:pt x="15875" y="786638"/>
                </a:lnTo>
                <a:lnTo>
                  <a:pt x="0" y="786638"/>
                </a:lnTo>
                <a:lnTo>
                  <a:pt x="0" y="650875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250" name="266C28C3-4FC3-4564-F279-8D72A4F9C290"/>
          <p:cNvPicPr>
            <a:picLocks noChangeAspect="1"/>
          </p:cNvPicPr>
          <p:nvPr/>
        </p:nvPicPr>
        <p:blipFill>
          <a:blip r:embed="rId44" cstate="print">
            <a:extLst>
              <a:ext uri="{73FE6147-A9AC-4BA5-3EF5-E47E9117F1AC}"/>
            </a:extLst>
          </a:blip>
          <a:srcRect/>
          <a:stretch>
            <a:fillRect/>
          </a:stretch>
        </p:blipFill>
        <p:spPr>
          <a:xfrm>
            <a:off x="3220072" y="4900092"/>
            <a:ext cx="95250" cy="152400"/>
          </a:xfrm>
          <a:prstGeom prst="rect">
            <a:avLst/>
          </a:prstGeom>
        </p:spPr>
      </p:pic>
      <p:sp>
        <p:nvSpPr>
          <p:cNvPr id="251" name="TextBox251"/>
          <p:cNvSpPr txBox="1"/>
          <p:nvPr/>
        </p:nvSpPr>
        <p:spPr>
          <a:xfrm>
            <a:off x="3220072" y="4183735"/>
            <a:ext cx="326593" cy="85778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4572" marR="0" indent="0" eaLnBrk="0">
              <a:lnSpc>
                <a:spcPct val="101811"/>
              </a:lnSpc>
              <a:spcAft>
                <a:spcPts val="24"/>
              </a:spcAft>
            </a:pPr>
            <a:r>
              <a:rPr lang="en-US" altLang="zh-CN" sz="1150" kern="0" spc="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  <a:p>
            <a:pPr marL="4572" marR="0" indent="0" eaLnBrk="0">
              <a:lnSpc>
                <a:spcPct val="99275"/>
              </a:lnSpc>
              <a:spcAft>
                <a:spcPts val="289"/>
              </a:spcAft>
            </a:pPr>
            <a:r>
              <a:rPr lang="en-US" altLang="zh-CN" sz="1150" kern="0" spc="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  <a:p>
            <a:pPr marL="0" marR="0" indent="0" eaLnBrk="0">
              <a:lnSpc>
                <a:spcPct val="97354"/>
              </a:lnSpc>
              <a:spcAft>
                <a:spcPts val="0"/>
              </a:spcAft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52" name="TextBox252"/>
          <p:cNvSpPr txBox="1"/>
          <p:nvPr/>
        </p:nvSpPr>
        <p:spPr>
          <a:xfrm>
            <a:off x="3224644" y="4540351"/>
            <a:ext cx="320497" cy="32299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 algn="just">
              <a:lnSpc>
                <a:spcPct val="92210"/>
              </a:lnSpc>
              <a:spcAft>
                <a:spcPts val="0"/>
              </a:spcAft>
            </a:pPr>
            <a:r>
              <a:rPr lang="en-US" altLang="zh-CN" sz="1150" kern="0" spc="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  <a:r>
              <a:rPr baseline="0" lang="en-US" altLang="zh-CN" sz="1150" kern="0" spc="-6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</a:p>
        </p:txBody>
      </p:sp>
      <p:pic>
        <p:nvPicPr>
          <p:cNvPr id="253" name="F038833D-4495-4655-2803-BC49412F8F7E"/>
          <p:cNvPicPr>
            <a:picLocks noChangeAspect="1"/>
          </p:cNvPicPr>
          <p:nvPr/>
        </p:nvPicPr>
        <p:blipFill>
          <a:blip r:embed="rId45" cstate="print">
            <a:extLst>
              <a:ext uri="{D2641875-2B5E-4F57-BE26-FD6878933DFC}"/>
            </a:extLst>
          </a:blip>
          <a:srcRect/>
          <a:stretch>
            <a:fillRect/>
          </a:stretch>
        </p:blipFill>
        <p:spPr>
          <a:xfrm>
            <a:off x="3459340" y="4900092"/>
            <a:ext cx="95250" cy="152400"/>
          </a:xfrm>
          <a:prstGeom prst="rect">
            <a:avLst/>
          </a:prstGeom>
        </p:spPr>
      </p:pic>
      <p:sp>
        <p:nvSpPr>
          <p:cNvPr id="254" name="TextBox254"/>
          <p:cNvSpPr txBox="1"/>
          <p:nvPr/>
        </p:nvSpPr>
        <p:spPr>
          <a:xfrm>
            <a:off x="3864128" y="3425914"/>
            <a:ext cx="59696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255" name="TextBox255"/>
          <p:cNvSpPr txBox="1"/>
          <p:nvPr/>
        </p:nvSpPr>
        <p:spPr>
          <a:xfrm>
            <a:off x="3609620" y="3468091"/>
            <a:ext cx="779831" cy="1794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  <a:tabLst>
                <a:tab pos="317074" algn="l"/>
              </a:tabLst>
            </a:pPr>
            <a:r>
              <a:rPr lang="en-US" altLang="zh-CN" sz="1150" kern="0" spc="25" baseline="0" noProof="0" dirty="0" smtClean="0">
                <a:solidFill>
                  <a:srgbClr val="070605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1150" kern="0" spc="25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．</a:t>
            </a:r>
            <a:r>
              <a:rPr baseline="0" lang="en-US" altLang="zh-CN" sz="1150" kern="0" spc="-50" u="sng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baseline="0" sz="1150" kern="0" noProof="0" dirty="0" smtClean="0" u="sng">
                <a:latin typeface="SimSun" pitchFamily="2" charset="0"/>
                <a:ea typeface="SimSun" pitchFamily="2" charset="0"/>
                <a:cs typeface="SimSun" pitchFamily="2" charset="0"/>
              </a:rPr>
              <a:t/>
            </a:r>
          </a:p>
        </p:txBody>
      </p:sp>
      <p:pic>
        <p:nvPicPr>
          <p:cNvPr id="256" name="FDCDC5D4-EB53-4FA6-A1FA-15150F74E306"/>
          <p:cNvPicPr>
            <a:picLocks noChangeAspect="1"/>
          </p:cNvPicPr>
          <p:nvPr/>
        </p:nvPicPr>
        <p:blipFill>
          <a:blip r:embed="rId46" cstate="print">
            <a:extLst>
              <a:ext uri="{F5015C20-2AEA-426D-CE64-DC1DB5B5FEA9}"/>
            </a:extLst>
          </a:blip>
          <a:srcRect/>
          <a:stretch>
            <a:fillRect/>
          </a:stretch>
        </p:blipFill>
        <p:spPr>
          <a:xfrm>
            <a:off x="3966248" y="3504705"/>
            <a:ext cx="504825" cy="152400"/>
          </a:xfrm>
          <a:prstGeom prst="rect">
            <a:avLst/>
          </a:prstGeom>
        </p:spPr>
      </p:pic>
      <p:sp>
        <p:nvSpPr>
          <p:cNvPr id="257" name="TextBox257"/>
          <p:cNvSpPr txBox="1"/>
          <p:nvPr/>
        </p:nvSpPr>
        <p:spPr>
          <a:xfrm>
            <a:off x="3609620" y="3425914"/>
            <a:ext cx="856957" cy="28796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54508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</p:txBody>
      </p:sp>
      <p:sp>
        <p:nvSpPr>
          <p:cNvPr id="258" name="TextBox258"/>
          <p:cNvSpPr txBox="1"/>
          <p:nvPr/>
        </p:nvSpPr>
        <p:spPr>
          <a:xfrm>
            <a:off x="3697084" y="4217340"/>
            <a:ext cx="88836" cy="82418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5722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40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3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259" name="5E61FC3F-80D2-4BBA-6879-E2FBDDFFC5C7"/>
          <p:cNvPicPr>
            <a:picLocks noChangeAspect="1"/>
          </p:cNvPicPr>
          <p:nvPr/>
        </p:nvPicPr>
        <p:blipFill>
          <a:blip r:embed="rId47" cstate="print">
            <a:extLst>
              <a:ext uri="{3C0A9001-A1B8-4FDA-6C0D-9A7C242F58AE}"/>
            </a:extLst>
          </a:blip>
          <a:srcRect/>
          <a:stretch>
            <a:fillRect/>
          </a:stretch>
        </p:blipFill>
        <p:spPr>
          <a:xfrm>
            <a:off x="3698596" y="4900092"/>
            <a:ext cx="95250" cy="152400"/>
          </a:xfrm>
          <a:prstGeom prst="rect">
            <a:avLst/>
          </a:prstGeom>
        </p:spPr>
      </p:pic>
      <p:pic>
        <p:nvPicPr>
          <p:cNvPr id="260" name="67D05130-8A0F-4C21-4AAA-0393AD872CBE"/>
          <p:cNvPicPr>
            <a:picLocks noChangeAspect="1"/>
          </p:cNvPicPr>
          <p:nvPr/>
        </p:nvPicPr>
        <p:blipFill>
          <a:blip r:embed="rId48" cstate="print">
            <a:extLst>
              <a:ext uri="{84BCD4A8-95AD-4FBF-E111-F0BF07BC7E7B}"/>
            </a:extLst>
          </a:blip>
          <a:srcRect/>
          <a:stretch>
            <a:fillRect/>
          </a:stretch>
        </p:blipFill>
        <p:spPr>
          <a:xfrm>
            <a:off x="4222865" y="4202088"/>
            <a:ext cx="95250" cy="152400"/>
          </a:xfrm>
          <a:prstGeom prst="rect">
            <a:avLst/>
          </a:prstGeom>
        </p:spPr>
      </p:pic>
      <p:pic>
        <p:nvPicPr>
          <p:cNvPr id="261" name="D2BDC7CF-9B85-4637-BD85-69117EE3E15C"/>
          <p:cNvPicPr>
            <a:picLocks noChangeAspect="1"/>
          </p:cNvPicPr>
          <p:nvPr/>
        </p:nvPicPr>
        <p:blipFill>
          <a:blip r:embed="rId49" cstate="print">
            <a:extLst>
              <a:ext uri="{FC262416-456B-4047-B3AC-D64CEDA6A95F}"/>
            </a:extLst>
          </a:blip>
          <a:srcRect/>
          <a:stretch>
            <a:fillRect/>
          </a:stretch>
        </p:blipFill>
        <p:spPr>
          <a:xfrm>
            <a:off x="4222865" y="4380396"/>
            <a:ext cx="95250" cy="152400"/>
          </a:xfrm>
          <a:prstGeom prst="rect">
            <a:avLst/>
          </a:prstGeom>
        </p:spPr>
      </p:pic>
      <p:sp>
        <p:nvSpPr>
          <p:cNvPr id="262" name="TextBox262"/>
          <p:cNvSpPr txBox="1"/>
          <p:nvPr/>
        </p:nvSpPr>
        <p:spPr>
          <a:xfrm>
            <a:off x="3939400" y="4200576"/>
            <a:ext cx="352044" cy="83940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5797"/>
              </a:lnSpc>
              <a:spcBef>
                <a:spcPts val="0"/>
              </a:spcBef>
            </a:pPr>
            <a:r>
              <a:rPr lang="en-US" altLang="zh-CN" sz="1725" kern="0" spc="2645" baseline="15755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  <a:r>
              <a:rPr baseline="15755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725" kern="0" baseline="15755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725" kern="0" spc="2645" baseline="975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  <a:r>
              <a:rPr baseline="9757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725" kern="0" baseline="9757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725" kern="0" spc="2645" baseline="289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  <a:r>
              <a:rPr baseline="2890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725" kern="0" baseline="289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725" kern="0" spc="3585" baseline="5592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  <a:r>
              <a:rPr baseline="5592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725" kern="0" baseline="5592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</a:p>
        </p:txBody>
      </p:sp>
      <p:pic>
        <p:nvPicPr>
          <p:cNvPr id="263" name="ECD697E9-702B-41E0-35E3-C6BCBB48A647"/>
          <p:cNvPicPr>
            <a:picLocks noChangeAspect="1"/>
          </p:cNvPicPr>
          <p:nvPr/>
        </p:nvPicPr>
        <p:blipFill>
          <a:blip r:embed="rId50" cstate="print">
            <a:extLst>
              <a:ext uri="{11785780-3AA1-4971-14E0-A60910AE83E3}"/>
            </a:extLst>
          </a:blip>
          <a:srcRect/>
          <a:stretch>
            <a:fillRect/>
          </a:stretch>
        </p:blipFill>
        <p:spPr>
          <a:xfrm>
            <a:off x="4222865" y="4558716"/>
            <a:ext cx="95250" cy="142875"/>
          </a:xfrm>
          <a:prstGeom prst="rect">
            <a:avLst/>
          </a:prstGeom>
        </p:spPr>
      </p:pic>
      <p:pic>
        <p:nvPicPr>
          <p:cNvPr id="264" name="800814BE-6042-48E1-CEF0-900C81229D67"/>
          <p:cNvPicPr>
            <a:picLocks noChangeAspect="1"/>
          </p:cNvPicPr>
          <p:nvPr/>
        </p:nvPicPr>
        <p:blipFill>
          <a:blip r:embed="rId51" cstate="print">
            <a:extLst>
              <a:ext uri="{7AB8B5D3-65ED-46EC-D1D2-4FC4662E2DF0}"/>
            </a:extLst>
          </a:blip>
          <a:srcRect/>
          <a:stretch>
            <a:fillRect/>
          </a:stretch>
        </p:blipFill>
        <p:spPr>
          <a:xfrm>
            <a:off x="4224376" y="4900092"/>
            <a:ext cx="95250" cy="152400"/>
          </a:xfrm>
          <a:prstGeom prst="rect">
            <a:avLst/>
          </a:prstGeom>
        </p:spPr>
      </p:pic>
      <p:sp>
        <p:nvSpPr>
          <p:cNvPr id="265" name="VectorPath 265"/>
          <p:cNvSpPr/>
          <p:nvPr/>
        </p:nvSpPr>
        <p:spPr>
          <a:xfrm>
            <a:off x="4329616" y="4223512"/>
            <a:ext cx="15875" cy="786638"/>
          </a:xfrm>
          <a:custGeom>
            <a:rect l="l" t="t" r="r" b="b"/>
            <a:pathLst>
              <a:path w="15875" h="786638">
                <a:moveTo>
                  <a:pt x="0" y="650875"/>
                </a:moveTo>
                <a:lnTo>
                  <a:pt x="0" y="0"/>
                </a:lnTo>
                <a:lnTo>
                  <a:pt x="15875" y="0"/>
                </a:lnTo>
                <a:lnTo>
                  <a:pt x="15875" y="786638"/>
                </a:lnTo>
                <a:lnTo>
                  <a:pt x="0" y="786638"/>
                </a:lnTo>
                <a:lnTo>
                  <a:pt x="0" y="650875"/>
                </a:ln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266" name="TextBox266"/>
          <p:cNvSpPr txBox="1"/>
          <p:nvPr/>
        </p:nvSpPr>
        <p:spPr>
          <a:xfrm>
            <a:off x="5677700" y="3425914"/>
            <a:ext cx="59696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pic>
        <p:nvPicPr>
          <p:cNvPr id="267" name="F648A19E-3212-4398-069D-24EF2DDA34A9"/>
          <p:cNvPicPr>
            <a:picLocks noChangeAspect="1"/>
          </p:cNvPicPr>
          <p:nvPr/>
        </p:nvPicPr>
        <p:blipFill>
          <a:blip r:embed="rId52" cstate="print">
            <a:extLst>
              <a:ext uri="{B71C8049-4BBB-4748-DE85-5AAB547CE6BD}"/>
            </a:extLst>
          </a:blip>
          <a:srcRect/>
          <a:stretch>
            <a:fillRect/>
          </a:stretch>
        </p:blipFill>
        <p:spPr>
          <a:xfrm>
            <a:off x="4923320" y="3456241"/>
            <a:ext cx="723900" cy="209550"/>
          </a:xfrm>
          <a:prstGeom prst="rect">
            <a:avLst/>
          </a:prstGeom>
        </p:spPr>
      </p:pic>
      <p:sp>
        <p:nvSpPr>
          <p:cNvPr id="268" name="TextBox268"/>
          <p:cNvSpPr txBox="1"/>
          <p:nvPr/>
        </p:nvSpPr>
        <p:spPr>
          <a:xfrm>
            <a:off x="4923320" y="3468091"/>
            <a:ext cx="745143" cy="17969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75649" marR="0" indent="0" eaLnBrk="0">
              <a:lnSpc>
                <a:spcPct val="112301"/>
              </a:lnSpc>
              <a:tabLst>
                <a:tab pos="743238" algn="l"/>
              </a:tabLst>
            </a:pPr>
            <a:r>
              <a:rPr baseline="22355" lang="en-US" altLang="zh-CN" sz="1575" kern="0" spc="0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baseline="22355" sz="1575" kern="0" noProof="0" dirty="0" smtClean="0" u="sng">
                <a:latin typeface="Arial" pitchFamily="34" charset="0"/>
                <a:ea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269" name="TextBox269"/>
          <p:cNvSpPr txBox="1"/>
          <p:nvPr/>
        </p:nvSpPr>
        <p:spPr>
          <a:xfrm>
            <a:off x="4923320" y="3425914"/>
            <a:ext cx="818839" cy="28796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75438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70605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</p:txBody>
      </p:sp>
      <p:sp>
        <p:nvSpPr>
          <p:cNvPr id="270" name="VectorPath 270"/>
          <p:cNvSpPr/>
          <p:nvPr/>
        </p:nvSpPr>
        <p:spPr>
          <a:xfrm>
            <a:off x="3532429" y="6144325"/>
            <a:ext cx="50608" cy="452755"/>
          </a:xfrm>
          <a:custGeom>
            <a:rect l="l" t="t" r="r" b="b"/>
            <a:pathLst>
              <a:path w="50608" h="452755">
                <a:moveTo>
                  <a:pt x="13779" y="225692"/>
                </a:moveTo>
                <a:lnTo>
                  <a:pt x="13779" y="227698"/>
                </a:lnTo>
                <a:cubicBezTo>
                  <a:pt x="21133" y="232118"/>
                  <a:pt x="26264" y="238887"/>
                  <a:pt x="29185" y="247993"/>
                </a:cubicBezTo>
                <a:cubicBezTo>
                  <a:pt x="32118" y="257099"/>
                  <a:pt x="33579" y="268935"/>
                  <a:pt x="33579" y="283476"/>
                </a:cubicBezTo>
                <a:cubicBezTo>
                  <a:pt x="33579" y="288392"/>
                  <a:pt x="31966" y="301587"/>
                  <a:pt x="28740" y="323050"/>
                </a:cubicBezTo>
                <a:cubicBezTo>
                  <a:pt x="25514" y="344525"/>
                  <a:pt x="23901" y="360477"/>
                  <a:pt x="23901" y="370891"/>
                </a:cubicBezTo>
                <a:cubicBezTo>
                  <a:pt x="23901" y="396062"/>
                  <a:pt x="26657" y="414579"/>
                  <a:pt x="32169" y="426441"/>
                </a:cubicBezTo>
                <a:cubicBezTo>
                  <a:pt x="37668" y="438302"/>
                  <a:pt x="43828" y="444957"/>
                  <a:pt x="50608" y="446405"/>
                </a:cubicBezTo>
                <a:lnTo>
                  <a:pt x="50608" y="452755"/>
                </a:lnTo>
                <a:cubicBezTo>
                  <a:pt x="39802" y="451269"/>
                  <a:pt x="30137" y="443052"/>
                  <a:pt x="21628" y="428104"/>
                </a:cubicBezTo>
                <a:cubicBezTo>
                  <a:pt x="13106" y="413169"/>
                  <a:pt x="8852" y="389915"/>
                  <a:pt x="8852" y="358343"/>
                </a:cubicBezTo>
                <a:cubicBezTo>
                  <a:pt x="8852" y="346735"/>
                  <a:pt x="10541" y="330797"/>
                  <a:pt x="13919" y="310540"/>
                </a:cubicBezTo>
                <a:cubicBezTo>
                  <a:pt x="17285" y="290284"/>
                  <a:pt x="18974" y="276466"/>
                  <a:pt x="18974" y="269075"/>
                </a:cubicBezTo>
                <a:cubicBezTo>
                  <a:pt x="18974" y="256959"/>
                  <a:pt x="17196" y="247624"/>
                  <a:pt x="13652" y="241071"/>
                </a:cubicBezTo>
                <a:cubicBezTo>
                  <a:pt x="10109" y="234518"/>
                  <a:pt x="5562" y="231000"/>
                  <a:pt x="0" y="230505"/>
                </a:cubicBezTo>
                <a:lnTo>
                  <a:pt x="0" y="222885"/>
                </a:lnTo>
                <a:cubicBezTo>
                  <a:pt x="5562" y="222390"/>
                  <a:pt x="10109" y="218859"/>
                  <a:pt x="13652" y="212318"/>
                </a:cubicBezTo>
                <a:cubicBezTo>
                  <a:pt x="17196" y="205765"/>
                  <a:pt x="18974" y="196443"/>
                  <a:pt x="18974" y="184340"/>
                </a:cubicBezTo>
                <a:cubicBezTo>
                  <a:pt x="18974" y="176937"/>
                  <a:pt x="17285" y="163119"/>
                  <a:pt x="13919" y="142888"/>
                </a:cubicBezTo>
                <a:cubicBezTo>
                  <a:pt x="10541" y="122644"/>
                  <a:pt x="8852" y="106718"/>
                  <a:pt x="8852" y="95110"/>
                </a:cubicBezTo>
                <a:cubicBezTo>
                  <a:pt x="8852" y="63055"/>
                  <a:pt x="13106" y="39560"/>
                  <a:pt x="21628" y="24625"/>
                </a:cubicBezTo>
                <a:cubicBezTo>
                  <a:pt x="30137" y="9690"/>
                  <a:pt x="39802" y="1486"/>
                  <a:pt x="50608" y="0"/>
                </a:cubicBezTo>
                <a:lnTo>
                  <a:pt x="50608" y="6350"/>
                </a:lnTo>
                <a:cubicBezTo>
                  <a:pt x="43828" y="7785"/>
                  <a:pt x="37668" y="14440"/>
                  <a:pt x="32169" y="26303"/>
                </a:cubicBezTo>
                <a:cubicBezTo>
                  <a:pt x="26657" y="38151"/>
                  <a:pt x="23901" y="56909"/>
                  <a:pt x="23901" y="82563"/>
                </a:cubicBezTo>
                <a:cubicBezTo>
                  <a:pt x="23901" y="92989"/>
                  <a:pt x="25514" y="108928"/>
                  <a:pt x="28740" y="130391"/>
                </a:cubicBezTo>
                <a:cubicBezTo>
                  <a:pt x="31966" y="151841"/>
                  <a:pt x="33579" y="165036"/>
                  <a:pt x="33579" y="169938"/>
                </a:cubicBezTo>
                <a:cubicBezTo>
                  <a:pt x="33579" y="184480"/>
                  <a:pt x="32118" y="196304"/>
                  <a:pt x="29185" y="205410"/>
                </a:cubicBezTo>
                <a:cubicBezTo>
                  <a:pt x="26264" y="214516"/>
                  <a:pt x="21133" y="221272"/>
                  <a:pt x="13779" y="225692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271" name="3B08EE5A-B723-43C6-BD84-DB87F7660D0C"/>
          <p:cNvPicPr>
            <a:picLocks noChangeAspect="1"/>
          </p:cNvPicPr>
          <p:nvPr/>
        </p:nvPicPr>
        <p:blipFill>
          <a:blip r:embed="rId53" cstate="print">
            <a:extLst>
              <a:ext uri="{48A7B9B5-73C9-49C5-E160-B3447DC73D5C}"/>
            </a:extLst>
          </a:blip>
          <a:srcRect/>
          <a:stretch>
            <a:fillRect/>
          </a:stretch>
        </p:blipFill>
        <p:spPr>
          <a:xfrm>
            <a:off x="2142376" y="5379746"/>
            <a:ext cx="714375" cy="171450"/>
          </a:xfrm>
          <a:prstGeom prst="rect">
            <a:avLst/>
          </a:prstGeom>
        </p:spPr>
      </p:pic>
      <p:pic>
        <p:nvPicPr>
          <p:cNvPr id="272" name="F5D15DDF-8EC3-47EE-F8B3-52FF7B4CA1F3"/>
          <p:cNvPicPr>
            <a:picLocks noChangeAspect="1"/>
          </p:cNvPicPr>
          <p:nvPr/>
        </p:nvPicPr>
        <p:blipFill>
          <a:blip r:embed="rId54" cstate="print">
            <a:extLst>
              <a:ext uri="{B7A37088-E219-4D9B-0B6B-EC39A17D8F0E}"/>
            </a:extLst>
          </a:blip>
          <a:srcRect/>
          <a:stretch>
            <a:fillRect/>
          </a:stretch>
        </p:blipFill>
        <p:spPr>
          <a:xfrm>
            <a:off x="2950096" y="5398339"/>
            <a:ext cx="762000" cy="152400"/>
          </a:xfrm>
          <a:prstGeom prst="rect">
            <a:avLst/>
          </a:prstGeom>
        </p:spPr>
      </p:pic>
      <p:pic>
        <p:nvPicPr>
          <p:cNvPr id="273" name="E0414B77-77E9-49B6-8E0C-BFC212A77623"/>
          <p:cNvPicPr>
            <a:picLocks noChangeAspect="1"/>
          </p:cNvPicPr>
          <p:nvPr/>
        </p:nvPicPr>
        <p:blipFill>
          <a:blip r:embed="rId55" cstate="print">
            <a:extLst>
              <a:ext uri="{1CE61C2F-6DB9-422B-E577-15A7AF103E20}"/>
            </a:extLst>
          </a:blip>
          <a:srcRect/>
          <a:stretch>
            <a:fillRect/>
          </a:stretch>
        </p:blipFill>
        <p:spPr>
          <a:xfrm>
            <a:off x="3805060" y="5398339"/>
            <a:ext cx="762000" cy="152400"/>
          </a:xfrm>
          <a:prstGeom prst="rect">
            <a:avLst/>
          </a:prstGeom>
        </p:spPr>
      </p:pic>
      <p:pic>
        <p:nvPicPr>
          <p:cNvPr id="274" name="F085C793-3E66-48E2-2305-0F640034A355"/>
          <p:cNvPicPr>
            <a:picLocks noChangeAspect="1"/>
          </p:cNvPicPr>
          <p:nvPr/>
        </p:nvPicPr>
        <p:blipFill>
          <a:blip r:embed="rId56" cstate="print">
            <a:extLst>
              <a:ext uri="{4C4D1B7A-B840-4726-3BF3-DA509E8D2817}"/>
            </a:extLst>
          </a:blip>
          <a:srcRect/>
          <a:stretch>
            <a:fillRect/>
          </a:stretch>
        </p:blipFill>
        <p:spPr>
          <a:xfrm>
            <a:off x="4660024" y="5379746"/>
            <a:ext cx="1000125" cy="171450"/>
          </a:xfrm>
          <a:prstGeom prst="rect">
            <a:avLst/>
          </a:prstGeom>
        </p:spPr>
      </p:pic>
      <p:pic>
        <p:nvPicPr>
          <p:cNvPr id="275" name="155AAD9B-D6B5-4B70-5A1C-BF1A42BC7285"/>
          <p:cNvPicPr>
            <a:picLocks noChangeAspect="1"/>
          </p:cNvPicPr>
          <p:nvPr/>
        </p:nvPicPr>
        <p:blipFill>
          <a:blip r:embed="rId57" cstate="print">
            <a:extLst>
              <a:ext uri="{CB35A5B9-A9E9-40B0-3ED8-EA52CFCA9522}"/>
            </a:extLst>
          </a:blip>
          <a:srcRect/>
          <a:stretch>
            <a:fillRect/>
          </a:stretch>
        </p:blipFill>
        <p:spPr>
          <a:xfrm>
            <a:off x="1753705" y="5596789"/>
            <a:ext cx="95250" cy="152400"/>
          </a:xfrm>
          <a:prstGeom prst="rect">
            <a:avLst/>
          </a:prstGeom>
        </p:spPr>
      </p:pic>
      <p:pic>
        <p:nvPicPr>
          <p:cNvPr id="276" name="00B6C15A-8211-4ACE-650C-CD6F8321578B"/>
          <p:cNvPicPr>
            <a:picLocks noChangeAspect="1"/>
          </p:cNvPicPr>
          <p:nvPr/>
        </p:nvPicPr>
        <p:blipFill>
          <a:blip r:embed="rId58" cstate="print">
            <a:extLst>
              <a:ext uri="{6FDC8E15-5C8D-4680-1A16-C2E0352F8A9D}"/>
            </a:extLst>
          </a:blip>
          <a:srcRect/>
          <a:stretch>
            <a:fillRect/>
          </a:stretch>
        </p:blipFill>
        <p:spPr>
          <a:xfrm>
            <a:off x="1953362" y="5596459"/>
            <a:ext cx="714375" cy="152400"/>
          </a:xfrm>
          <a:prstGeom prst="rect">
            <a:avLst/>
          </a:prstGeom>
        </p:spPr>
      </p:pic>
      <p:pic>
        <p:nvPicPr>
          <p:cNvPr id="277" name="063817D6-9C88-4676-9BA0-D21B915F5730"/>
          <p:cNvPicPr>
            <a:picLocks noChangeAspect="1"/>
          </p:cNvPicPr>
          <p:nvPr/>
        </p:nvPicPr>
        <p:blipFill>
          <a:blip r:embed="rId59" cstate="print">
            <a:extLst>
              <a:ext uri="{40374313-ECDA-4134-E2D7-2C8A0E96137D}"/>
            </a:extLst>
          </a:blip>
          <a:srcRect/>
          <a:stretch>
            <a:fillRect/>
          </a:stretch>
        </p:blipFill>
        <p:spPr>
          <a:xfrm>
            <a:off x="3590773" y="6141569"/>
            <a:ext cx="95250" cy="85725"/>
          </a:xfrm>
          <a:prstGeom prst="rect">
            <a:avLst/>
          </a:prstGeom>
        </p:spPr>
      </p:pic>
      <p:pic>
        <p:nvPicPr>
          <p:cNvPr id="278" name="7D75863B-8197-44DF-E161-29212702A654"/>
          <p:cNvPicPr>
            <a:picLocks noChangeAspect="1"/>
          </p:cNvPicPr>
          <p:nvPr/>
        </p:nvPicPr>
        <p:blipFill>
          <a:blip r:embed="rId60" cstate="print">
            <a:extLst>
              <a:ext uri="{FBD76C00-5754-4DDE-274B-D4CC562F1E73}"/>
            </a:extLst>
          </a:blip>
          <a:srcRect/>
          <a:stretch>
            <a:fillRect/>
          </a:stretch>
        </p:blipFill>
        <p:spPr>
          <a:xfrm>
            <a:off x="3770592" y="6110783"/>
            <a:ext cx="323850" cy="114300"/>
          </a:xfrm>
          <a:prstGeom prst="rect">
            <a:avLst/>
          </a:prstGeom>
        </p:spPr>
      </p:pic>
      <p:pic>
        <p:nvPicPr>
          <p:cNvPr id="279" name="7F183BF7-970D-4525-0A13-356EBF6070EF"/>
          <p:cNvPicPr>
            <a:picLocks noChangeAspect="1"/>
          </p:cNvPicPr>
          <p:nvPr/>
        </p:nvPicPr>
        <p:blipFill>
          <a:blip r:embed="rId61" cstate="print">
            <a:extLst>
              <a:ext uri="{4855036B-4420-44F6-9A00-58C6C175FB75}"/>
            </a:extLst>
          </a:blip>
          <a:srcRect/>
          <a:stretch>
            <a:fillRect/>
          </a:stretch>
        </p:blipFill>
        <p:spPr>
          <a:xfrm>
            <a:off x="4183609" y="6110783"/>
            <a:ext cx="323850" cy="114300"/>
          </a:xfrm>
          <a:prstGeom prst="rect">
            <a:avLst/>
          </a:prstGeom>
        </p:spPr>
      </p:pic>
      <p:pic>
        <p:nvPicPr>
          <p:cNvPr id="280" name="0E64DE08-DE3E-4931-0B0C-CC70486A4837"/>
          <p:cNvPicPr>
            <a:picLocks noChangeAspect="1"/>
          </p:cNvPicPr>
          <p:nvPr/>
        </p:nvPicPr>
        <p:blipFill>
          <a:blip r:embed="rId62" cstate="print">
            <a:extLst>
              <a:ext uri="{0AB1902F-D644-4AA5-5713-FB047D98E471}"/>
            </a:extLst>
          </a:blip>
          <a:srcRect/>
          <a:stretch>
            <a:fillRect/>
          </a:stretch>
        </p:blipFill>
        <p:spPr>
          <a:xfrm>
            <a:off x="1889379" y="6285282"/>
            <a:ext cx="1571625" cy="161925"/>
          </a:xfrm>
          <a:prstGeom prst="rect">
            <a:avLst/>
          </a:prstGeom>
        </p:spPr>
      </p:pic>
      <p:pic>
        <p:nvPicPr>
          <p:cNvPr id="281" name="1311DDA3-847A-49E4-98A2-04262CA5E7BC"/>
          <p:cNvPicPr>
            <a:picLocks noChangeAspect="1"/>
          </p:cNvPicPr>
          <p:nvPr/>
        </p:nvPicPr>
        <p:blipFill>
          <a:blip r:embed="rId63" cstate="print">
            <a:extLst>
              <a:ext uri="{10C92E5E-29FE-4D64-F488-931B8E8B9B12}"/>
            </a:extLst>
          </a:blip>
          <a:srcRect/>
          <a:stretch>
            <a:fillRect/>
          </a:stretch>
        </p:blipFill>
        <p:spPr>
          <a:xfrm>
            <a:off x="3586201" y="6299759"/>
            <a:ext cx="95250" cy="123825"/>
          </a:xfrm>
          <a:prstGeom prst="rect">
            <a:avLst/>
          </a:prstGeom>
        </p:spPr>
      </p:pic>
      <p:pic>
        <p:nvPicPr>
          <p:cNvPr id="282" name="56EFF259-C00D-4729-BF54-A61A71A12EE5"/>
          <p:cNvPicPr>
            <a:picLocks noChangeAspect="1"/>
          </p:cNvPicPr>
          <p:nvPr/>
        </p:nvPicPr>
        <p:blipFill>
          <a:blip r:embed="rId64" cstate="print">
            <a:extLst>
              <a:ext uri="{F4798859-E204-4A3F-F084-51BCEF1AFD05}"/>
            </a:extLst>
          </a:blip>
          <a:srcRect/>
          <a:stretch>
            <a:fillRect/>
          </a:stretch>
        </p:blipFill>
        <p:spPr>
          <a:xfrm>
            <a:off x="3767556" y="6298222"/>
            <a:ext cx="323850" cy="123825"/>
          </a:xfrm>
          <a:prstGeom prst="rect">
            <a:avLst/>
          </a:prstGeom>
        </p:spPr>
      </p:pic>
      <p:pic>
        <p:nvPicPr>
          <p:cNvPr id="283" name="36A600BC-6F27-4289-48DC-94543164FA24"/>
          <p:cNvPicPr>
            <a:picLocks noChangeAspect="1"/>
          </p:cNvPicPr>
          <p:nvPr/>
        </p:nvPicPr>
        <p:blipFill>
          <a:blip r:embed="rId65" cstate="print">
            <a:extLst>
              <a:ext uri="{C65CE88F-C4EA-4DCF-626C-3366AF8392FE}"/>
            </a:extLst>
          </a:blip>
          <a:srcRect/>
          <a:stretch>
            <a:fillRect/>
          </a:stretch>
        </p:blipFill>
        <p:spPr>
          <a:xfrm>
            <a:off x="4180561" y="6294730"/>
            <a:ext cx="800100" cy="152400"/>
          </a:xfrm>
          <a:prstGeom prst="rect">
            <a:avLst/>
          </a:prstGeom>
        </p:spPr>
      </p:pic>
      <p:pic>
        <p:nvPicPr>
          <p:cNvPr id="284" name="36678E17-A504-4E70-3F25-738F85594972"/>
          <p:cNvPicPr>
            <a:picLocks noChangeAspect="1"/>
          </p:cNvPicPr>
          <p:nvPr/>
        </p:nvPicPr>
        <p:blipFill>
          <a:blip r:embed="rId66" cstate="print">
            <a:extLst>
              <a:ext uri="{EE90EA63-230E-48B3-61A3-2D7B0B9A6298}"/>
            </a:extLst>
          </a:blip>
          <a:srcRect/>
          <a:stretch>
            <a:fillRect/>
          </a:stretch>
        </p:blipFill>
        <p:spPr>
          <a:xfrm>
            <a:off x="3586201" y="6483693"/>
            <a:ext cx="95250" cy="152400"/>
          </a:xfrm>
          <a:prstGeom prst="rect">
            <a:avLst/>
          </a:prstGeom>
        </p:spPr>
      </p:pic>
      <p:pic>
        <p:nvPicPr>
          <p:cNvPr id="285" name="82F24350-9844-4FB4-46EC-F70EAB603713"/>
          <p:cNvPicPr>
            <a:picLocks noChangeAspect="1"/>
          </p:cNvPicPr>
          <p:nvPr/>
        </p:nvPicPr>
        <p:blipFill>
          <a:blip r:embed="rId67" cstate="print">
            <a:extLst>
              <a:ext uri="{A83F7650-93CC-458C-4517-E08A0621B6A1}"/>
            </a:extLst>
          </a:blip>
          <a:srcRect/>
          <a:stretch>
            <a:fillRect/>
          </a:stretch>
        </p:blipFill>
        <p:spPr>
          <a:xfrm>
            <a:off x="3767556" y="6483693"/>
            <a:ext cx="714375" cy="152400"/>
          </a:xfrm>
          <a:prstGeom prst="rect">
            <a:avLst/>
          </a:prstGeom>
        </p:spPr>
      </p:pic>
      <p:pic>
        <p:nvPicPr>
          <p:cNvPr id="286" name="E634A42E-9713-4F71-AB09-4F4F514378F7"/>
          <p:cNvPicPr>
            <a:picLocks noChangeAspect="1"/>
          </p:cNvPicPr>
          <p:nvPr/>
        </p:nvPicPr>
        <p:blipFill>
          <a:blip r:embed="rId68" cstate="print">
            <a:extLst>
              <a:ext uri="{32CA0D96-AFE1-411A-79D6-4839D7188236}"/>
            </a:extLst>
          </a:blip>
          <a:srcRect/>
          <a:stretch>
            <a:fillRect/>
          </a:stretch>
        </p:blipFill>
        <p:spPr>
          <a:xfrm>
            <a:off x="4573753" y="6483693"/>
            <a:ext cx="323850" cy="152400"/>
          </a:xfrm>
          <a:prstGeom prst="rect">
            <a:avLst/>
          </a:prstGeom>
        </p:spPr>
      </p:pic>
      <p:pic>
        <p:nvPicPr>
          <p:cNvPr id="287" name="B29C4CD9-737E-4372-9F48-91A65DF4C0DF"/>
          <p:cNvPicPr>
            <a:picLocks noChangeAspect="1"/>
          </p:cNvPicPr>
          <p:nvPr/>
        </p:nvPicPr>
        <p:blipFill>
          <a:blip r:embed="rId69" cstate="print">
            <a:extLst>
              <a:ext uri="{23BF1468-09E7-46D1-032D-BFDEE68C11EA}"/>
            </a:extLst>
          </a:blip>
          <a:srcRect/>
          <a:stretch>
            <a:fillRect/>
          </a:stretch>
        </p:blipFill>
        <p:spPr>
          <a:xfrm>
            <a:off x="2224812" y="7246380"/>
            <a:ext cx="1971675" cy="209550"/>
          </a:xfrm>
          <a:prstGeom prst="rect">
            <a:avLst/>
          </a:prstGeom>
        </p:spPr>
      </p:pic>
      <p:pic>
        <p:nvPicPr>
          <p:cNvPr id="288" name="E385E682-EE97-45F4-378F-ACFD7A64CF1B"/>
          <p:cNvPicPr>
            <a:picLocks noChangeAspect="1"/>
          </p:cNvPicPr>
          <p:nvPr/>
        </p:nvPicPr>
        <p:blipFill>
          <a:blip r:embed="rId70" cstate="print">
            <a:extLst>
              <a:ext uri="{B789752E-2BE9-4B76-075B-53E36305D789}"/>
            </a:extLst>
          </a:blip>
          <a:srcRect/>
          <a:stretch>
            <a:fillRect/>
          </a:stretch>
        </p:blipFill>
        <p:spPr>
          <a:xfrm>
            <a:off x="2325256" y="7533463"/>
            <a:ext cx="95250" cy="142875"/>
          </a:xfrm>
          <a:prstGeom prst="rect">
            <a:avLst/>
          </a:prstGeom>
        </p:spPr>
      </p:pic>
      <p:sp>
        <p:nvSpPr>
          <p:cNvPr id="289" name="TextBox289"/>
          <p:cNvSpPr txBox="1"/>
          <p:nvPr/>
        </p:nvSpPr>
        <p:spPr>
          <a:xfrm>
            <a:off x="1061860" y="5348338"/>
            <a:ext cx="5761000" cy="285722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784822" marR="429337" indent="-784822" eaLnBrk="0">
              <a:lnSpc>
                <a:spcPct val="101244"/>
              </a:lnSpc>
              <a:spcBef>
                <a:spcPts val="0"/>
              </a:spcBef>
            </a:pPr>
            <a:r>
              <a:rPr lang="en-US" altLang="zh-CN" sz="1725" kern="0" spc="90" baseline="-8424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三、</a:t>
            </a:r>
            <a:r>
              <a:rPr lang="en-US" altLang="zh-CN" sz="1725" kern="0" spc="90" baseline="-8424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(8</a:t>
            </a:r>
            <a:r>
              <a:rPr baseline="-8424" lang="en-US" altLang="zh-CN" sz="1725" kern="0" spc="1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725" kern="0" spc="90" baseline="-8424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725" kern="0" spc="75" baseline="-8424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baseline="-8424" lang="en-US" altLang="zh-CN" sz="1725" kern="0" spc="0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725" kern="0" spc="75" baseline="-8424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在</a:t>
            </a:r>
            <a:r>
              <a:rPr lang="en-US" altLang="zh-CN" sz="1725" kern="0" spc="75" baseline="-8424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ℝ</a:t>
            </a:r>
            <a:r>
              <a:rPr lang="en-US" altLang="zh-CN" sz="1200" kern="0" spc="75" baseline="42745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42745" lang="en-US" altLang="zh-CN" sz="1200" kern="0" spc="809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30211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30211" lang="en-US" altLang="zh-CN" sz="1200" kern="0" spc="909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30211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30211" lang="en-US" altLang="zh-CN" sz="1200" kern="0" spc="910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30211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30211" lang="en-US" altLang="zh-CN" sz="1200" kern="0" spc="120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30211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30211" lang="en-US" altLang="zh-CN" sz="1200" kern="0" spc="3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8424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-8424" lang="en-US" altLang="zh-CN" sz="1725" kern="0" spc="3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8424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(3,1,4),</a:t>
            </a:r>
            <a:r>
              <a:rPr baseline="-8424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4705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47053" lang="en-US" altLang="zh-CN" sz="1200" kern="0" spc="86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0" baseline="-4705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47053" lang="en-US" altLang="zh-CN" sz="1200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014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-20140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014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(1,1,</a:t>
            </a:r>
            <a:r>
              <a:rPr baseline="-20140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014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baseline="-20140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2014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6)</a:t>
            </a:r>
            <a:r>
              <a:rPr lang="en-US" altLang="zh-CN" sz="1725" kern="0" spc="0" baseline="-2014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的过渡矩阵。</a:t>
            </a: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609672" marR="0" indent="0" eaLnBrk="0">
              <a:lnSpc>
                <a:spcPct val="72347"/>
              </a:lnSpc>
              <a:spcAft>
                <a:spcPts val="43"/>
              </a:spcAft>
            </a:pPr>
            <a:r>
              <a:rPr lang="en-US" altLang="zh-CN" sz="1200" kern="0" spc="30" baseline="-2474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24743" lang="en-US" altLang="zh-CN" sz="1200" kern="0" spc="39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474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24743" lang="en-US" altLang="zh-CN" sz="1200" kern="0" spc="39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2474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24743" lang="en-US" altLang="zh-CN" sz="1200" kern="0" spc="41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5" baseline="-462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-4620" lang="en-US" altLang="zh-CN" sz="1725" kern="0" spc="41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462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  <a:p>
            <a:pPr marL="2605113" marR="145606" indent="-2602078" eaLnBrk="0">
              <a:lnSpc>
                <a:spcPct val="129025"/>
              </a:lnSpc>
            </a:pPr>
            <a:r>
              <a:rPr lang="en-US" altLang="zh-CN" sz="1725" kern="0" spc="20" baseline="8509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四、</a:t>
            </a:r>
            <a:r>
              <a:rPr lang="en-US" altLang="zh-CN" sz="1725" kern="0" spc="20" baseline="8509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(15</a:t>
            </a:r>
            <a:r>
              <a:rPr baseline="8509" lang="en-US" altLang="zh-CN" sz="1725" kern="0" spc="1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725" kern="0" spc="20" baseline="8509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725" kern="0" spc="15" baseline="8509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baseline="8509" lang="en-US" altLang="zh-CN" sz="1725" kern="0" spc="214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kern="0" spc="30" baseline="455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4553" lang="en-US" altLang="zh-CN" sz="1200" kern="0" spc="39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455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4553" lang="en-US" altLang="zh-CN" sz="1200" kern="0" spc="954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4553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4553" lang="en-US" altLang="zh-CN" sz="1200" kern="0" spc="39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15" baseline="1576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15760" lang="en-US" altLang="zh-CN" sz="1725" kern="0" spc="39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5" baseline="15760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15760" lang="en-US" altLang="zh-CN" sz="1725" kern="0" spc="329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60" baseline="8509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有唯一解</a:t>
            </a:r>
            <a:r>
              <a:rPr lang="en-US" altLang="zh-CN" sz="1725" kern="0" spc="60" baseline="8509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?</a:t>
            </a:r>
            <a:r>
              <a:rPr lang="en-US" altLang="zh-CN" sz="1725" kern="0" spc="60" baseline="8509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无解</a:t>
            </a:r>
            <a:r>
              <a:rPr lang="en-US" altLang="zh-CN" sz="1725" kern="0" spc="35" baseline="8509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?</a:t>
            </a:r>
            <a:r>
              <a:rPr baseline="8509" lang="en-US" altLang="zh-CN" sz="1725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kern="0" spc="30" baseline="-1663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6637" lang="en-US" altLang="zh-CN" sz="1200" kern="0" spc="856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663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6637" lang="en-US" altLang="zh-CN" sz="1200" kern="0" spc="39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663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pPr marL="177597" marR="0" indent="0" eaLnBrk="0">
              <a:lnSpc>
                <a:spcPct val="102536"/>
              </a:lnSpc>
            </a:pP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有无穷多解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?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在有无穷多解时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</a:t>
            </a:r>
            <a:r>
              <a:rPr baseline="0" lang="en-US" altLang="zh-CN" sz="1150" kern="0" spc="-15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求通解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用方程组的特解与其导出组的基础解系表示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。</a:t>
            </a: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6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08444" marR="2573929" indent="-900684" eaLnBrk="0">
              <a:lnSpc>
                <a:spcPct val="130905"/>
              </a:lnSpc>
            </a:pPr>
            <a:r>
              <a:rPr lang="en-US" altLang="zh-CN" sz="1725" kern="0" spc="140" baseline="10633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五、</a:t>
            </a:r>
            <a:r>
              <a:rPr lang="en-US" altLang="zh-CN" sz="1725" kern="0" spc="140" baseline="10633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(15</a:t>
            </a:r>
            <a:r>
              <a:rPr baseline="10633" lang="en-US" altLang="zh-CN" sz="1725" kern="0" spc="170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725" kern="0" spc="140" baseline="10633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725" kern="0" spc="140" baseline="10633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baseline="10633" lang="en-US" altLang="zh-CN" sz="1725" kern="0" spc="1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725" kern="0" spc="140" baseline="1063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(1)</a:t>
            </a:r>
            <a:r>
              <a:rPr baseline="10633" lang="en-US" altLang="zh-CN" sz="1725" kern="0" spc="2367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kern="0" spc="20" baseline="-281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2817" lang="en-US" altLang="zh-CN" sz="120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725" kern="0" baseline="-1960">
                <a:latin typeface="SimSun" pitchFamily="2" charset="0"/>
                <a:ea typeface="SimSun" pitchFamily="2" charset="0"/>
                <a:cs typeface="SimSun" pitchFamily="2" charset="0"/>
              </a:rPr>
            </a:br>
            <a:r>
              <a:rPr baseline="0" lang="en-US" altLang="zh-CN" sz="1050" kern="0" spc="249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baseline="0" lang="en-US" altLang="zh-CN" sz="80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35" baseline="-19871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  <a:p>
            <a:pPr marL="1097204" marR="0" indent="-177229" eaLnBrk="0" lvl="0">
              <a:lnSpc>
                <a:spcPct val="114130"/>
              </a:lnSpc>
              <a:spcAft>
                <a:spcPts val="658"/>
              </a:spcAft>
              <a:buAutoNum type="arabicParenBoth" startAt="2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marL="1101585" marR="0" indent="-177229" eaLnBrk="0" lvl="0">
              <a:lnSpc>
                <a:spcPct val="117028"/>
              </a:lnSpc>
              <a:buAutoNum type="arabicParenBoth" startAt="3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290" name="4004C4C0-610C-4FA4-9240-54C7AD01B68B"/>
          <p:cNvPicPr>
            <a:picLocks noChangeAspect="1"/>
          </p:cNvPicPr>
          <p:nvPr/>
        </p:nvPicPr>
        <p:blipFill>
          <a:blip r:embed="rId71" cstate="print">
            <a:extLst>
              <a:ext uri="{7124CCC6-F69D-4B9B-93D5-0FA7E2103D91}"/>
            </a:extLst>
          </a:blip>
          <a:srcRect/>
          <a:stretch>
            <a:fillRect/>
          </a:stretch>
        </p:blipFill>
        <p:spPr>
          <a:xfrm>
            <a:off x="4995901" y="6483693"/>
            <a:ext cx="600075" cy="152400"/>
          </a:xfrm>
          <a:prstGeom prst="rect">
            <a:avLst/>
          </a:prstGeom>
        </p:spPr>
      </p:pic>
      <p:pic>
        <p:nvPicPr>
          <p:cNvPr id="291" name="477EEAD0-A993-48D9-8BF2-E59C2004050D"/>
          <p:cNvPicPr>
            <a:picLocks noChangeAspect="1"/>
          </p:cNvPicPr>
          <p:nvPr/>
        </p:nvPicPr>
        <p:blipFill>
          <a:blip r:embed="rId72" cstate="print">
            <a:extLst>
              <a:ext uri="{5D3441A1-CC3D-47D7-B6F8-7C615F1CF97B}"/>
            </a:extLst>
          </a:blip>
          <a:srcRect/>
          <a:stretch>
            <a:fillRect/>
          </a:stretch>
        </p:blipFill>
        <p:spPr>
          <a:xfrm>
            <a:off x="4254780" y="7273811"/>
            <a:ext cx="1419225" cy="171450"/>
          </a:xfrm>
          <a:prstGeom prst="rect">
            <a:avLst/>
          </a:prstGeom>
        </p:spPr>
      </p:pic>
      <p:pic>
        <p:nvPicPr>
          <p:cNvPr id="292" name="69C9DA1B-5F8E-45A2-49D7-EF1CE791DDD0"/>
          <p:cNvPicPr>
            <a:picLocks noChangeAspect="1"/>
          </p:cNvPicPr>
          <p:nvPr/>
        </p:nvPicPr>
        <p:blipFill>
          <a:blip r:embed="rId73" cstate="print">
            <a:extLst>
              <a:ext uri="{FA3B1F69-F80A-479F-4858-41F1D9202F7D}"/>
            </a:extLst>
          </a:blip>
          <a:srcRect/>
          <a:stretch>
            <a:fillRect/>
          </a:stretch>
        </p:blipFill>
        <p:spPr>
          <a:xfrm>
            <a:off x="2480704" y="7533463"/>
            <a:ext cx="838200" cy="142875"/>
          </a:xfrm>
          <a:prstGeom prst="rect">
            <a:avLst/>
          </a:prstGeom>
        </p:spPr>
      </p:pic>
      <p:pic>
        <p:nvPicPr>
          <p:cNvPr id="293" name="B976643C-ECE7-46C6-B1F6-1F840960DC00"/>
          <p:cNvPicPr>
            <a:picLocks noChangeAspect="1"/>
          </p:cNvPicPr>
          <p:nvPr/>
        </p:nvPicPr>
        <p:blipFill>
          <a:blip r:embed="rId74" cstate="print">
            <a:extLst>
              <a:ext uri="{31CA8DEC-CAD8-44E8-76C8-45C4D5ECA791}"/>
            </a:extLst>
          </a:blip>
          <a:srcRect/>
          <a:stretch>
            <a:fillRect/>
          </a:stretch>
        </p:blipFill>
        <p:spPr>
          <a:xfrm>
            <a:off x="2234819" y="7516864"/>
            <a:ext cx="3000375" cy="695325"/>
          </a:xfrm>
          <a:prstGeom prst="rect">
            <a:avLst/>
          </a:prstGeom>
        </p:spPr>
      </p:pic>
      <p:sp>
        <p:nvSpPr>
          <p:cNvPr id="294" name="TextBox294"/>
          <p:cNvSpPr txBox="1"/>
          <p:nvPr/>
        </p:nvSpPr>
        <p:spPr>
          <a:xfrm>
            <a:off x="1234745" y="8474444"/>
            <a:ext cx="152400" cy="17516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725" kern="0" spc="60" baseline="-1814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、</a:t>
            </a:r>
          </a:p>
        </p:txBody>
      </p:sp>
      <p:pic>
        <p:nvPicPr>
          <p:cNvPr id="295" name="193A98D0-FA31-4FB5-FAD0-9C659ED2D5EF"/>
          <p:cNvPicPr>
            <a:picLocks noChangeAspect="1"/>
          </p:cNvPicPr>
          <p:nvPr/>
        </p:nvPicPr>
        <p:blipFill>
          <a:blip r:embed="rId75" cstate="print">
            <a:extLst>
              <a:ext uri="{354249A9-CE35-4300-3571-E313E33FAF31}"/>
            </a:extLst>
          </a:blip>
          <a:srcRect/>
          <a:stretch>
            <a:fillRect/>
          </a:stretch>
        </p:blipFill>
        <p:spPr>
          <a:xfrm>
            <a:off x="1411681" y="8490028"/>
            <a:ext cx="1619250" cy="171450"/>
          </a:xfrm>
          <a:prstGeom prst="rect">
            <a:avLst/>
          </a:prstGeom>
        </p:spPr>
      </p:pic>
      <p:sp>
        <p:nvSpPr>
          <p:cNvPr id="296" name="VectorPath 296"/>
          <p:cNvSpPr/>
          <p:nvPr/>
        </p:nvSpPr>
        <p:spPr>
          <a:xfrm>
            <a:off x="3041345" y="8506334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3"/>
                  <a:pt x="15494" y="101410"/>
                  <a:pt x="21069" y="112650"/>
                </a:cubicBezTo>
                <a:cubicBezTo>
                  <a:pt x="26645" y="123888"/>
                  <a:pt x="35166" y="131421"/>
                  <a:pt x="46634" y="135244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6"/>
                </a:cubicBezTo>
                <a:cubicBezTo>
                  <a:pt x="3835" y="103735"/>
                  <a:pt x="0" y="88455"/>
                  <a:pt x="0" y="70523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5" y="17007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pic>
        <p:nvPicPr>
          <p:cNvPr id="297" name="4E587637-1663-44D8-1267-9F6766857794"/>
          <p:cNvPicPr>
            <a:picLocks noChangeAspect="1"/>
          </p:cNvPicPr>
          <p:nvPr/>
        </p:nvPicPr>
        <p:blipFill>
          <a:blip r:embed="rId76" cstate="print">
            <a:extLst>
              <a:ext uri="{1AF4DE9E-323F-494C-24D5-8B17BFBDE700}"/>
            </a:extLst>
          </a:blip>
          <a:srcRect/>
          <a:stretch>
            <a:fillRect/>
          </a:stretch>
        </p:blipFill>
        <p:spPr>
          <a:xfrm>
            <a:off x="3091129" y="8511046"/>
            <a:ext cx="295275" cy="142875"/>
          </a:xfrm>
          <a:prstGeom prst="rect">
            <a:avLst/>
          </a:prstGeom>
        </p:spPr>
      </p:pic>
      <p:pic>
        <p:nvPicPr>
          <p:cNvPr id="298" name="0C7FB0EE-926E-4C7D-1105-676EF5463C37"/>
          <p:cNvPicPr>
            <a:picLocks noChangeAspect="1"/>
          </p:cNvPicPr>
          <p:nvPr/>
        </p:nvPicPr>
        <p:blipFill>
          <a:blip r:embed="rId77" cstate="print">
            <a:extLst>
              <a:ext uri="{97B8A67B-93AA-4176-1F80-4E827765C7E1}"/>
            </a:extLst>
          </a:blip>
          <a:srcRect/>
          <a:stretch>
            <a:fillRect/>
          </a:stretch>
        </p:blipFill>
        <p:spPr>
          <a:xfrm>
            <a:off x="3440125" y="8511046"/>
            <a:ext cx="142875" cy="142875"/>
          </a:xfrm>
          <a:prstGeom prst="rect">
            <a:avLst/>
          </a:prstGeom>
        </p:spPr>
      </p:pic>
      <p:sp>
        <p:nvSpPr>
          <p:cNvPr id="299" name="TextBox299"/>
          <p:cNvSpPr txBox="1"/>
          <p:nvPr/>
        </p:nvSpPr>
        <p:spPr>
          <a:xfrm>
            <a:off x="1082345" y="8490028"/>
            <a:ext cx="2554637" cy="18328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2926"/>
              </a:lnSpc>
            </a:pPr>
            <a:r>
              <a:rPr lang="en-US" altLang="zh-CN" sz="1725" kern="0" spc="185" baseline="161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六</a:t>
            </a:r>
            <a:r>
              <a:rPr lang="en-US" altLang="zh-CN" sz="1725" kern="0" spc="185" baseline="161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（</a:t>
            </a:r>
            <a:r>
              <a:rPr baseline="1610" lang="en-US" altLang="zh-CN" sz="1725" kern="0" spc="19965" b="1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30" baseline="-1578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5787" lang="en-US" altLang="zh-CN" sz="1200" kern="0" spc="14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578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5787" lang="en-US" altLang="zh-CN" sz="1200" kern="0" spc="14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20" baseline="-15787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</p:txBody>
      </p:sp>
      <p:pic>
        <p:nvPicPr>
          <p:cNvPr id="300" name="3E623C19-B616-4544-619B-DFD1C7553281"/>
          <p:cNvPicPr>
            <a:picLocks noChangeAspect="1"/>
          </p:cNvPicPr>
          <p:nvPr/>
        </p:nvPicPr>
        <p:blipFill>
          <a:blip r:embed="rId78" cstate="print">
            <a:extLst>
              <a:ext uri="{BD2179E9-7D3C-499E-9F80-EECD5E57C724}"/>
            </a:extLst>
          </a:blip>
          <a:srcRect/>
          <a:stretch>
            <a:fillRect/>
          </a:stretch>
        </p:blipFill>
        <p:spPr>
          <a:xfrm>
            <a:off x="3747986" y="8511046"/>
            <a:ext cx="333375" cy="142875"/>
          </a:xfrm>
          <a:prstGeom prst="rect">
            <a:avLst/>
          </a:prstGeom>
        </p:spPr>
      </p:pic>
      <p:pic>
        <p:nvPicPr>
          <p:cNvPr id="301" name="B7B896DD-F9F4-4E11-B706-ED6153317DC2"/>
          <p:cNvPicPr>
            <a:picLocks noChangeAspect="1"/>
          </p:cNvPicPr>
          <p:nvPr/>
        </p:nvPicPr>
        <p:blipFill>
          <a:blip r:embed="rId79" cstate="print">
            <a:extLst>
              <a:ext uri="{5BD41EED-F134-436A-B1FA-FBAF49EBB038}"/>
            </a:extLst>
          </a:blip>
          <a:srcRect/>
          <a:stretch>
            <a:fillRect/>
          </a:stretch>
        </p:blipFill>
        <p:spPr>
          <a:xfrm>
            <a:off x="4170121" y="8511046"/>
            <a:ext cx="323850" cy="142875"/>
          </a:xfrm>
          <a:prstGeom prst="rect">
            <a:avLst/>
          </a:prstGeom>
        </p:spPr>
      </p:pic>
      <p:pic>
        <p:nvPicPr>
          <p:cNvPr id="302" name="1EE0B5F9-1A09-4EB1-ADEA-01C72F25851A"/>
          <p:cNvPicPr>
            <a:picLocks noChangeAspect="1"/>
          </p:cNvPicPr>
          <p:nvPr/>
        </p:nvPicPr>
        <p:blipFill>
          <a:blip r:embed="rId80" cstate="print">
            <a:extLst>
              <a:ext uri="{6A3DDFFB-9165-4BA5-3055-68699EE164EE}"/>
            </a:extLst>
          </a:blip>
          <a:srcRect/>
          <a:stretch>
            <a:fillRect/>
          </a:stretch>
        </p:blipFill>
        <p:spPr>
          <a:xfrm>
            <a:off x="4583126" y="8511046"/>
            <a:ext cx="323850" cy="142875"/>
          </a:xfrm>
          <a:prstGeom prst="rect">
            <a:avLst/>
          </a:prstGeom>
        </p:spPr>
      </p:pic>
      <p:pic>
        <p:nvPicPr>
          <p:cNvPr id="303" name="6F7F6115-F5CE-4BD5-F768-E969F951149A"/>
          <p:cNvPicPr>
            <a:picLocks noChangeAspect="1"/>
          </p:cNvPicPr>
          <p:nvPr/>
        </p:nvPicPr>
        <p:blipFill>
          <a:blip r:embed="rId81" cstate="print">
            <a:extLst>
              <a:ext uri="{C1430EBE-BF50-47EA-B236-5C92A686DA10}"/>
            </a:extLst>
          </a:blip>
          <a:srcRect/>
          <a:stretch>
            <a:fillRect/>
          </a:stretch>
        </p:blipFill>
        <p:spPr>
          <a:xfrm>
            <a:off x="4994606" y="8511046"/>
            <a:ext cx="323850" cy="142875"/>
          </a:xfrm>
          <a:prstGeom prst="rect">
            <a:avLst/>
          </a:prstGeom>
        </p:spPr>
      </p:pic>
      <p:pic>
        <p:nvPicPr>
          <p:cNvPr id="304" name="79691A5E-B919-4E70-4E4E-F6CE9B03DD88"/>
          <p:cNvPicPr>
            <a:picLocks noChangeAspect="1"/>
          </p:cNvPicPr>
          <p:nvPr/>
        </p:nvPicPr>
        <p:blipFill>
          <a:blip r:embed="rId82" cstate="print">
            <a:extLst>
              <a:ext uri="{48738DE2-11A2-4111-271E-2E808AD5259B}"/>
            </a:extLst>
          </a:blip>
          <a:srcRect/>
          <a:stretch>
            <a:fillRect/>
          </a:stretch>
        </p:blipFill>
        <p:spPr>
          <a:xfrm>
            <a:off x="5374082" y="8511046"/>
            <a:ext cx="85725" cy="142875"/>
          </a:xfrm>
          <a:prstGeom prst="rect">
            <a:avLst/>
          </a:prstGeom>
        </p:spPr>
      </p:pic>
      <p:pic>
        <p:nvPicPr>
          <p:cNvPr id="305" name="4249713B-63FE-417B-D531-516DD5C9CF2E"/>
          <p:cNvPicPr>
            <a:picLocks noChangeAspect="1"/>
          </p:cNvPicPr>
          <p:nvPr/>
        </p:nvPicPr>
        <p:blipFill>
          <a:blip r:embed="rId83" cstate="print">
            <a:extLst>
              <a:ext uri="{C1FDEDA0-3142-4EFE-41DB-CBC528BA0071}"/>
            </a:extLst>
          </a:blip>
          <a:srcRect/>
          <a:stretch>
            <a:fillRect/>
          </a:stretch>
        </p:blipFill>
        <p:spPr>
          <a:xfrm>
            <a:off x="5553914" y="8511046"/>
            <a:ext cx="323850" cy="142875"/>
          </a:xfrm>
          <a:prstGeom prst="rect">
            <a:avLst/>
          </a:prstGeom>
        </p:spPr>
      </p:pic>
      <p:pic>
        <p:nvPicPr>
          <p:cNvPr id="306" name="9ECC15F9-B11E-4B77-9837-38FBE34EACF2"/>
          <p:cNvPicPr>
            <a:picLocks noChangeAspect="1"/>
          </p:cNvPicPr>
          <p:nvPr/>
        </p:nvPicPr>
        <p:blipFill>
          <a:blip r:embed="rId84" cstate="print">
            <a:extLst>
              <a:ext uri="{5C996C19-FE0A-4FDA-498A-106C582E1BB4}"/>
            </a:extLst>
          </a:blip>
          <a:srcRect/>
          <a:stretch>
            <a:fillRect/>
          </a:stretch>
        </p:blipFill>
        <p:spPr>
          <a:xfrm>
            <a:off x="5931866" y="8511046"/>
            <a:ext cx="95250" cy="142875"/>
          </a:xfrm>
          <a:prstGeom prst="rect">
            <a:avLst/>
          </a:prstGeom>
        </p:spPr>
      </p:pic>
      <p:pic>
        <p:nvPicPr>
          <p:cNvPr id="307" name="B62EAE21-3904-4708-38D1-AC8728EBABA0"/>
          <p:cNvPicPr>
            <a:picLocks noChangeAspect="1"/>
          </p:cNvPicPr>
          <p:nvPr/>
        </p:nvPicPr>
        <p:blipFill>
          <a:blip r:embed="rId85" cstate="print">
            <a:extLst>
              <a:ext uri="{FD8027D3-D022-4BC9-E4E2-6E2D5BDD8A91}"/>
            </a:extLst>
          </a:blip>
          <a:srcRect/>
          <a:stretch>
            <a:fillRect/>
          </a:stretch>
        </p:blipFill>
        <p:spPr>
          <a:xfrm>
            <a:off x="6113221" y="8511046"/>
            <a:ext cx="323850" cy="142875"/>
          </a:xfrm>
          <a:prstGeom prst="rect">
            <a:avLst/>
          </a:prstGeom>
        </p:spPr>
      </p:pic>
      <p:pic>
        <p:nvPicPr>
          <p:cNvPr id="308" name="BFEE3801-7BFC-4618-B764-FC87B7D770AA"/>
          <p:cNvPicPr>
            <a:picLocks noChangeAspect="1"/>
          </p:cNvPicPr>
          <p:nvPr/>
        </p:nvPicPr>
        <p:blipFill>
          <a:blip r:embed="rId86" cstate="print">
            <a:extLst>
              <a:ext uri="{0606F2D1-D949-435B-937A-484A8ADDDF9E}"/>
            </a:extLst>
          </a:blip>
          <a:srcRect/>
          <a:stretch>
            <a:fillRect/>
          </a:stretch>
        </p:blipFill>
        <p:spPr>
          <a:xfrm>
            <a:off x="6491174" y="8511046"/>
            <a:ext cx="85725" cy="142875"/>
          </a:xfrm>
          <a:prstGeom prst="rect">
            <a:avLst/>
          </a:prstGeom>
        </p:spPr>
      </p:pic>
      <p:sp>
        <p:nvSpPr>
          <p:cNvPr id="309" name="TextBox309"/>
          <p:cNvSpPr txBox="1"/>
          <p:nvPr/>
        </p:nvSpPr>
        <p:spPr>
          <a:xfrm>
            <a:off x="4482541" y="8483226"/>
            <a:ext cx="2149101" cy="19466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51980"/>
              </a:lnSpc>
            </a:pPr>
            <a:r>
              <a:rPr lang="en-US" altLang="zh-CN" sz="1200" kern="0" spc="30" baseline="-24059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24059" lang="en-US" altLang="zh-CN" sz="1200" kern="0" spc="87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8848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8848" lang="en-US" altLang="zh-CN" sz="1200" kern="0" spc="7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8848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8848" lang="en-US" altLang="zh-CN" sz="1200" kern="0" spc="38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8848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8848" lang="en-US" altLang="zh-CN" sz="1200" kern="0" spc="7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8848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18848" lang="en-US" altLang="zh-CN" sz="1200" kern="0" spc="39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8848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8848" lang="en-US" altLang="zh-CN" sz="1200" kern="0" spc="7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20" baseline="-18848" noProof="0" dirty="0" smtClean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</p:txBody>
      </p:sp>
      <p:pic>
        <p:nvPicPr>
          <p:cNvPr id="310" name="D0239A93-5C51-4C3F-B48B-11879D47D20A"/>
          <p:cNvPicPr>
            <a:picLocks noChangeAspect="1"/>
          </p:cNvPicPr>
          <p:nvPr/>
        </p:nvPicPr>
        <p:blipFill>
          <a:blip r:embed="rId87" cstate="print">
            <a:extLst>
              <a:ext uri="{9578AC41-A0B2-4247-1EC8-CC1CA4465C30}"/>
            </a:extLst>
          </a:blip>
          <a:srcRect/>
          <a:stretch>
            <a:fillRect/>
          </a:stretch>
        </p:blipFill>
        <p:spPr>
          <a:xfrm>
            <a:off x="4069525" y="8483226"/>
            <a:ext cx="66675" cy="200025"/>
          </a:xfrm>
          <a:prstGeom prst="rect">
            <a:avLst/>
          </a:prstGeom>
        </p:spPr>
      </p:pic>
      <p:pic>
        <p:nvPicPr>
          <p:cNvPr id="311" name="2D54920B-6022-4312-9ACD-A1CC41569F8E"/>
          <p:cNvPicPr>
            <a:picLocks noChangeAspect="1"/>
          </p:cNvPicPr>
          <p:nvPr/>
        </p:nvPicPr>
        <p:blipFill>
          <a:blip r:embed="rId88" cstate="print">
            <a:extLst>
              <a:ext uri="{38A2AA9B-04F8-4C6D-C719-9634AB3A9E41}"/>
            </a:extLst>
          </a:blip>
          <a:srcRect/>
          <a:stretch>
            <a:fillRect/>
          </a:stretch>
        </p:blipFill>
        <p:spPr>
          <a:xfrm>
            <a:off x="4895546" y="8483226"/>
            <a:ext cx="76200" cy="200025"/>
          </a:xfrm>
          <a:prstGeom prst="rect">
            <a:avLst/>
          </a:prstGeom>
        </p:spPr>
      </p:pic>
      <p:sp>
        <p:nvSpPr>
          <p:cNvPr id="312" name="VectorPath 312"/>
          <p:cNvSpPr/>
          <p:nvPr/>
        </p:nvSpPr>
        <p:spPr>
          <a:xfrm>
            <a:off x="3645865" y="8506334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8"/>
                  <a:pt x="31382" y="39142"/>
                  <a:pt x="25819" y="28067"/>
                </a:cubicBezTo>
                <a:cubicBezTo>
                  <a:pt x="20269" y="17006"/>
                  <a:pt x="11659" y="9551"/>
                  <a:pt x="0" y="5741"/>
                </a:cubicBezTo>
                <a:lnTo>
                  <a:pt x="2006" y="0"/>
                </a:lnTo>
                <a:cubicBezTo>
                  <a:pt x="16497" y="3823"/>
                  <a:pt x="27597" y="12053"/>
                  <a:pt x="35294" y="24715"/>
                </a:cubicBezTo>
                <a:cubicBezTo>
                  <a:pt x="43002" y="37376"/>
                  <a:pt x="46863" y="52642"/>
                  <a:pt x="46863" y="70524"/>
                </a:cubicBezTo>
                <a:cubicBezTo>
                  <a:pt x="46863" y="88456"/>
                  <a:pt x="43014" y="103735"/>
                  <a:pt x="35332" y="116346"/>
                </a:cubicBezTo>
                <a:cubicBezTo>
                  <a:pt x="27648" y="128943"/>
                  <a:pt x="16548" y="137160"/>
                  <a:pt x="2006" y="140970"/>
                </a:cubicBezTo>
                <a:lnTo>
                  <a:pt x="229" y="135243"/>
                </a:lnTo>
                <a:cubicBezTo>
                  <a:pt x="11684" y="131421"/>
                  <a:pt x="20206" y="123889"/>
                  <a:pt x="25781" y="112650"/>
                </a:cubicBezTo>
                <a:cubicBezTo>
                  <a:pt x="31369" y="101409"/>
                  <a:pt x="34163" y="87123"/>
                  <a:pt x="34163" y="69786"/>
                </a:cubicBezTo>
              </a:path>
            </a:pathLst>
          </a:custGeom>
          <a:solidFill>
            <a:srgbClr val="000000">
              <a:alpha val="100000"/>
            </a:srgbClr>
          </a:solidFill>
        </p:spPr>
      </p:sp>
      <p:sp>
        <p:nvSpPr>
          <p:cNvPr id="313" name="TextBox313"/>
          <p:cNvSpPr txBox="1"/>
          <p:nvPr/>
        </p:nvSpPr>
        <p:spPr>
          <a:xfrm>
            <a:off x="1056246" y="8760258"/>
            <a:ext cx="4264114" cy="102881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00123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用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正交变换化为标准形，并写出所作的正交变换;</a:t>
            </a:r>
          </a:p>
          <a:p>
            <a:pPr marL="0" marR="0" indent="0" eaLnBrk="0">
              <a:lnSpc>
                <a:spcPct val="102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91781" marR="0" indent="-228600" eaLnBrk="0" lvl="0">
              <a:lnSpc>
                <a:spcPct val="100000"/>
              </a:lnSpc>
              <a:buAutoNum type="arabicParenBoth" startAt="2"/>
            </a:pPr>
            <a:r>
              <a:rPr lang="en-US" altLang="zh-CN" sz="115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写</a:t>
            </a: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出此二次型的秩、正惯性指数、负惯性指数。</a:t>
            </a: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七、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(6</a:t>
            </a:r>
            <a:r>
              <a:rPr baseline="0" lang="en-US" altLang="zh-CN" sz="1150" kern="0" spc="-1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baseline="0" lang="en-US" altLang="zh-CN" sz="1150" kern="0" spc="-1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证明：任一矩阵可写成若干秩为</a:t>
            </a:r>
            <a:r>
              <a:rPr baseline="0" lang="en-US" altLang="zh-CN" sz="1150" kern="0" spc="-1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1</a:t>
            </a:r>
            <a:r>
              <a:rPr baseline="0" lang="en-US" altLang="zh-CN" sz="1150" kern="0" spc="-1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70605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的矩阵之和。</a:t>
            </a:r>
          </a:p>
        </p:txBody>
      </p:sp>
    </p:spTree>
    <p:extLst>
      <p:ext uri="{4FB4EF50-CEC1-4543-B810-E654DE8F7D67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24A1983D-AB20-4932-7776-039FCECE604B}"/>
  </a:extLst>
</a:theme>
</file>