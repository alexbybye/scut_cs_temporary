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media/image43.png" ContentType="image/png"/>
  <Override PartName="/ppt/media/image88.png" ContentType="image/png"/>
  <Override PartName="/ppt/media/image250.png" ContentType="image/png"/>
  <Override PartName="/ppt/media/image174.png" ContentType="image/png"/>
  <Override PartName="/ppt/media/image47.png" ContentType="image/png"/>
  <Override PartName="/ppt/media/image254.png" ContentType="image/png"/>
  <Override PartName="/ppt/media/image133.png" ContentType="image/png"/>
  <Override PartName="/ppt/media/image178.png" ContentType="image/png"/>
  <Override PartName="/ppt/media/image213.png" ContentType="image/png"/>
  <Override PartName="/ppt/media/image258.png" ContentType="image/png"/>
  <Override PartName="/ppt/media/image137.png" ContentType="image/png"/>
  <Override PartName="/ppt/media/image217.png" ContentType="image/png"/>
  <Override PartName="/ppt/media/image91.png" ContentType="image/png"/>
  <Override PartName="/ppt/media/image50.png" ContentType="image/png"/>
  <Override PartName="/ppt/media/image95.png" ContentType="image/png"/>
  <Override PartName="/ppt/media/image181.png" ContentType="image/png"/>
  <Override PartName="/ppt/media/image54.png" ContentType="image/png"/>
  <Override PartName="/ppt/media/image99.png" ContentType="image/png"/>
  <Override PartName="/ppt/media/image261.png" ContentType="image/png"/>
  <Override PartName="/ppt/media/image140.png" ContentType="image/png"/>
  <Override PartName="/ppt/media/image13.png" ContentType="image/png"/>
  <Override PartName="/ppt/media/image185.png" ContentType="image/png"/>
  <Override PartName="/ppt/media/image58.png" ContentType="image/png"/>
  <Override PartName="/ppt/media/image220.png" ContentType="image/png"/>
  <Override PartName="/ppt/media/image144.png" ContentType="image/png"/>
  <Override PartName="/ppt/media/image17.png" ContentType="image/png"/>
  <Override PartName="/ppt/media/image189.png" ContentType="image/png"/>
  <Override PartName="/ppt/media/image103.png" ContentType="image/png"/>
  <Override PartName="/ppt/media/image224.png" ContentType="image/png"/>
  <Override PartName="/ppt/media/image148.png" ContentType="image/png"/>
  <Override PartName="/ppt/media/image107.png" ContentType="image/png"/>
  <Override PartName="/ppt/presentation.xml" ContentType="application/vnd.openxmlformats-officedocument.presentationml.presentation.main+xml"/>
  <Override PartName="/ppt/media/image228.png" ContentType="image/png"/>
  <Override PartName="/ppt/media/image61.png" ContentType="image/png"/>
  <Override PartName="/ppt/media/image20.png" ContentType="image/png"/>
  <Override PartName="/ppt/media/image192.png" ContentType="image/png"/>
  <Override PartName="/ppt/media/image65.png" ContentType="image/png"/>
  <Override PartName="/ppt/media/image151.png" ContentType="image/png"/>
  <Override PartName="/ppt/media/image24.png" ContentType="image/png"/>
  <Override PartName="/ppt/media/image196.png" ContentType="image/png"/>
  <Override PartName="/ppt/media/image69.png" ContentType="image/png"/>
  <Override PartName="/ppt/media/image110.png" ContentType="image/png"/>
  <Override PartName="/ppt/media/image231.png" ContentType="image/png"/>
  <Override PartName="/ppt/media/image155.png" ContentType="image/png"/>
  <Override PartName="/ppt/media/image28.png" ContentType="image/png"/>
  <Override PartName="/ppt/media/image114.png" ContentType="image/png"/>
  <Override PartName="/ppt/media/image235.png" ContentType="image/png"/>
  <Override PartName="/ppt/media/image159.png" ContentType="image/png"/>
  <Override PartName="/ppt/media/image239.png" ContentType="image/png"/>
  <Override PartName="/ppt/media/image118.png" ContentType="image/png"/>
  <Override PartName="/ppt/media/image72.png" ContentType="image/png"/>
  <Override PartName="/ppt/media/image31.png" ContentType="image/png"/>
  <Override PartName="/ppt/media/image76.png" ContentType="image/png"/>
  <Override PartName="/ppt/media/image162.png" ContentType="image/png"/>
  <Override PartName="/ppt/media/image35.png" ContentType="image/png"/>
  <Override PartName="/ppt/media/image242.png" ContentType="image/png"/>
  <Override PartName="/ppt/media/image121.png" ContentType="image/png"/>
  <Override PartName="/ppt/media/image1.png" ContentType="image/png"/>
  <Override PartName="/ppt/media/image166.png" ContentType="image/png"/>
  <Override PartName="/ppt/media/image39.png" ContentType="image/png"/>
  <Override PartName="/ppt/media/image201.png" ContentType="image/png"/>
  <Override PartName="/ppt/media/image246.png" ContentType="image/png"/>
  <Override PartName="/ppt/media/image125.png" ContentType="image/png"/>
  <Override PartName="/ppt/media/image5.png" ContentType="image/png"/>
  <Override PartName="/ppt/slideLayouts/slideLayout1.xml" ContentType="application/vnd.openxmlformats-officedocument.presentationml.slideLayout+xml"/>
  <Override PartName="/ppt/media/image205.png" ContentType="image/png"/>
  <Override PartName="/ppt/media/image129.png" ContentType="image/png"/>
  <Override PartName="/ppt/slides/slide3.xml" ContentType="application/vnd.openxmlformats-officedocument.presentationml.slide+xml"/>
  <Override PartName="/ppt/media/image9.png" ContentType="image/png"/>
  <Override PartName="/ppt/slideLayouts/slideLayout5.xml" ContentType="application/vnd.openxmlformats-officedocument.presentationml.slideLayout+xml"/>
  <Override PartName="/ppt/media/image209.png" ContentType="image/png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media/image83.png" ContentType="image/png"/>
  <Override PartName="/ppt/media/image42.png" ContentType="image/png"/>
  <Override PartName="/ppt/media/image87.png" ContentType="image/png"/>
  <Override PartName="/ppt/media/image173.png" ContentType="image/png"/>
  <Override PartName="/ppt/media/image46.png" ContentType="image/png"/>
  <Override PartName="/ppt/media/image253.png" ContentType="image/png"/>
  <Override PartName="/ppt/media/image132.png" ContentType="image/png"/>
  <Override PartName="/ppt/media/image177.png" ContentType="image/png"/>
  <Override PartName="/ppt/media/image212.png" ContentType="image/png"/>
  <Override PartName="/ppt/media/image257.png" ContentType="image/png"/>
  <Override PartName="/ppt/media/image136.png" ContentType="image/png"/>
  <Override PartName="/ppt/media/image216.png" ContentType="image/png"/>
  <Override PartName="/ppt/media/image90.png" ContentType="image/png"/>
  <Override PartName="/ppt/media/image94.png" ContentType="image/png"/>
  <Override PartName="/ppt/media/image180.png" ContentType="image/png"/>
  <Override PartName="/ppt/media/image53.png" ContentType="image/png"/>
  <Override PartName="/ppt/media/image98.png" ContentType="image/png"/>
  <Override PartName="/ppt/media/image260.png" ContentType="image/png"/>
  <Override PartName="/ppt/media/image12.png" ContentType="image/png"/>
  <Override PartName="/ppt/media/image184.png" ContentType="image/png"/>
  <Override PartName="/ppt/media/image57.png" ContentType="image/png"/>
  <Override PartName="/ppt/media/image264.png" ContentType="image/png"/>
  <Override PartName="/ppt/media/image143.png" ContentType="image/png"/>
  <Override PartName="/ppt/media/image16.png" ContentType="image/png"/>
  <Override PartName="/ppt/media/image188.png" ContentType="image/png"/>
  <Override PartName="/ppt/media/image102.png" ContentType="image/png"/>
  <Override PartName="/ppt/media/image223.png" ContentType="image/png"/>
  <Override PartName="/ppt/media/image147.png" ContentType="image/png"/>
  <Override PartName="/ppt/media/image106.png" ContentType="image/png"/>
  <Override PartName="/ppt/media/image227.png" ContentType="image/png"/>
  <Override PartName="/ppt/media/image60.png" ContentType="image/png"/>
  <Override PartName="/ppt/media/image191.png" ContentType="image/png"/>
  <Override PartName="/ppt/media/image64.png" ContentType="image/png"/>
  <Override PartName="/ppt/media/image150.png" ContentType="image/png"/>
  <Override PartName="/ppt/media/image23.png" ContentType="image/png"/>
  <Override PartName="/ppt/media/image195.png" ContentType="image/png"/>
  <Override PartName="/ppt/media/image68.png" ContentType="image/png"/>
  <Override PartName="/ppt/media/image230.png" ContentType="image/png"/>
  <Override PartName="/ppt/media/image154.png" ContentType="image/png"/>
  <Override PartName="/ppt/media/image27.png" ContentType="image/png"/>
  <Override PartName="/ppt/media/image199.png" ContentType="image/png"/>
  <Override PartName="/ppt/media/image113.png" ContentType="image/png"/>
  <Override PartName="/ppt/media/image234.png" ContentType="image/png"/>
  <Override PartName="/ppt/media/image158.png" ContentType="image/png"/>
  <Override PartName="/ppt/viewProps.xml" ContentType="application/vnd.openxmlformats-officedocument.presentationml.viewProps+xml"/>
  <Override PartName="/ppt/media/image238.png" ContentType="image/png"/>
  <Override PartName="/ppt/media/image117.png" ContentType="image/png"/>
  <Override PartName="/ppt/media/image71.png" ContentType="image/png"/>
  <Override PartName="/ppt/media/image30.png" ContentType="image/png"/>
  <Override PartName="/ppt/media/image75.png" ContentType="image/png"/>
  <Override PartName="/ppt/media/image161.png" ContentType="image/png"/>
  <Override PartName="/ppt/media/image34.png" ContentType="image/png"/>
  <Override PartName="/ppt/media/image79.png" ContentType="image/png"/>
  <Override PartName="/ppt/media/image241.png" ContentType="image/png"/>
  <Override PartName="/ppt/media/image120.png" ContentType="image/png"/>
  <Override PartName="/ppt/media/image0.png" ContentType="image/png"/>
  <Override PartName="/ppt/media/image165.png" ContentType="image/png"/>
  <Override PartName="/ppt/media/image38.png" ContentType="image/png"/>
  <Override PartName="/ppt/media/image200.png" ContentType="image/png"/>
  <Override PartName="/ppt/media/image245.png" ContentType="image/png"/>
  <Override PartName="/ppt/media/image124.png" ContentType="image/png"/>
  <Override PartName="/ppt/media/image4.png" ContentType="image/png"/>
  <Override PartName="/ppt/media/image169.png" ContentType="image/png"/>
  <Override PartName="/ppt/media/image204.png" ContentType="image/png"/>
  <Override PartName="/ppt/media/image249.png" ContentType="image/png"/>
  <Override PartName="/ppt/media/image128.png" ContentType="image/png"/>
  <Override PartName="/ppt/media/image8.png" ContentType="image/png"/>
  <Override PartName="/ppt/slides/slide2.xml" ContentType="application/vnd.openxmlformats-officedocument.presentationml.slide+xml"/>
  <Override PartName="/ppt/slideLayouts/slideLayout4.xml" ContentType="application/vnd.openxmlformats-officedocument.presentationml.slideLayout+xml"/>
  <Override PartName="/ppt/media/image208.png" ContentType="image/png"/>
  <Override PartName="/ppt/slideLayouts/slideLayout8.xml" ContentType="application/vnd.openxmlformats-officedocument.presentationml.slideLayout+xml"/>
  <Override PartName="/ppt/media/image82.png" ContentType="image/png"/>
  <Override PartName="/ppt/media/image41.png" ContentType="image/png"/>
  <Override PartName="/ppt/media/image86.png" ContentType="image/png"/>
  <Override PartName="/ppt/media/image172.png" ContentType="image/png"/>
  <Override PartName="/ppt/media/image45.png" ContentType="image/png"/>
  <Override PartName="/ppt/media/image252.png" ContentType="image/png"/>
  <Override PartName="/ppt/media/image131.png" ContentType="image/png"/>
  <Override PartName="/ppt/media/image176.png" ContentType="image/png"/>
  <Override PartName="/ppt/media/image49.png" ContentType="image/png"/>
  <Override PartName="/ppt/media/image211.png" ContentType="image/png"/>
  <Override PartName="/ppt/media/image256.png" ContentType="image/png"/>
  <Override PartName="/ppt/media/image135.png" ContentType="image/png"/>
  <Override PartName="/ppt/media/image215.png" ContentType="image/png"/>
  <Override PartName="/ppt/media/image139.png" ContentType="image/png"/>
  <Override PartName="/ppt/media/image219.png" ContentType="image/png"/>
  <Override PartName="/ppt/media/image93.png" ContentType="image/png"/>
  <Override PartName="/ppt/media/image52.png" ContentType="image/png"/>
  <Override PartName="/ppt/media/image97.png" ContentType="image/png"/>
  <Override PartName="/ppt/media/image11.png" ContentType="image/png"/>
  <Override PartName="/ppt/media/image183.png" ContentType="image/png"/>
  <Override PartName="/ppt/media/image56.png" ContentType="image/png"/>
  <Override PartName="/ppt/media/image263.png" ContentType="image/png"/>
  <Override PartName="/ppt/media/image142.png" ContentType="image/png"/>
  <Override PartName="/ppt/media/image15.png" ContentType="image/png"/>
  <Override PartName="/ppt/media/image187.png" ContentType="image/png"/>
  <Override PartName="/ppt/media/image101.png" ContentType="image/png"/>
  <Override PartName="/ppt/media/image222.png" ContentType="image/png"/>
  <Override PartName="/ppt/media/image146.png" ContentType="image/png"/>
  <Override PartName="/ppt/media/image19.png" ContentType="image/png"/>
  <Override PartName="/ppt/media/image105.png" ContentType="image/png"/>
  <Override PartName="/ppt/media/image226.png" ContentType="image/png"/>
  <Override PartName="/ppt/media/image109.png" ContentType="image/png"/>
  <Override PartName="/ppt/media/image190.png" ContentType="image/png"/>
  <Override PartName="/ppt/media/image63.png" ContentType="image/png"/>
  <Override PartName="/ppt/media/image22.png" ContentType="image/png"/>
  <Override PartName="/ppt/media/image194.png" ContentType="image/png"/>
  <Override PartName="/ppt/media/image67.png" ContentType="image/png"/>
  <Override PartName="/ppt/media/image153.png" ContentType="image/png"/>
  <Override PartName="/ppt/media/image26.png" ContentType="image/png"/>
  <Override PartName="/ppt/media/image198.png" ContentType="image/png"/>
  <Override PartName="/ppt/media/image112.png" ContentType="image/png"/>
  <Override PartName="/ppt/media/image233.png" ContentType="image/png"/>
  <Override PartName="/ppt/media/image157.png" ContentType="image/png"/>
  <Override PartName="/ppt/media/image237.png" ContentType="image/png"/>
  <Override PartName="/ppt/media/image116.png" ContentType="image/png"/>
  <Override PartName="/ppt/tableStyles.xml" ContentType="application/vnd.openxmlformats-officedocument.presentationml.tableStyles+xml"/>
  <Override PartName="/ppt/media/image70.png" ContentType="image/png"/>
  <Override PartName="/ppt/media/image74.png" ContentType="image/png"/>
  <Override PartName="/ppt/media/image160.png" ContentType="image/png"/>
  <Override PartName="/ppt/media/image33.png" ContentType="image/png"/>
  <Override PartName="/ppt/media/image78.png" ContentType="image/png"/>
  <Override PartName="/ppt/media/image240.png" ContentType="image/png"/>
  <Override PartName="/ppt/media/image164.png" ContentType="image/png"/>
  <Override PartName="/ppt/media/image37.png" ContentType="image/png"/>
  <Override PartName="/ppt/media/image244.png" ContentType="image/png"/>
  <Override PartName="/ppt/media/image123.png" ContentType="image/png"/>
  <Override PartName="/ppt/media/image3.png" ContentType="image/png"/>
  <Override PartName="/ppt/media/image168.png" ContentType="image/png"/>
  <Override PartName="/ppt/media/image203.png" ContentType="image/png"/>
  <Override PartName="/ppt/media/image248.png" ContentType="image/png"/>
  <Override PartName="/ppt/media/image127.png" ContentType="image/png"/>
  <Override PartName="/ppt/media/image7.png" ContentType="image/png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Layouts/slideLayout3.xml" ContentType="application/vnd.openxmlformats-officedocument.presentationml.slideLayout+xml"/>
  <Override PartName="/ppt/media/image207.png" ContentType="image/png"/>
  <Override PartName="/ppt/slideLayouts/slideLayout7.xml" ContentType="application/vnd.openxmlformats-officedocument.presentationml.slideLayout+xml"/>
  <Override PartName="/ppt/media/image81.png" ContentType="image/png"/>
  <Override PartName="/ppt/media/image40.png" ContentType="image/png"/>
  <Override PartName="/ppt/media/image85.png" ContentType="image/png"/>
  <Override PartName="/ppt/media/image171.png" ContentType="image/png"/>
  <Override PartName="/ppt/media/image44.png" ContentType="image/png"/>
  <Override PartName="/ppt/media/image89.png" ContentType="image/png"/>
  <Override PartName="/ppt/media/image251.png" ContentType="image/png"/>
  <Override PartName="/ppt/media/image130.png" ContentType="image/png"/>
  <Override PartName="/ppt/media/image175.png" ContentType="image/png"/>
  <Override PartName="/ppt/media/image48.png" ContentType="image/png"/>
  <Override PartName="/ppt/media/image210.png" ContentType="image/png"/>
  <Override PartName="/ppt/media/image255.png" ContentType="image/png"/>
  <Override PartName="/ppt/media/image134.png" ContentType="image/png"/>
  <Override PartName="/ppt/media/image179.png" ContentType="image/png"/>
  <Override PartName="/ppt/media/image214.png" ContentType="image/png"/>
  <Override PartName="/ppt/media/image259.png" ContentType="image/png"/>
  <Override PartName="/ppt/media/image138.png" ContentType="image/png"/>
  <Override PartName="/ppt/media/image218.png" ContentType="image/png"/>
  <Override PartName="/ppt/media/image92.png" ContentType="image/png"/>
  <Override PartName="/ppt/media/image51.png" ContentType="image/png"/>
  <Override PartName="/ppt/media/image96.png" ContentType="image/png"/>
  <Override PartName="/ppt/presProps.xml" ContentType="application/vnd.openxmlformats-officedocument.presentationml.presProps+xml"/>
  <Override PartName="/ppt/media/image10.png" ContentType="image/png"/>
  <Override PartName="/ppt/media/image182.png" ContentType="image/png"/>
  <Override PartName="/ppt/media/image55.png" ContentType="image/png"/>
  <Override PartName="/ppt/theme/theme1.xml" ContentType="application/vnd.openxmlformats-officedocument.theme+xml"/>
  <Override PartName="/ppt/media/image262.png" ContentType="image/png"/>
  <Override PartName="/ppt/media/image141.png" ContentType="image/png"/>
  <Override PartName="/ppt/media/image14.png" ContentType="image/png"/>
  <Override PartName="/ppt/media/image186.png" ContentType="image/png"/>
  <Override PartName="/ppt/media/image59.png" ContentType="image/png"/>
  <Override PartName="/ppt/media/image100.png" ContentType="image/png"/>
  <Override PartName="/ppt/media/image221.png" ContentType="image/png"/>
  <Override PartName="/ppt/media/image145.png" ContentType="image/png"/>
  <Override PartName="/ppt/media/image18.png" ContentType="image/png"/>
  <Override PartName="/ppt/media/image104.png" ContentType="image/png"/>
  <Override PartName="/ppt/media/image225.png" ContentType="image/png"/>
  <Override PartName="/ppt/media/image149.png" ContentType="image/png"/>
  <Override PartName="/ppt/media/image108.png" ContentType="image/png"/>
  <Override PartName="/ppt/media/image229.png" ContentType="image/png"/>
  <Override PartName="/ppt/media/image62.png" ContentType="image/png"/>
  <Override PartName="/ppt/media/image21.png" ContentType="image/png"/>
  <Override PartName="/ppt/media/image193.png" ContentType="image/png"/>
  <Override PartName="/ppt/media/image66.png" ContentType="image/png"/>
  <Override PartName="/ppt/media/image152.png" ContentType="image/png"/>
  <Override PartName="/ppt/media/image25.png" ContentType="image/png"/>
  <Override PartName="/ppt/media/image197.png" ContentType="image/png"/>
  <Override PartName="/ppt/media/image111.png" ContentType="image/png"/>
  <Override PartName="/ppt/media/image232.png" ContentType="image/png"/>
  <Override PartName="/ppt/media/image156.png" ContentType="image/png"/>
  <Override PartName="/ppt/media/image29.png" ContentType="image/png"/>
  <Override PartName="/ppt/media/image236.png" ContentType="image/png"/>
  <Override PartName="/ppt/media/image115.png" ContentType="image/png"/>
  <Override PartName="/ppt/media/image119.png" ContentType="image/png"/>
  <Override PartName="/ppt/media/image73.png" ContentType="image/png"/>
  <Override PartName="/ppt/media/image32.png" ContentType="image/png"/>
  <Override PartName="/ppt/media/image77.png" ContentType="image/png"/>
  <Override PartName="/ppt/media/image163.png" ContentType="image/png"/>
  <Override PartName="/ppt/media/image36.png" ContentType="image/png"/>
  <Override PartName="/ppt/media/image243.png" ContentType="image/png"/>
  <Override PartName="/ppt/media/image122.png" ContentType="image/png"/>
  <Override PartName="/ppt/media/image2.png" ContentType="image/png"/>
  <Override PartName="/ppt/media/image167.png" ContentType="image/png"/>
  <Override PartName="/ppt/media/image202.png" ContentType="image/png"/>
  <Override PartName="/ppt/media/image247.png" ContentType="image/png"/>
  <Override PartName="/ppt/media/image126.png" ContentType="image/png"/>
  <Override PartName="/ppt/media/image6.png" ContentType="image/png"/>
  <Override PartName="/ppt/slideLayouts/slideLayout2.xml" ContentType="application/vnd.openxmlformats-officedocument.presentationml.slideLayout+xml"/>
  <Override PartName="/ppt/media/image206.png" ContentType="image/png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media/image80.png" ContentType="image/png"/>
  <Override PartName="/ppt/media/image84.png" ContentType="image/png"/>
  <Override PartName="/ppt/media/image170.png" ContentType="image/png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1"/>
  </p:sldMasterIdLst>
  <p:sldIdLst>
    <p:sldId id="256" r:id="rId7"/>
    <p:sldId id="257" r:id="rId8"/>
  </p:sldIdLst>
  <p:sldSz cx="7560310" cy="10692132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extLst>
    <p:ext uri="{46E5DF25-F504-49EC-C5F2-EC3D26BF6AE5}"/>
    <p:ext uri="{020DFD33-12F2-4F85-35AB-9CF7A64DF602}"/>
    <p:ext uri="{73DB6448-EB00-43CD-4FC3-503702F288AB}"/>
  </p:extLst>
</p:presentationPr>
</file>

<file path=ppt/tableStyles.xml><?xml version="1.0" encoding="utf-8"?>
<a:tblStyleLst xmlns:a="http://schemas.openxmlformats.org/drawingml/2006/main" def="{8DF7B555-9376-46DF-86FA-1251A7EED1B7}"/>
</file>

<file path=ppt/viewProps.xml><?xml version="1.0" encoding="utf-8"?>
<p:viewPr xmlns:p="http://schemas.openxmlformats.org/presentationml/2006/main" xmlns:a="http://schemas.openxmlformats.org/drawingml/2006/main" xmlns:r="http://schemas.openxmlformats.org/officeDocument/2006/relationships">
  <p:normalViewPr horzBarState="maximized">
    <p:restoredLeft sz="15011" autoAdjust="0"/>
    <p:restoredTop sz="94660"/>
  </p:normalViewPr>
  <p:slideViewPr>
    <p:cSldViewPr snapToGrid="0">
      <p:cViewPr varScale="1">
        <p:scale>
          <a:sx n="59" d="100"/>
          <a:sy n="59" d="100"/>
        </p:scale>
        <p:origin x="132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theme" Target="theme/them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E1D54-255D-4751-4528-EF883010754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B403-ED7B-49A9-C6B3-DF745EC246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F05F99AE-0011-412E-1C99-DFD35BD78B49}"/>
    </p:extLst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r="http://schemas.openxmlformats.org/officeDocument/2006/relationships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1A968-8E15-4729-21AC-2A37B0541103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E8346-11AA-41A7-D7F1-F66EAB9C4D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A72987EF-7AEE-4F3C-6527-8C118B29CC50}"/>
    </p:extLst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xmlns:r="http://schemas.openxmlformats.org/officeDocument/2006/relationships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270EB-4A94-450D-5557-33794DE6C832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66EF3-4E94-415D-356A-9BC41D490F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74B3D276-1068-428D-5A5F-71DDC178AD66}"/>
    </p:extLst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 xmlns:r="http://schemas.openxmlformats.org/officeDocument/2006/relationships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65AF9-325D-47FC-FA95-7FAFE89BD098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47E89-0151-4D87-1AA6-E647F5114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C6D8CC07-3035-4057-F295-EE9DA76A0767}"/>
    </p:extLst>
  </p:cSld>
  <p:clrMapOvr>
    <a:masterClrMapping/>
  </p:clrMapOvr>
</p:sldLayout>
</file>

<file path=ppt/slideLayouts/slideLayout5.xml><?xml version="1.0" encoding="utf-8"?>
<p:sldLayout xmlns:p="http://schemas.openxmlformats.org/presentationml/2006/main" xmlns:a="http://schemas.openxmlformats.org/drawingml/2006/main" xmlns:r="http://schemas.openxmlformats.org/officeDocument/2006/relationships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3AE46-C3BA-40C9-19AD-4E3AD63F7990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4084A-EFDB-4065-8769-EA55D19373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2156056-0D45-4FF9-E622-0A4628099020}"/>
    </p:extLst>
  </p:cSld>
  <p:clrMapOvr>
    <a:masterClrMapping/>
  </p:clrMapOvr>
</p:sldLayout>
</file>

<file path=ppt/slideLayouts/slideLayout6.xml><?xml version="1.0" encoding="utf-8"?>
<p:sldLayout xmlns:p="http://schemas.openxmlformats.org/presentationml/2006/main" xmlns:a="http://schemas.openxmlformats.org/drawingml/2006/main" xmlns:r="http://schemas.openxmlformats.org/officeDocument/2006/relationships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BC55C-BF0E-488A-8761-31E9BB3A959A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45CF4-1387-4E79-07A5-3E6B85D9D6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11A0A00A-64F5-4724-7F30-159A42B31851}"/>
    </p:extLst>
  </p:cSld>
  <p:clrMapOvr>
    <a:masterClrMapping/>
  </p:clrMapOvr>
</p:sldLayout>
</file>

<file path=ppt/slideLayouts/slideLayout7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35CD4-6504-4F08-64D5-98DABEE1B8D6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5844B-CAF8-483A-EB03-8044E14756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D4CFF437-EE3D-4E4B-75BB-AC0F20F248B1}"/>
    </p:extLst>
  </p:cSld>
  <p:clrMapOvr>
    <a:masterClrMapping/>
  </p:clrMapOvr>
</p:sldLayout>
</file>

<file path=ppt/slideLayouts/slideLayout8.xml><?xml version="1.0" encoding="utf-8"?>
<p:sldLayout xmlns:p="http://schemas.openxmlformats.org/presentationml/2006/main" xmlns:a="http://schemas.openxmlformats.org/drawingml/2006/main" xmlns:r="http://schemas.openxmlformats.org/officeDocument/2006/relationships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7E201-ED25-4309-0AFF-8D63F1954373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27EF4-D99C-4C37-A536-7C6B8C0C3D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290A9198-9E89-4696-D719-F9319BBA6B80}"/>
    </p:extLst>
  </p:cSld>
  <p:clrMapOvr>
    <a:masterClrMapping/>
  </p:clrMapOvr>
</p:sldLayout>
</file>

<file path=ppt/slideLayouts/slideLayout9.xml><?xml version="1.0" encoding="utf-8"?>
<p:sldLayout xmlns:p="http://schemas.openxmlformats.org/presentationml/2006/main" xmlns:a="http://schemas.openxmlformats.org/drawingml/2006/main" xmlns:r="http://schemas.openxmlformats.org/officeDocument/2006/relationships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5FFD5-9E08-480C-FDF7-373D926AE1C9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C049C-6F45-4CDE-327D-B34BA647F7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DECD5FE3-C3E7-4436-FE51-301B19E24A4B}"/>
    </p:extLst>
  </p:cSld>
  <p:clrMapOvr>
    <a:masterClrMapping/>
  </p:clrMapOvr>
</p:sldLayout>
</file>

<file path=ppt/slideLayouts/slideLayout10.xml><?xml version="1.0" encoding="utf-8"?>
<p:sldLayout xmlns:p="http://schemas.openxmlformats.org/presentationml/2006/main" xmlns:a="http://schemas.openxmlformats.org/drawingml/2006/main" xmlns:r="http://schemas.openxmlformats.org/officeDocument/2006/relationships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D1404-6B51-4240-B33A-364079CB6E5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D563C-8EFF-42B7-8E32-3147159B9E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A3AFE27E-B229-408B-5153-F7ED1EA9D2B7}"/>
    </p:extLst>
  </p:cSld>
  <p:clrMapOvr>
    <a:masterClrMapping/>
  </p:clrMapOvr>
</p:sldLayout>
</file>

<file path=ppt/slideLayouts/slideLayout11.xml><?xml version="1.0" encoding="utf-8"?>
<p:sldLayout xmlns:p="http://schemas.openxmlformats.org/presentationml/2006/main" xmlns:a="http://schemas.openxmlformats.org/drawingml/2006/main" xmlns:r="http://schemas.openxmlformats.org/officeDocument/2006/relationships" type="vertTitleAndTx" preserve="1">
  <p:cSld name="垂直排列标题与 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2DD84-0C62-42B6-DBC2-1847EDCEE83B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707B2-E828-4E79-9A71-CA6F114FF2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5ACC0ADB-D3B6-4483-229F-CDAD1D9BC0A2}"/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BC8E83-E345-443D-6319-B85F4F0574AD}" type="datetimeFigureOut">
              <a:rPr lang="zh-CN" altLang="en-US" smtClean="0"/>
              <a:t>2016/6/19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2151FD-C08C-4012-3721-968DFBD1F5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3FA1D5B-7CC0-485C-61FB-533D931A2DB8}"/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0.png"/><Relationship Id="rId3" Type="http://schemas.openxmlformats.org/officeDocument/2006/relationships/image" Target="/ppt/media/image1.png"/><Relationship Id="rId4" Type="http://schemas.openxmlformats.org/officeDocument/2006/relationships/image" Target="/ppt/media/image2.png"/><Relationship Id="rId5" Type="http://schemas.openxmlformats.org/officeDocument/2006/relationships/image" Target="/ppt/media/image3.png"/><Relationship Id="rId6" Type="http://schemas.openxmlformats.org/officeDocument/2006/relationships/image" Target="/ppt/media/image4.png"/><Relationship Id="rId7" Type="http://schemas.openxmlformats.org/officeDocument/2006/relationships/image" Target="/ppt/media/image5.png"/><Relationship Id="rId8" Type="http://schemas.openxmlformats.org/officeDocument/2006/relationships/image" Target="/ppt/media/image6.png"/><Relationship Id="rId9" Type="http://schemas.openxmlformats.org/officeDocument/2006/relationships/image" Target="/ppt/media/image7.png"/><Relationship Id="rId10" Type="http://schemas.openxmlformats.org/officeDocument/2006/relationships/image" Target="/ppt/media/image8.png"/><Relationship Id="rId11" Type="http://schemas.openxmlformats.org/officeDocument/2006/relationships/image" Target="/ppt/media/image9.png"/><Relationship Id="rId12" Type="http://schemas.openxmlformats.org/officeDocument/2006/relationships/image" Target="/ppt/media/image10.png"/><Relationship Id="rId13" Type="http://schemas.openxmlformats.org/officeDocument/2006/relationships/image" Target="/ppt/media/image11.png"/><Relationship Id="rId14" Type="http://schemas.openxmlformats.org/officeDocument/2006/relationships/image" Target="/ppt/media/image12.png"/><Relationship Id="rId15" Type="http://schemas.openxmlformats.org/officeDocument/2006/relationships/image" Target="/ppt/media/image13.png"/><Relationship Id="rId16" Type="http://schemas.openxmlformats.org/officeDocument/2006/relationships/image" Target="/ppt/media/image14.png"/><Relationship Id="rId17" Type="http://schemas.openxmlformats.org/officeDocument/2006/relationships/image" Target="/ppt/media/image15.png"/><Relationship Id="rId18" Type="http://schemas.openxmlformats.org/officeDocument/2006/relationships/image" Target="/ppt/media/image16.png"/><Relationship Id="rId19" Type="http://schemas.openxmlformats.org/officeDocument/2006/relationships/image" Target="/ppt/media/image17.png"/><Relationship Id="rId20" Type="http://schemas.openxmlformats.org/officeDocument/2006/relationships/image" Target="/ppt/media/image18.png"/><Relationship Id="rId21" Type="http://schemas.openxmlformats.org/officeDocument/2006/relationships/image" Target="/ppt/media/image19.png"/><Relationship Id="rId22" Type="http://schemas.openxmlformats.org/officeDocument/2006/relationships/image" Target="/ppt/media/image20.png"/><Relationship Id="rId23" Type="http://schemas.openxmlformats.org/officeDocument/2006/relationships/image" Target="/ppt/media/image21.png"/><Relationship Id="rId24" Type="http://schemas.openxmlformats.org/officeDocument/2006/relationships/image" Target="/ppt/media/image22.png"/><Relationship Id="rId25" Type="http://schemas.openxmlformats.org/officeDocument/2006/relationships/image" Target="/ppt/media/image23.png"/><Relationship Id="rId26" Type="http://schemas.openxmlformats.org/officeDocument/2006/relationships/image" Target="/ppt/media/image24.png"/><Relationship Id="rId27" Type="http://schemas.openxmlformats.org/officeDocument/2006/relationships/image" Target="/ppt/media/image25.png"/><Relationship Id="rId28" Type="http://schemas.openxmlformats.org/officeDocument/2006/relationships/image" Target="/ppt/media/image26.png"/><Relationship Id="rId29" Type="http://schemas.openxmlformats.org/officeDocument/2006/relationships/image" Target="/ppt/media/image27.png"/><Relationship Id="rId30" Type="http://schemas.openxmlformats.org/officeDocument/2006/relationships/image" Target="/ppt/media/image28.png"/><Relationship Id="rId31" Type="http://schemas.openxmlformats.org/officeDocument/2006/relationships/image" Target="/ppt/media/image29.png"/><Relationship Id="rId32" Type="http://schemas.openxmlformats.org/officeDocument/2006/relationships/image" Target="/ppt/media/image30.png"/><Relationship Id="rId33" Type="http://schemas.openxmlformats.org/officeDocument/2006/relationships/image" Target="/ppt/media/image31.png"/><Relationship Id="rId34" Type="http://schemas.openxmlformats.org/officeDocument/2006/relationships/image" Target="/ppt/media/image32.png"/><Relationship Id="rId35" Type="http://schemas.openxmlformats.org/officeDocument/2006/relationships/image" Target="/ppt/media/image33.png"/><Relationship Id="rId36" Type="http://schemas.openxmlformats.org/officeDocument/2006/relationships/image" Target="/ppt/media/image34.png"/><Relationship Id="rId37" Type="http://schemas.openxmlformats.org/officeDocument/2006/relationships/image" Target="/ppt/media/image35.png"/><Relationship Id="rId38" Type="http://schemas.openxmlformats.org/officeDocument/2006/relationships/image" Target="/ppt/media/image36.png"/><Relationship Id="rId39" Type="http://schemas.openxmlformats.org/officeDocument/2006/relationships/image" Target="/ppt/media/image37.png"/><Relationship Id="rId40" Type="http://schemas.openxmlformats.org/officeDocument/2006/relationships/image" Target="/ppt/media/image38.png"/><Relationship Id="rId41" Type="http://schemas.openxmlformats.org/officeDocument/2006/relationships/image" Target="/ppt/media/image39.png"/><Relationship Id="rId42" Type="http://schemas.openxmlformats.org/officeDocument/2006/relationships/image" Target="/ppt/media/image40.png"/><Relationship Id="rId43" Type="http://schemas.openxmlformats.org/officeDocument/2006/relationships/image" Target="/ppt/media/image41.png"/><Relationship Id="rId44" Type="http://schemas.openxmlformats.org/officeDocument/2006/relationships/image" Target="/ppt/media/image42.png"/><Relationship Id="rId45" Type="http://schemas.openxmlformats.org/officeDocument/2006/relationships/image" Target="/ppt/media/image43.png"/><Relationship Id="rId46" Type="http://schemas.openxmlformats.org/officeDocument/2006/relationships/image" Target="/ppt/media/image44.png"/><Relationship Id="rId47" Type="http://schemas.openxmlformats.org/officeDocument/2006/relationships/image" Target="/ppt/media/image45.png"/><Relationship Id="rId48" Type="http://schemas.openxmlformats.org/officeDocument/2006/relationships/image" Target="/ppt/media/image46.png"/><Relationship Id="rId49" Type="http://schemas.openxmlformats.org/officeDocument/2006/relationships/image" Target="/ppt/media/image47.png"/><Relationship Id="rId50" Type="http://schemas.openxmlformats.org/officeDocument/2006/relationships/image" Target="/ppt/media/image48.png"/><Relationship Id="rId51" Type="http://schemas.openxmlformats.org/officeDocument/2006/relationships/image" Target="/ppt/media/image49.png"/><Relationship Id="rId52" Type="http://schemas.openxmlformats.org/officeDocument/2006/relationships/image" Target="/ppt/media/image50.png"/><Relationship Id="rId53" Type="http://schemas.openxmlformats.org/officeDocument/2006/relationships/image" Target="/ppt/media/image51.png"/><Relationship Id="rId54" Type="http://schemas.openxmlformats.org/officeDocument/2006/relationships/image" Target="/ppt/media/image52.png"/><Relationship Id="rId55" Type="http://schemas.openxmlformats.org/officeDocument/2006/relationships/image" Target="/ppt/media/image53.png"/><Relationship Id="rId56" Type="http://schemas.openxmlformats.org/officeDocument/2006/relationships/image" Target="/ppt/media/image54.png"/><Relationship Id="rId57" Type="http://schemas.openxmlformats.org/officeDocument/2006/relationships/image" Target="/ppt/media/image55.png"/><Relationship Id="rId58" Type="http://schemas.openxmlformats.org/officeDocument/2006/relationships/image" Target="/ppt/media/image56.png"/><Relationship Id="rId59" Type="http://schemas.openxmlformats.org/officeDocument/2006/relationships/image" Target="/ppt/media/image57.png"/><Relationship Id="rId60" Type="http://schemas.openxmlformats.org/officeDocument/2006/relationships/image" Target="/ppt/media/image58.png"/><Relationship Id="rId61" Type="http://schemas.openxmlformats.org/officeDocument/2006/relationships/image" Target="/ppt/media/image59.png"/><Relationship Id="rId62" Type="http://schemas.openxmlformats.org/officeDocument/2006/relationships/image" Target="/ppt/media/image60.png"/><Relationship Id="rId63" Type="http://schemas.openxmlformats.org/officeDocument/2006/relationships/image" Target="/ppt/media/image61.png"/><Relationship Id="rId64" Type="http://schemas.openxmlformats.org/officeDocument/2006/relationships/image" Target="/ppt/media/image62.png"/><Relationship Id="rId65" Type="http://schemas.openxmlformats.org/officeDocument/2006/relationships/image" Target="/ppt/media/image63.png"/><Relationship Id="rId66" Type="http://schemas.openxmlformats.org/officeDocument/2006/relationships/image" Target="/ppt/media/image64.png"/><Relationship Id="rId67" Type="http://schemas.openxmlformats.org/officeDocument/2006/relationships/image" Target="/ppt/media/image65.png"/><Relationship Id="rId68" Type="http://schemas.openxmlformats.org/officeDocument/2006/relationships/image" Target="/ppt/media/image66.png"/><Relationship Id="rId69" Type="http://schemas.openxmlformats.org/officeDocument/2006/relationships/image" Target="/ppt/media/image67.png"/><Relationship Id="rId70" Type="http://schemas.openxmlformats.org/officeDocument/2006/relationships/image" Target="/ppt/media/image68.png"/><Relationship Id="rId71" Type="http://schemas.openxmlformats.org/officeDocument/2006/relationships/image" Target="/ppt/media/image69.png"/><Relationship Id="rId72" Type="http://schemas.openxmlformats.org/officeDocument/2006/relationships/image" Target="/ppt/media/image70.png"/><Relationship Id="rId73" Type="http://schemas.openxmlformats.org/officeDocument/2006/relationships/image" Target="/ppt/media/image71.png"/><Relationship Id="rId74" Type="http://schemas.openxmlformats.org/officeDocument/2006/relationships/image" Target="/ppt/media/image72.png"/><Relationship Id="rId75" Type="http://schemas.openxmlformats.org/officeDocument/2006/relationships/image" Target="/ppt/media/image73.png"/><Relationship Id="rId76" Type="http://schemas.openxmlformats.org/officeDocument/2006/relationships/image" Target="/ppt/media/image74.png"/><Relationship Id="rId77" Type="http://schemas.openxmlformats.org/officeDocument/2006/relationships/image" Target="/ppt/media/image75.png"/><Relationship Id="rId78" Type="http://schemas.openxmlformats.org/officeDocument/2006/relationships/image" Target="/ppt/media/image76.png"/><Relationship Id="rId79" Type="http://schemas.openxmlformats.org/officeDocument/2006/relationships/image" Target="/ppt/media/image77.png"/><Relationship Id="rId80" Type="http://schemas.openxmlformats.org/officeDocument/2006/relationships/image" Target="/ppt/media/image78.png"/><Relationship Id="rId81" Type="http://schemas.openxmlformats.org/officeDocument/2006/relationships/image" Target="/ppt/media/image79.png"/><Relationship Id="rId82" Type="http://schemas.openxmlformats.org/officeDocument/2006/relationships/image" Target="/ppt/media/image80.png"/><Relationship Id="rId83" Type="http://schemas.openxmlformats.org/officeDocument/2006/relationships/image" Target="/ppt/media/image81.png"/><Relationship Id="rId84" Type="http://schemas.openxmlformats.org/officeDocument/2006/relationships/image" Target="/ppt/media/image82.png"/><Relationship Id="rId85" Type="http://schemas.openxmlformats.org/officeDocument/2006/relationships/image" Target="/ppt/media/image83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84.png"/><Relationship Id="rId3" Type="http://schemas.openxmlformats.org/officeDocument/2006/relationships/image" Target="/ppt/media/image85.png"/><Relationship Id="rId4" Type="http://schemas.openxmlformats.org/officeDocument/2006/relationships/image" Target="/ppt/media/image86.png"/><Relationship Id="rId5" Type="http://schemas.openxmlformats.org/officeDocument/2006/relationships/image" Target="/ppt/media/image87.png"/><Relationship Id="rId6" Type="http://schemas.openxmlformats.org/officeDocument/2006/relationships/image" Target="/ppt/media/image88.png"/><Relationship Id="rId7" Type="http://schemas.openxmlformats.org/officeDocument/2006/relationships/image" Target="/ppt/media/image89.png"/><Relationship Id="rId8" Type="http://schemas.openxmlformats.org/officeDocument/2006/relationships/image" Target="/ppt/media/image90.png"/><Relationship Id="rId9" Type="http://schemas.openxmlformats.org/officeDocument/2006/relationships/image" Target="/ppt/media/image91.png"/><Relationship Id="rId10" Type="http://schemas.openxmlformats.org/officeDocument/2006/relationships/image" Target="/ppt/media/image92.png"/><Relationship Id="rId11" Type="http://schemas.openxmlformats.org/officeDocument/2006/relationships/image" Target="/ppt/media/image93.png"/><Relationship Id="rId12" Type="http://schemas.openxmlformats.org/officeDocument/2006/relationships/image" Target="/ppt/media/image94.png"/><Relationship Id="rId13" Type="http://schemas.openxmlformats.org/officeDocument/2006/relationships/image" Target="/ppt/media/image95.png"/><Relationship Id="rId14" Type="http://schemas.openxmlformats.org/officeDocument/2006/relationships/image" Target="/ppt/media/image96.png"/><Relationship Id="rId15" Type="http://schemas.openxmlformats.org/officeDocument/2006/relationships/image" Target="/ppt/media/image97.png"/><Relationship Id="rId16" Type="http://schemas.openxmlformats.org/officeDocument/2006/relationships/image" Target="/ppt/media/image98.png"/><Relationship Id="rId17" Type="http://schemas.openxmlformats.org/officeDocument/2006/relationships/image" Target="/ppt/media/image99.png"/><Relationship Id="rId18" Type="http://schemas.openxmlformats.org/officeDocument/2006/relationships/image" Target="/ppt/media/image100.png"/><Relationship Id="rId19" Type="http://schemas.openxmlformats.org/officeDocument/2006/relationships/image" Target="/ppt/media/image101.png"/><Relationship Id="rId20" Type="http://schemas.openxmlformats.org/officeDocument/2006/relationships/image" Target="/ppt/media/image102.png"/><Relationship Id="rId21" Type="http://schemas.openxmlformats.org/officeDocument/2006/relationships/image" Target="/ppt/media/image103.png"/><Relationship Id="rId22" Type="http://schemas.openxmlformats.org/officeDocument/2006/relationships/image" Target="/ppt/media/image104.png"/><Relationship Id="rId23" Type="http://schemas.openxmlformats.org/officeDocument/2006/relationships/image" Target="/ppt/media/image105.png"/><Relationship Id="rId24" Type="http://schemas.openxmlformats.org/officeDocument/2006/relationships/image" Target="/ppt/media/image106.png"/><Relationship Id="rId25" Type="http://schemas.openxmlformats.org/officeDocument/2006/relationships/image" Target="/ppt/media/image107.png"/><Relationship Id="rId26" Type="http://schemas.openxmlformats.org/officeDocument/2006/relationships/image" Target="/ppt/media/image108.png"/><Relationship Id="rId27" Type="http://schemas.openxmlformats.org/officeDocument/2006/relationships/image" Target="/ppt/media/image109.png"/><Relationship Id="rId28" Type="http://schemas.openxmlformats.org/officeDocument/2006/relationships/image" Target="/ppt/media/image110.png"/><Relationship Id="rId29" Type="http://schemas.openxmlformats.org/officeDocument/2006/relationships/image" Target="/ppt/media/image111.png"/><Relationship Id="rId30" Type="http://schemas.openxmlformats.org/officeDocument/2006/relationships/image" Target="/ppt/media/image112.png"/><Relationship Id="rId31" Type="http://schemas.openxmlformats.org/officeDocument/2006/relationships/image" Target="/ppt/media/image113.png"/><Relationship Id="rId32" Type="http://schemas.openxmlformats.org/officeDocument/2006/relationships/image" Target="/ppt/media/image114.png"/><Relationship Id="rId33" Type="http://schemas.openxmlformats.org/officeDocument/2006/relationships/image" Target="/ppt/media/image115.png"/><Relationship Id="rId34" Type="http://schemas.openxmlformats.org/officeDocument/2006/relationships/image" Target="/ppt/media/image116.png"/><Relationship Id="rId35" Type="http://schemas.openxmlformats.org/officeDocument/2006/relationships/image" Target="/ppt/media/image117.png"/><Relationship Id="rId36" Type="http://schemas.openxmlformats.org/officeDocument/2006/relationships/image" Target="/ppt/media/image118.png"/><Relationship Id="rId37" Type="http://schemas.openxmlformats.org/officeDocument/2006/relationships/image" Target="/ppt/media/image119.png"/><Relationship Id="rId38" Type="http://schemas.openxmlformats.org/officeDocument/2006/relationships/image" Target="/ppt/media/image120.png"/><Relationship Id="rId39" Type="http://schemas.openxmlformats.org/officeDocument/2006/relationships/image" Target="/ppt/media/image121.png"/><Relationship Id="rId40" Type="http://schemas.openxmlformats.org/officeDocument/2006/relationships/image" Target="/ppt/media/image122.png"/><Relationship Id="rId41" Type="http://schemas.openxmlformats.org/officeDocument/2006/relationships/image" Target="/ppt/media/image123.png"/><Relationship Id="rId42" Type="http://schemas.openxmlformats.org/officeDocument/2006/relationships/image" Target="/ppt/media/image124.png"/><Relationship Id="rId43" Type="http://schemas.openxmlformats.org/officeDocument/2006/relationships/image" Target="/ppt/media/image125.png"/><Relationship Id="rId44" Type="http://schemas.openxmlformats.org/officeDocument/2006/relationships/image" Target="/ppt/media/image126.png"/><Relationship Id="rId45" Type="http://schemas.openxmlformats.org/officeDocument/2006/relationships/image" Target="/ppt/media/image127.png"/><Relationship Id="rId46" Type="http://schemas.openxmlformats.org/officeDocument/2006/relationships/image" Target="/ppt/media/image128.png"/><Relationship Id="rId47" Type="http://schemas.openxmlformats.org/officeDocument/2006/relationships/image" Target="/ppt/media/image129.png"/><Relationship Id="rId48" Type="http://schemas.openxmlformats.org/officeDocument/2006/relationships/image" Target="/ppt/media/image130.png"/><Relationship Id="rId49" Type="http://schemas.openxmlformats.org/officeDocument/2006/relationships/image" Target="/ppt/media/image131.png"/><Relationship Id="rId50" Type="http://schemas.openxmlformats.org/officeDocument/2006/relationships/image" Target="/ppt/media/image132.png"/><Relationship Id="rId51" Type="http://schemas.openxmlformats.org/officeDocument/2006/relationships/image" Target="/ppt/media/image133.png"/><Relationship Id="rId52" Type="http://schemas.openxmlformats.org/officeDocument/2006/relationships/image" Target="/ppt/media/image134.png"/><Relationship Id="rId53" Type="http://schemas.openxmlformats.org/officeDocument/2006/relationships/image" Target="/ppt/media/image135.png"/><Relationship Id="rId54" Type="http://schemas.openxmlformats.org/officeDocument/2006/relationships/image" Target="/ppt/media/image136.png"/><Relationship Id="rId55" Type="http://schemas.openxmlformats.org/officeDocument/2006/relationships/image" Target="/ppt/media/image137.png"/><Relationship Id="rId56" Type="http://schemas.openxmlformats.org/officeDocument/2006/relationships/image" Target="/ppt/media/image138.png"/><Relationship Id="rId57" Type="http://schemas.openxmlformats.org/officeDocument/2006/relationships/image" Target="/ppt/media/image139.png"/><Relationship Id="rId58" Type="http://schemas.openxmlformats.org/officeDocument/2006/relationships/image" Target="/ppt/media/image140.png"/><Relationship Id="rId59" Type="http://schemas.openxmlformats.org/officeDocument/2006/relationships/image" Target="/ppt/media/image141.png"/><Relationship Id="rId60" Type="http://schemas.openxmlformats.org/officeDocument/2006/relationships/image" Target="/ppt/media/image142.png"/><Relationship Id="rId61" Type="http://schemas.openxmlformats.org/officeDocument/2006/relationships/image" Target="/ppt/media/image143.png"/><Relationship Id="rId62" Type="http://schemas.openxmlformats.org/officeDocument/2006/relationships/image" Target="/ppt/media/image144.png"/><Relationship Id="rId63" Type="http://schemas.openxmlformats.org/officeDocument/2006/relationships/image" Target="/ppt/media/image145.png"/><Relationship Id="rId64" Type="http://schemas.openxmlformats.org/officeDocument/2006/relationships/image" Target="/ppt/media/image146.png"/><Relationship Id="rId65" Type="http://schemas.openxmlformats.org/officeDocument/2006/relationships/image" Target="/ppt/media/image147.png"/><Relationship Id="rId66" Type="http://schemas.openxmlformats.org/officeDocument/2006/relationships/image" Target="/ppt/media/image148.png"/><Relationship Id="rId67" Type="http://schemas.openxmlformats.org/officeDocument/2006/relationships/image" Target="/ppt/media/image149.png"/><Relationship Id="rId68" Type="http://schemas.openxmlformats.org/officeDocument/2006/relationships/image" Target="/ppt/media/image150.png"/><Relationship Id="rId69" Type="http://schemas.openxmlformats.org/officeDocument/2006/relationships/image" Target="/ppt/media/image151.png"/><Relationship Id="rId70" Type="http://schemas.openxmlformats.org/officeDocument/2006/relationships/image" Target="/ppt/media/image152.png"/><Relationship Id="rId71" Type="http://schemas.openxmlformats.org/officeDocument/2006/relationships/image" Target="/ppt/media/image153.png"/><Relationship Id="rId72" Type="http://schemas.openxmlformats.org/officeDocument/2006/relationships/image" Target="/ppt/media/image154.png"/><Relationship Id="rId73" Type="http://schemas.openxmlformats.org/officeDocument/2006/relationships/image" Target="/ppt/media/image155.png"/><Relationship Id="rId74" Type="http://schemas.openxmlformats.org/officeDocument/2006/relationships/image" Target="/ppt/media/image156.png"/><Relationship Id="rId75" Type="http://schemas.openxmlformats.org/officeDocument/2006/relationships/image" Target="/ppt/media/image157.png"/><Relationship Id="rId76" Type="http://schemas.openxmlformats.org/officeDocument/2006/relationships/image" Target="/ppt/media/image158.png"/><Relationship Id="rId77" Type="http://schemas.openxmlformats.org/officeDocument/2006/relationships/image" Target="/ppt/media/image159.png"/><Relationship Id="rId78" Type="http://schemas.openxmlformats.org/officeDocument/2006/relationships/image" Target="/ppt/media/image160.png"/><Relationship Id="rId79" Type="http://schemas.openxmlformats.org/officeDocument/2006/relationships/image" Target="/ppt/media/image161.png"/><Relationship Id="rId80" Type="http://schemas.openxmlformats.org/officeDocument/2006/relationships/image" Target="/ppt/media/image162.png"/><Relationship Id="rId81" Type="http://schemas.openxmlformats.org/officeDocument/2006/relationships/image" Target="/ppt/media/image163.png"/><Relationship Id="rId82" Type="http://schemas.openxmlformats.org/officeDocument/2006/relationships/image" Target="/ppt/media/image164.png"/><Relationship Id="rId83" Type="http://schemas.openxmlformats.org/officeDocument/2006/relationships/image" Target="/ppt/media/image165.png"/><Relationship Id="rId84" Type="http://schemas.openxmlformats.org/officeDocument/2006/relationships/image" Target="/ppt/media/image166.png"/><Relationship Id="rId85" Type="http://schemas.openxmlformats.org/officeDocument/2006/relationships/image" Target="/ppt/media/image167.png"/><Relationship Id="rId86" Type="http://schemas.openxmlformats.org/officeDocument/2006/relationships/image" Target="/ppt/media/image168.png"/><Relationship Id="rId87" Type="http://schemas.openxmlformats.org/officeDocument/2006/relationships/image" Target="/ppt/media/image169.png"/><Relationship Id="rId88" Type="http://schemas.openxmlformats.org/officeDocument/2006/relationships/image" Target="/ppt/media/image170.png"/><Relationship Id="rId89" Type="http://schemas.openxmlformats.org/officeDocument/2006/relationships/image" Target="/ppt/media/image171.png"/><Relationship Id="rId90" Type="http://schemas.openxmlformats.org/officeDocument/2006/relationships/image" Target="/ppt/media/image172.png"/><Relationship Id="rId91" Type="http://schemas.openxmlformats.org/officeDocument/2006/relationships/image" Target="/ppt/media/image173.png"/><Relationship Id="rId92" Type="http://schemas.openxmlformats.org/officeDocument/2006/relationships/image" Target="/ppt/media/image174.png"/><Relationship Id="rId93" Type="http://schemas.openxmlformats.org/officeDocument/2006/relationships/image" Target="/ppt/media/image175.png"/><Relationship Id="rId94" Type="http://schemas.openxmlformats.org/officeDocument/2006/relationships/image" Target="/ppt/media/image176.png"/><Relationship Id="rId95" Type="http://schemas.openxmlformats.org/officeDocument/2006/relationships/image" Target="/ppt/media/image177.png"/><Relationship Id="rId96" Type="http://schemas.openxmlformats.org/officeDocument/2006/relationships/image" Target="/ppt/media/image178.png"/><Relationship Id="rId97" Type="http://schemas.openxmlformats.org/officeDocument/2006/relationships/image" Target="/ppt/media/image179.png"/><Relationship Id="rId98" Type="http://schemas.openxmlformats.org/officeDocument/2006/relationships/image" Target="/ppt/media/image180.png"/><Relationship Id="rId99" Type="http://schemas.openxmlformats.org/officeDocument/2006/relationships/image" Target="/ppt/media/image181.png"/><Relationship Id="rId100" Type="http://schemas.openxmlformats.org/officeDocument/2006/relationships/image" Target="/ppt/media/image182.png"/><Relationship Id="rId101" Type="http://schemas.openxmlformats.org/officeDocument/2006/relationships/image" Target="/ppt/media/image183.png"/><Relationship Id="rId102" Type="http://schemas.openxmlformats.org/officeDocument/2006/relationships/image" Target="/ppt/media/image184.png"/><Relationship Id="rId103" Type="http://schemas.openxmlformats.org/officeDocument/2006/relationships/image" Target="/ppt/media/image185.png"/><Relationship Id="rId104" Type="http://schemas.openxmlformats.org/officeDocument/2006/relationships/image" Target="/ppt/media/image186.png"/><Relationship Id="rId105" Type="http://schemas.openxmlformats.org/officeDocument/2006/relationships/image" Target="/ppt/media/image187.png"/><Relationship Id="rId106" Type="http://schemas.openxmlformats.org/officeDocument/2006/relationships/image" Target="/ppt/media/image188.png"/><Relationship Id="rId107" Type="http://schemas.openxmlformats.org/officeDocument/2006/relationships/image" Target="/ppt/media/image189.png"/><Relationship Id="rId108" Type="http://schemas.openxmlformats.org/officeDocument/2006/relationships/image" Target="/ppt/media/image190.png"/><Relationship Id="rId109" Type="http://schemas.openxmlformats.org/officeDocument/2006/relationships/image" Target="/ppt/media/image191.png"/><Relationship Id="rId110" Type="http://schemas.openxmlformats.org/officeDocument/2006/relationships/image" Target="/ppt/media/image192.png"/><Relationship Id="rId111" Type="http://schemas.openxmlformats.org/officeDocument/2006/relationships/image" Target="/ppt/media/image193.png"/><Relationship Id="rId112" Type="http://schemas.openxmlformats.org/officeDocument/2006/relationships/image" Target="/ppt/media/image194.png"/><Relationship Id="rId113" Type="http://schemas.openxmlformats.org/officeDocument/2006/relationships/image" Target="/ppt/media/image195.png"/><Relationship Id="rId114" Type="http://schemas.openxmlformats.org/officeDocument/2006/relationships/image" Target="/ppt/media/image196.png"/><Relationship Id="rId115" Type="http://schemas.openxmlformats.org/officeDocument/2006/relationships/image" Target="/ppt/media/image197.png"/><Relationship Id="rId116" Type="http://schemas.openxmlformats.org/officeDocument/2006/relationships/image" Target="/ppt/media/image198.png"/><Relationship Id="rId117" Type="http://schemas.openxmlformats.org/officeDocument/2006/relationships/image" Target="/ppt/media/image199.png"/><Relationship Id="rId118" Type="http://schemas.openxmlformats.org/officeDocument/2006/relationships/image" Target="/ppt/media/image200.png"/><Relationship Id="rId119" Type="http://schemas.openxmlformats.org/officeDocument/2006/relationships/image" Target="/ppt/media/image201.png"/><Relationship Id="rId120" Type="http://schemas.openxmlformats.org/officeDocument/2006/relationships/image" Target="/ppt/media/image202.png"/><Relationship Id="rId121" Type="http://schemas.openxmlformats.org/officeDocument/2006/relationships/image" Target="/ppt/media/image203.png"/><Relationship Id="rId122" Type="http://schemas.openxmlformats.org/officeDocument/2006/relationships/image" Target="/ppt/media/image204.png"/><Relationship Id="rId123" Type="http://schemas.openxmlformats.org/officeDocument/2006/relationships/image" Target="/ppt/media/image205.png"/><Relationship Id="rId124" Type="http://schemas.openxmlformats.org/officeDocument/2006/relationships/image" Target="/ppt/media/image206.png"/><Relationship Id="rId125" Type="http://schemas.openxmlformats.org/officeDocument/2006/relationships/image" Target="/ppt/media/image207.png"/><Relationship Id="rId126" Type="http://schemas.openxmlformats.org/officeDocument/2006/relationships/image" Target="/ppt/media/image208.png"/><Relationship Id="rId127" Type="http://schemas.openxmlformats.org/officeDocument/2006/relationships/image" Target="/ppt/media/image209.png"/><Relationship Id="rId128" Type="http://schemas.openxmlformats.org/officeDocument/2006/relationships/image" Target="/ppt/media/image210.png"/><Relationship Id="rId129" Type="http://schemas.openxmlformats.org/officeDocument/2006/relationships/image" Target="/ppt/media/image211.png"/><Relationship Id="rId130" Type="http://schemas.openxmlformats.org/officeDocument/2006/relationships/image" Target="/ppt/media/image212.png"/><Relationship Id="rId131" Type="http://schemas.openxmlformats.org/officeDocument/2006/relationships/image" Target="/ppt/media/image213.png"/><Relationship Id="rId132" Type="http://schemas.openxmlformats.org/officeDocument/2006/relationships/image" Target="/ppt/media/image214.png"/><Relationship Id="rId133" Type="http://schemas.openxmlformats.org/officeDocument/2006/relationships/image" Target="/ppt/media/image215.png"/><Relationship Id="rId134" Type="http://schemas.openxmlformats.org/officeDocument/2006/relationships/image" Target="/ppt/media/image216.png"/><Relationship Id="rId135" Type="http://schemas.openxmlformats.org/officeDocument/2006/relationships/image" Target="/ppt/media/image217.png"/><Relationship Id="rId136" Type="http://schemas.openxmlformats.org/officeDocument/2006/relationships/image" Target="/ppt/media/image218.png"/><Relationship Id="rId137" Type="http://schemas.openxmlformats.org/officeDocument/2006/relationships/image" Target="/ppt/media/image219.png"/><Relationship Id="rId138" Type="http://schemas.openxmlformats.org/officeDocument/2006/relationships/image" Target="/ppt/media/image220.png"/><Relationship Id="rId139" Type="http://schemas.openxmlformats.org/officeDocument/2006/relationships/image" Target="/ppt/media/image221.png"/><Relationship Id="rId140" Type="http://schemas.openxmlformats.org/officeDocument/2006/relationships/image" Target="/ppt/media/image222.png"/><Relationship Id="rId141" Type="http://schemas.openxmlformats.org/officeDocument/2006/relationships/image" Target="/ppt/media/image223.png"/><Relationship Id="rId142" Type="http://schemas.openxmlformats.org/officeDocument/2006/relationships/image" Target="/ppt/media/image224.png"/><Relationship Id="rId143" Type="http://schemas.openxmlformats.org/officeDocument/2006/relationships/image" Target="/ppt/media/image225.png"/><Relationship Id="rId144" Type="http://schemas.openxmlformats.org/officeDocument/2006/relationships/image" Target="/ppt/media/image226.png"/><Relationship Id="rId145" Type="http://schemas.openxmlformats.org/officeDocument/2006/relationships/image" Target="/ppt/media/image227.png"/><Relationship Id="rId146" Type="http://schemas.openxmlformats.org/officeDocument/2006/relationships/image" Target="/ppt/media/image228.png"/><Relationship Id="rId147" Type="http://schemas.openxmlformats.org/officeDocument/2006/relationships/image" Target="/ppt/media/image229.png"/><Relationship Id="rId148" Type="http://schemas.openxmlformats.org/officeDocument/2006/relationships/image" Target="/ppt/media/image230.png"/><Relationship Id="rId149" Type="http://schemas.openxmlformats.org/officeDocument/2006/relationships/image" Target="/ppt/media/image231.png"/><Relationship Id="rId150" Type="http://schemas.openxmlformats.org/officeDocument/2006/relationships/image" Target="/ppt/media/image232.png"/><Relationship Id="rId151" Type="http://schemas.openxmlformats.org/officeDocument/2006/relationships/image" Target="/ppt/media/image233.png"/><Relationship Id="rId152" Type="http://schemas.openxmlformats.org/officeDocument/2006/relationships/image" Target="/ppt/media/image234.png"/><Relationship Id="rId153" Type="http://schemas.openxmlformats.org/officeDocument/2006/relationships/image" Target="/ppt/media/image235.png"/><Relationship Id="rId154" Type="http://schemas.openxmlformats.org/officeDocument/2006/relationships/image" Target="/ppt/media/image236.png"/><Relationship Id="rId155" Type="http://schemas.openxmlformats.org/officeDocument/2006/relationships/image" Target="/ppt/media/image237.png"/><Relationship Id="rId156" Type="http://schemas.openxmlformats.org/officeDocument/2006/relationships/image" Target="/ppt/media/image238.png"/><Relationship Id="rId157" Type="http://schemas.openxmlformats.org/officeDocument/2006/relationships/image" Target="/ppt/media/image239.png"/><Relationship Id="rId158" Type="http://schemas.openxmlformats.org/officeDocument/2006/relationships/image" Target="/ppt/media/image240.png"/><Relationship Id="rId159" Type="http://schemas.openxmlformats.org/officeDocument/2006/relationships/image" Target="/ppt/media/image241.png"/><Relationship Id="rId160" Type="http://schemas.openxmlformats.org/officeDocument/2006/relationships/image" Target="/ppt/media/image242.png"/><Relationship Id="rId161" Type="http://schemas.openxmlformats.org/officeDocument/2006/relationships/image" Target="/ppt/media/image243.png"/><Relationship Id="rId162" Type="http://schemas.openxmlformats.org/officeDocument/2006/relationships/image" Target="/ppt/media/image244.png"/><Relationship Id="rId163" Type="http://schemas.openxmlformats.org/officeDocument/2006/relationships/image" Target="/ppt/media/image245.png"/><Relationship Id="rId164" Type="http://schemas.openxmlformats.org/officeDocument/2006/relationships/image" Target="/ppt/media/image246.png"/><Relationship Id="rId165" Type="http://schemas.openxmlformats.org/officeDocument/2006/relationships/image" Target="/ppt/media/image247.png"/><Relationship Id="rId166" Type="http://schemas.openxmlformats.org/officeDocument/2006/relationships/image" Target="/ppt/media/image248.png"/><Relationship Id="rId167" Type="http://schemas.openxmlformats.org/officeDocument/2006/relationships/image" Target="/ppt/media/image249.png"/><Relationship Id="rId168" Type="http://schemas.openxmlformats.org/officeDocument/2006/relationships/image" Target="/ppt/media/image250.png"/><Relationship Id="rId169" Type="http://schemas.openxmlformats.org/officeDocument/2006/relationships/image" Target="/ppt/media/image251.png"/><Relationship Id="rId170" Type="http://schemas.openxmlformats.org/officeDocument/2006/relationships/image" Target="/ppt/media/image252.png"/><Relationship Id="rId171" Type="http://schemas.openxmlformats.org/officeDocument/2006/relationships/image" Target="/ppt/media/image253.png"/><Relationship Id="rId172" Type="http://schemas.openxmlformats.org/officeDocument/2006/relationships/image" Target="/ppt/media/image254.png"/><Relationship Id="rId173" Type="http://schemas.openxmlformats.org/officeDocument/2006/relationships/image" Target="/ppt/media/image255.png"/><Relationship Id="rId174" Type="http://schemas.openxmlformats.org/officeDocument/2006/relationships/image" Target="/ppt/media/image256.png"/><Relationship Id="rId175" Type="http://schemas.openxmlformats.org/officeDocument/2006/relationships/image" Target="/ppt/media/image257.png"/><Relationship Id="rId176" Type="http://schemas.openxmlformats.org/officeDocument/2006/relationships/image" Target="/ppt/media/image258.png"/><Relationship Id="rId177" Type="http://schemas.openxmlformats.org/officeDocument/2006/relationships/image" Target="/ppt/media/image259.png"/><Relationship Id="rId178" Type="http://schemas.openxmlformats.org/officeDocument/2006/relationships/image" Target="/ppt/media/image260.png"/><Relationship Id="rId179" Type="http://schemas.openxmlformats.org/officeDocument/2006/relationships/image" Target="/ppt/media/image261.png"/><Relationship Id="rId180" Type="http://schemas.openxmlformats.org/officeDocument/2006/relationships/image" Target="/ppt/media/image262.png"/><Relationship Id="rId181" Type="http://schemas.openxmlformats.org/officeDocument/2006/relationships/image" Target="/ppt/media/image263.png"/><Relationship Id="rId182" Type="http://schemas.openxmlformats.org/officeDocument/2006/relationships/image" Target="/ppt/media/image264.png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AC804911-543E-4C41-EDF1-4B54D240F8E6}"/>
    </p:extLst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2"/>
          <p:cNvSpPr txBox="1"/>
          <p:nvPr/>
        </p:nvSpPr>
        <p:spPr>
          <a:xfrm>
            <a:off x="1102627" y="811549"/>
            <a:ext cx="4648708" cy="827746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450774" marR="0" indent="0" eaLnBrk="0">
              <a:lnSpc>
                <a:spcPct val="100000"/>
              </a:lnSpc>
            </a:pPr>
            <a:r>
              <a:rPr lang="en-US" altLang="zh-CN" sz="1400" kern="0" spc="-15" baseline="0" noProof="0" dirty="0" smtClean="0">
                <a:solidFill>
                  <a:srgbClr val="000000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2022-2023-</a:t>
            </a:r>
            <a:r>
              <a:rPr lang="en-US" altLang="zh-CN" sz="1400" kern="0" spc="0" baseline="0" noProof="0" dirty="0" smtClean="0">
                <a:solidFill>
                  <a:srgbClr val="000000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1</a:t>
            </a:r>
            <a:r>
              <a:rPr baseline="0" lang="en-US" altLang="zh-CN" sz="1400" kern="0" spc="-215" noProof="0" dirty="0" smtClean="0">
                <a:latin typeface="SimSun" pitchFamily="2" charset="0"/>
                <a:ea typeface="SimSun" pitchFamily="2" charset="0"/>
                <a:cs typeface="SimSun" pitchFamily="2" charset="0"/>
              </a:rPr>
              <a:t> </a:t>
            </a:r>
            <a:r>
              <a:rPr lang="en-US" altLang="zh-CN" sz="1400" kern="0" spc="0" baseline="0" noProof="0" dirty="0" smtClean="0">
                <a:solidFill>
                  <a:srgbClr val="000000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学期《线性代数与解析几何》试卷(A</a:t>
            </a:r>
            <a:r>
              <a:rPr baseline="0" lang="en-US" altLang="zh-CN" sz="1400" kern="0" spc="-215" noProof="0" dirty="0" smtClean="0">
                <a:latin typeface="SimSun" pitchFamily="2" charset="0"/>
                <a:ea typeface="SimSun" pitchFamily="2" charset="0"/>
                <a:cs typeface="SimSun" pitchFamily="2" charset="0"/>
              </a:rPr>
              <a:t> </a:t>
            </a:r>
            <a:r>
              <a:rPr lang="en-US" altLang="zh-CN" sz="1400" kern="0" spc="0" baseline="0" noProof="0" dirty="0" smtClean="0">
                <a:solidFill>
                  <a:srgbClr val="000000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卷)</a:t>
            </a:r>
          </a:p>
          <a:p>
            <a:pPr marL="0" marR="0" indent="0" eaLnBrk="0">
              <a:lnSpc>
                <a:spcPct val="117083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30833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5059"/>
              </a:lnSpc>
              <a:spcAft>
                <a:spcPts val="143"/>
              </a:spcAft>
            </a:pPr>
            <a:r>
              <a:rPr lang="en-US" altLang="zh-CN" sz="1400" kern="0" spc="-15" baseline="0" noProof="0" dirty="0" smtClean="0">
                <a:solidFill>
                  <a:srgbClr val="000000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一、选择题</a:t>
            </a:r>
            <a:r>
              <a:rPr lang="en-US" altLang="zh-CN" sz="1400" kern="0" spc="-15" baseline="0" b="1" noProof="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1400" kern="0" spc="-15" baseline="0" noProof="0" dirty="0" smtClean="0">
                <a:solidFill>
                  <a:srgbClr val="000000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共</a:t>
            </a:r>
            <a:r>
              <a:rPr baseline="0" lang="en-US" altLang="zh-CN" sz="1400" kern="0" spc="-165" noProof="0" dirty="0" smtClean="0">
                <a:latin typeface="SimSun" pitchFamily="2" charset="0"/>
                <a:ea typeface="SimSun" pitchFamily="2" charset="0"/>
                <a:cs typeface="SimSun" pitchFamily="2" charset="0"/>
              </a:rPr>
              <a:t> </a:t>
            </a:r>
            <a:r>
              <a:rPr lang="en-US" altLang="zh-CN" sz="1400" kern="0" spc="0" baseline="0" b="1" noProof="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11</a:t>
            </a:r>
            <a:r>
              <a:rPr baseline="0" lang="en-US" altLang="zh-CN" sz="1400" kern="0" spc="-165" b="1" noProof="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400" kern="0" spc="0" baseline="0" noProof="0" dirty="0" smtClean="0">
                <a:solidFill>
                  <a:srgbClr val="000000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题，每题</a:t>
            </a:r>
            <a:r>
              <a:rPr baseline="0" lang="en-US" altLang="zh-CN" sz="1400" kern="0" spc="-165" noProof="0" dirty="0" smtClean="0">
                <a:latin typeface="SimSun" pitchFamily="2" charset="0"/>
                <a:ea typeface="SimSun" pitchFamily="2" charset="0"/>
                <a:cs typeface="SimSun" pitchFamily="2" charset="0"/>
              </a:rPr>
              <a:t> </a:t>
            </a:r>
            <a:r>
              <a:rPr lang="en-US" altLang="zh-CN" sz="1400" kern="0" spc="0" baseline="0" b="1" noProof="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3</a:t>
            </a:r>
            <a:r>
              <a:rPr baseline="0" lang="en-US" altLang="zh-CN" sz="1400" kern="0" spc="-165" b="1" noProof="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400" kern="0" spc="0" baseline="0" noProof="0" dirty="0" smtClean="0">
                <a:solidFill>
                  <a:srgbClr val="000000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分，共</a:t>
            </a:r>
            <a:r>
              <a:rPr baseline="0" lang="en-US" altLang="zh-CN" sz="1400" kern="0" spc="-165" noProof="0" dirty="0" smtClean="0">
                <a:latin typeface="SimSun" pitchFamily="2" charset="0"/>
                <a:ea typeface="SimSun" pitchFamily="2" charset="0"/>
                <a:cs typeface="SimSun" pitchFamily="2" charset="0"/>
              </a:rPr>
              <a:t> </a:t>
            </a:r>
            <a:r>
              <a:rPr lang="en-US" altLang="zh-CN" sz="1400" kern="0" spc="0" baseline="0" b="1" noProof="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33</a:t>
            </a:r>
            <a:r>
              <a:rPr baseline="0" lang="en-US" altLang="zh-CN" sz="1400" kern="0" spc="-165" b="1" noProof="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400" kern="0" spc="0" baseline="0" noProof="0" dirty="0" smtClean="0">
                <a:solidFill>
                  <a:srgbClr val="000000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分</a:t>
            </a:r>
            <a:r>
              <a:rPr lang="en-US" altLang="zh-CN" sz="1400" kern="0" spc="0" baseline="0" b="1" noProof="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)</a:t>
            </a:r>
          </a:p>
        </p:txBody>
      </p:sp>
      <p:pic>
        <p:nvPicPr>
          <p:cNvPr id="3" name="2CEA79E3-09A1-463C-82FF-59F1E49C1E61"/>
          <p:cNvPicPr>
            <a:picLocks noChangeAspect="1"/>
          </p:cNvPicPr>
          <p:nvPr/>
        </p:nvPicPr>
        <p:blipFill>
          <a:blip r:embed="rId2" cstate="print">
            <a:extLst>
              <a:ext uri="{B002B2CD-2B4A-48F7-5710-09694A85CE59}"/>
            </a:extLst>
          </a:blip>
          <a:srcRect/>
          <a:stretch>
            <a:fillRect/>
          </a:stretch>
        </p:blipFill>
        <p:spPr>
          <a:xfrm>
            <a:off x="1342428" y="1819630"/>
            <a:ext cx="104775" cy="114300"/>
          </a:xfrm>
          <a:prstGeom prst="rect">
            <a:avLst/>
          </a:prstGeom>
        </p:spPr>
      </p:pic>
      <p:sp>
        <p:nvSpPr>
          <p:cNvPr id="4" name="TextBox4"/>
          <p:cNvSpPr txBox="1"/>
          <p:nvPr/>
        </p:nvSpPr>
        <p:spPr>
          <a:xfrm>
            <a:off x="1134110" y="1755153"/>
            <a:ext cx="551739" cy="21168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437439" marR="0" indent="-437439" eaLnBrk="0" lvl="0">
              <a:lnSpc>
                <a:spcPct val="116433"/>
              </a:lnSpc>
              <a:buAutoNum type="arabicPeriod"/>
            </a:pPr>
            <a:r>
              <a:rPr lang="en-US" altLang="zh-CN" sz="1725" kern="0" spc="-25" baseline="-2899" noProof="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2</a:t>
            </a:r>
            <a:r>
              <a:rPr lang="en-US" altLang="zh-CN" sz="1725" kern="0" spc="0" baseline="-2899" noProof="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.</a:t>
            </a:r>
          </a:p>
        </p:txBody>
      </p:sp>
      <p:pic>
        <p:nvPicPr>
          <p:cNvPr id="5" name="F6D3557F-45D1-433F-F803-79B34BEB67FF"/>
          <p:cNvPicPr>
            <a:picLocks noChangeAspect="1"/>
          </p:cNvPicPr>
          <p:nvPr/>
        </p:nvPicPr>
        <p:blipFill>
          <a:blip r:embed="rId3" cstate="print">
            <a:extLst>
              <a:ext uri="{2E68DA67-A6F0-479C-A85C-370638699741}"/>
            </a:extLst>
          </a:blip>
          <a:srcRect/>
          <a:stretch>
            <a:fillRect/>
          </a:stretch>
        </p:blipFill>
        <p:spPr>
          <a:xfrm>
            <a:off x="1803705" y="1814423"/>
            <a:ext cx="104775" cy="123825"/>
          </a:xfrm>
          <a:prstGeom prst="rect">
            <a:avLst/>
          </a:prstGeom>
        </p:spPr>
      </p:pic>
      <p:sp>
        <p:nvSpPr>
          <p:cNvPr id="6" name="TextBox6"/>
          <p:cNvSpPr txBox="1"/>
          <p:nvPr/>
        </p:nvSpPr>
        <p:spPr>
          <a:xfrm>
            <a:off x="2035277" y="1753984"/>
            <a:ext cx="114300" cy="204978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17028"/>
              </a:lnSpc>
            </a:pPr>
            <a:r>
              <a:rPr lang="en-US" altLang="zh-CN" sz="1725" kern="0" spc="-25" baseline="2773" noProof="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3</a:t>
            </a:r>
            <a:r>
              <a:rPr lang="en-US" altLang="zh-CN" sz="1725" kern="0" spc="0" baseline="2773" noProof="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.</a:t>
            </a:r>
          </a:p>
        </p:txBody>
      </p:sp>
      <p:pic>
        <p:nvPicPr>
          <p:cNvPr id="7" name="14AD314C-9F4B-4F5A-064B-94D0A65AA4C9"/>
          <p:cNvPicPr>
            <a:picLocks noChangeAspect="1"/>
          </p:cNvPicPr>
          <p:nvPr/>
        </p:nvPicPr>
        <p:blipFill>
          <a:blip r:embed="rId4" cstate="print">
            <a:extLst>
              <a:ext uri="{E9F0A920-63EF-4668-ADF0-42A5E9F86DB9}"/>
            </a:extLst>
          </a:blip>
          <a:srcRect/>
          <a:stretch>
            <a:fillRect/>
          </a:stretch>
        </p:blipFill>
        <p:spPr>
          <a:xfrm>
            <a:off x="2229066" y="1815224"/>
            <a:ext cx="104775" cy="114300"/>
          </a:xfrm>
          <a:prstGeom prst="rect">
            <a:avLst/>
          </a:prstGeom>
        </p:spPr>
      </p:pic>
      <p:sp>
        <p:nvSpPr>
          <p:cNvPr id="8" name="TextBox8"/>
          <p:cNvSpPr txBox="1"/>
          <p:nvPr/>
        </p:nvSpPr>
        <p:spPr>
          <a:xfrm>
            <a:off x="2489226" y="1761515"/>
            <a:ext cx="114300" cy="204978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114300" marR="0" indent="-114300" eaLnBrk="0" lvl="0">
              <a:lnSpc>
                <a:spcPct val="117028"/>
              </a:lnSpc>
              <a:buAutoNum type="arabicPeriod" startAt="4"/>
            </a:pPr>
            <a:r>
              <a:rPr baseline="0" lang="en-US" altLang="zh-CN" sz="1150" kern="0" spc="0" noProof="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</a:p>
        </p:txBody>
      </p:sp>
      <p:pic>
        <p:nvPicPr>
          <p:cNvPr id="9" name="54AD20FC-1747-4923-7986-45D25653E42C"/>
          <p:cNvPicPr>
            <a:picLocks noChangeAspect="1"/>
          </p:cNvPicPr>
          <p:nvPr/>
        </p:nvPicPr>
        <p:blipFill>
          <a:blip r:embed="rId5" cstate="print">
            <a:extLst>
              <a:ext uri="{656F1C17-6F0D-4537-A305-5A0674E9293C}"/>
            </a:extLst>
          </a:blip>
          <a:srcRect/>
          <a:stretch>
            <a:fillRect/>
          </a:stretch>
        </p:blipFill>
        <p:spPr>
          <a:xfrm>
            <a:off x="2690559" y="1814082"/>
            <a:ext cx="104775" cy="114300"/>
          </a:xfrm>
          <a:prstGeom prst="rect">
            <a:avLst/>
          </a:prstGeom>
        </p:spPr>
      </p:pic>
      <p:sp>
        <p:nvSpPr>
          <p:cNvPr id="10" name="TextBox10"/>
          <p:cNvSpPr txBox="1"/>
          <p:nvPr/>
        </p:nvSpPr>
        <p:spPr>
          <a:xfrm>
            <a:off x="2934919" y="1759064"/>
            <a:ext cx="114300" cy="204978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114300" marR="0" indent="-114300" eaLnBrk="0" lvl="0">
              <a:lnSpc>
                <a:spcPct val="117028"/>
              </a:lnSpc>
              <a:buAutoNum type="arabicPeriod" startAt="5"/>
            </a:pPr>
            <a:r>
              <a:rPr baseline="0" lang="en-US" altLang="zh-CN" sz="1150" kern="0" spc="0" noProof="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</a:p>
        </p:txBody>
      </p:sp>
      <p:pic>
        <p:nvPicPr>
          <p:cNvPr id="11" name="BA01D44F-DC26-4AB3-0F6F-BB11EFF26B56"/>
          <p:cNvPicPr>
            <a:picLocks noChangeAspect="1"/>
          </p:cNvPicPr>
          <p:nvPr/>
        </p:nvPicPr>
        <p:blipFill>
          <a:blip r:embed="rId6" cstate="print">
            <a:extLst>
              <a:ext uri="{2600C9D3-108D-49F2-1079-D9ED565B9FB5}"/>
            </a:extLst>
          </a:blip>
          <a:srcRect/>
          <a:stretch>
            <a:fillRect/>
          </a:stretch>
        </p:blipFill>
        <p:spPr>
          <a:xfrm>
            <a:off x="3125203" y="1811643"/>
            <a:ext cx="95250" cy="114300"/>
          </a:xfrm>
          <a:prstGeom prst="rect">
            <a:avLst/>
          </a:prstGeom>
        </p:spPr>
      </p:pic>
      <p:sp>
        <p:nvSpPr>
          <p:cNvPr id="12" name="TextBox12"/>
          <p:cNvSpPr txBox="1"/>
          <p:nvPr/>
        </p:nvSpPr>
        <p:spPr>
          <a:xfrm>
            <a:off x="3413633" y="1756435"/>
            <a:ext cx="300393" cy="204978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185941" marR="0" indent="-185941" eaLnBrk="0" lvl="0">
              <a:lnSpc>
                <a:spcPct val="117028"/>
              </a:lnSpc>
              <a:buAutoNum type="arabicPeriod" startAt="6"/>
            </a:pPr>
            <a:r>
              <a:rPr lang="en-US" altLang="zh-CN" sz="1150" i="1" kern="0" spc="-15" baseline="0" noProof="0" dirty="0" smtClean="0">
                <a:solidFill>
                  <a:srgbClr val="0000FF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D</a:t>
            </a:r>
          </a:p>
        </p:txBody>
      </p:sp>
      <p:pic>
        <p:nvPicPr>
          <p:cNvPr id="13" name="E4AC9235-FFFC-45D2-967A-A5BFF6CA5862"/>
          <p:cNvPicPr>
            <a:picLocks noChangeAspect="1"/>
          </p:cNvPicPr>
          <p:nvPr/>
        </p:nvPicPr>
        <p:blipFill>
          <a:blip r:embed="rId7" cstate="print">
            <a:extLst>
              <a:ext uri="{74BB71BC-75FA-4298-E248-91573BD8B26C}"/>
            </a:extLst>
          </a:blip>
          <a:srcRect/>
          <a:stretch>
            <a:fillRect/>
          </a:stretch>
        </p:blipFill>
        <p:spPr>
          <a:xfrm>
            <a:off x="3844836" y="1780540"/>
            <a:ext cx="304800" cy="161925"/>
          </a:xfrm>
          <a:prstGeom prst="rect">
            <a:avLst/>
          </a:prstGeom>
        </p:spPr>
      </p:pic>
      <p:sp>
        <p:nvSpPr>
          <p:cNvPr id="14" name="TextBox14"/>
          <p:cNvSpPr txBox="1"/>
          <p:nvPr/>
        </p:nvSpPr>
        <p:spPr>
          <a:xfrm>
            <a:off x="4274020" y="1773517"/>
            <a:ext cx="152400" cy="152247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152400" marR="0" indent="-152400" eaLnBrk="0" lvl="0">
              <a:lnSpc>
                <a:spcPct val="86956"/>
              </a:lnSpc>
              <a:buAutoNum type="arabicPeriod" startAt="8"/>
            </a:pPr>
            <a:r>
              <a:rPr baseline="0" lang="en-US" altLang="zh-CN" sz="1150" kern="0" spc="0" noProof="0" dirty="0" smtClean="0">
                <a:latin typeface="SimSun" pitchFamily="2" charset="0"/>
                <a:ea typeface="SimSun" pitchFamily="2" charset="0"/>
                <a:cs typeface="SimSun" pitchFamily="2" charset="0"/>
              </a:rPr>
              <a:t> </a:t>
            </a:r>
          </a:p>
        </p:txBody>
      </p:sp>
      <p:pic>
        <p:nvPicPr>
          <p:cNvPr id="15" name="624282BC-A815-483C-7876-2CF972127BB3"/>
          <p:cNvPicPr>
            <a:picLocks noChangeAspect="1"/>
          </p:cNvPicPr>
          <p:nvPr/>
        </p:nvPicPr>
        <p:blipFill>
          <a:blip r:embed="rId8" cstate="print">
            <a:extLst>
              <a:ext uri="{A440403E-F651-46FE-D378-9978260D1C19}"/>
            </a:extLst>
          </a:blip>
          <a:srcRect/>
          <a:stretch>
            <a:fillRect/>
          </a:stretch>
        </p:blipFill>
        <p:spPr>
          <a:xfrm>
            <a:off x="4514457" y="1788884"/>
            <a:ext cx="104775" cy="114300"/>
          </a:xfrm>
          <a:prstGeom prst="rect">
            <a:avLst/>
          </a:prstGeom>
        </p:spPr>
      </p:pic>
      <p:sp>
        <p:nvSpPr>
          <p:cNvPr id="16" name="TextBox16"/>
          <p:cNvSpPr txBox="1"/>
          <p:nvPr/>
        </p:nvSpPr>
        <p:spPr>
          <a:xfrm>
            <a:off x="4752734" y="1745234"/>
            <a:ext cx="114300" cy="204978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114300" marR="0" indent="-114300" eaLnBrk="0" lvl="0">
              <a:lnSpc>
                <a:spcPct val="117028"/>
              </a:lnSpc>
              <a:buAutoNum type="arabicPeriod" startAt="9"/>
            </a:pPr>
            <a:r>
              <a:rPr baseline="0" lang="en-US" altLang="zh-CN" sz="1150" kern="0" spc="0" noProof="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</a:p>
        </p:txBody>
      </p:sp>
      <p:pic>
        <p:nvPicPr>
          <p:cNvPr id="17" name="2F61A4BE-5EB5-43BB-CFE8-5F4C53C28862"/>
          <p:cNvPicPr>
            <a:picLocks noChangeAspect="1"/>
          </p:cNvPicPr>
          <p:nvPr/>
        </p:nvPicPr>
        <p:blipFill>
          <a:blip r:embed="rId9" cstate="print">
            <a:extLst>
              <a:ext uri="{6372027C-D3F0-4D25-D0E5-4040DC6BAC2E}"/>
            </a:extLst>
          </a:blip>
          <a:srcRect/>
          <a:stretch>
            <a:fillRect/>
          </a:stretch>
        </p:blipFill>
        <p:spPr>
          <a:xfrm>
            <a:off x="4939043" y="1797812"/>
            <a:ext cx="104775" cy="114300"/>
          </a:xfrm>
          <a:prstGeom prst="rect">
            <a:avLst/>
          </a:prstGeom>
        </p:spPr>
      </p:pic>
      <p:sp>
        <p:nvSpPr>
          <p:cNvPr id="18" name="TextBox18"/>
          <p:cNvSpPr txBox="1"/>
          <p:nvPr/>
        </p:nvSpPr>
        <p:spPr>
          <a:xfrm>
            <a:off x="5148910" y="1747139"/>
            <a:ext cx="190500" cy="204978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190500" marR="0" indent="-190500" eaLnBrk="0" lvl="0">
              <a:lnSpc>
                <a:spcPct val="117028"/>
              </a:lnSpc>
              <a:buAutoNum type="arabicPeriod" startAt="10"/>
            </a:pPr>
            <a:r>
              <a:rPr baseline="0" lang="en-US" altLang="zh-CN" sz="1150" kern="0" spc="0" noProof="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</a:p>
        </p:txBody>
      </p:sp>
      <p:pic>
        <p:nvPicPr>
          <p:cNvPr id="19" name="3DEA159D-4487-4B95-73C2-4EE175DD923F"/>
          <p:cNvPicPr>
            <a:picLocks noChangeAspect="1"/>
          </p:cNvPicPr>
          <p:nvPr/>
        </p:nvPicPr>
        <p:blipFill>
          <a:blip r:embed="rId10" cstate="print">
            <a:extLst>
              <a:ext uri="{C317F1A0-D3D9-4455-D2D8-6FE42900A722}"/>
            </a:extLst>
          </a:blip>
          <a:srcRect/>
          <a:stretch>
            <a:fillRect/>
          </a:stretch>
        </p:blipFill>
        <p:spPr>
          <a:xfrm>
            <a:off x="5405959" y="1799704"/>
            <a:ext cx="114300" cy="114300"/>
          </a:xfrm>
          <a:prstGeom prst="rect">
            <a:avLst/>
          </a:prstGeom>
        </p:spPr>
      </p:pic>
      <p:sp>
        <p:nvSpPr>
          <p:cNvPr id="20" name="TextBox20"/>
          <p:cNvSpPr txBox="1"/>
          <p:nvPr/>
        </p:nvSpPr>
        <p:spPr>
          <a:xfrm>
            <a:off x="5627612" y="1741208"/>
            <a:ext cx="184404" cy="204978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184404" marR="0" indent="-184404" eaLnBrk="0" lvl="0">
              <a:lnSpc>
                <a:spcPct val="117028"/>
              </a:lnSpc>
              <a:buAutoNum type="arabicPeriod" startAt="11"/>
            </a:pPr>
            <a:r>
              <a:rPr baseline="0" lang="en-US" altLang="zh-CN" sz="1150" kern="0" spc="0" noProof="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</a:p>
        </p:txBody>
      </p:sp>
      <p:pic>
        <p:nvPicPr>
          <p:cNvPr id="21" name="7749A32E-7DEC-4829-73C5-1007D1B3BF5E"/>
          <p:cNvPicPr>
            <a:picLocks noChangeAspect="1"/>
          </p:cNvPicPr>
          <p:nvPr/>
        </p:nvPicPr>
        <p:blipFill>
          <a:blip r:embed="rId11" cstate="print">
            <a:extLst>
              <a:ext uri="{F1357C86-20D5-4267-A67B-19335E59D4B0}"/>
            </a:extLst>
          </a:blip>
          <a:srcRect/>
          <a:stretch>
            <a:fillRect/>
          </a:stretch>
        </p:blipFill>
        <p:spPr>
          <a:xfrm>
            <a:off x="5881777" y="1802041"/>
            <a:ext cx="114300" cy="114300"/>
          </a:xfrm>
          <a:prstGeom prst="rect">
            <a:avLst/>
          </a:prstGeom>
        </p:spPr>
      </p:pic>
      <p:pic>
        <p:nvPicPr>
          <p:cNvPr id="22" name="D9D694CA-E26C-43D5-1AAA-E7F33D6D1783"/>
          <p:cNvPicPr>
            <a:picLocks noChangeAspect="1"/>
          </p:cNvPicPr>
          <p:nvPr/>
        </p:nvPicPr>
        <p:blipFill>
          <a:blip r:embed="rId12" cstate="print">
            <a:extLst>
              <a:ext uri="{CB130125-455D-425D-FEE7-59E39B72D6DD}"/>
            </a:extLst>
          </a:blip>
          <a:srcRect/>
          <a:stretch>
            <a:fillRect/>
          </a:stretch>
        </p:blipFill>
        <p:spPr>
          <a:xfrm>
            <a:off x="1100646" y="2676958"/>
            <a:ext cx="419100" cy="161925"/>
          </a:xfrm>
          <a:prstGeom prst="rect">
            <a:avLst/>
          </a:prstGeom>
        </p:spPr>
      </p:pic>
      <p:sp>
        <p:nvSpPr>
          <p:cNvPr id="23" name="TextBox23"/>
          <p:cNvSpPr txBox="1"/>
          <p:nvPr/>
        </p:nvSpPr>
        <p:spPr>
          <a:xfrm>
            <a:off x="1100646" y="2148905"/>
            <a:ext cx="674065" cy="658519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2536"/>
              </a:lnSpc>
            </a:pPr>
            <a:r>
              <a:rPr lang="en-US" altLang="zh-CN" sz="1150" kern="0" spc="0" baseline="0" b="1" noProof="0" dirty="0" smtClean="0">
                <a:solidFill>
                  <a:srgbClr val="000000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二、</a:t>
            </a:r>
            <a:r>
              <a:rPr lang="en-US" altLang="zh-CN" sz="1150" kern="0" spc="0" baseline="0" b="1" noProof="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(8</a:t>
            </a:r>
            <a:r>
              <a:rPr baseline="0" lang="en-US" altLang="zh-CN" sz="1150" kern="0" spc="-15" b="1" noProof="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150" kern="0" spc="0" baseline="0" b="1" noProof="0" dirty="0" smtClean="0">
                <a:solidFill>
                  <a:srgbClr val="000000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分</a:t>
            </a:r>
            <a:r>
              <a:rPr lang="en-US" altLang="zh-CN" sz="1150" kern="0" spc="0" baseline="0" b="1" noProof="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)</a:t>
            </a:r>
          </a:p>
          <a:p>
            <a:pPr marL="0" marR="0" indent="0" eaLnBrk="0">
              <a:lnSpc>
                <a:spcPct val="100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45833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519684" marR="0" indent="0" eaLnBrk="0">
              <a:lnSpc>
                <a:spcPct val="59420"/>
              </a:lnSpc>
            </a:pPr>
            <a:r>
              <a:rPr lang="en-US" altLang="zh-CN" sz="1725" kern="0" spc="-25" baseline="-17664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=</a:t>
            </a:r>
          </a:p>
        </p:txBody>
      </p:sp>
      <p:pic>
        <p:nvPicPr>
          <p:cNvPr id="24" name="645F4D2F-3E3B-4420-8AF9-CC662934DABB"/>
          <p:cNvPicPr>
            <a:picLocks noChangeAspect="1"/>
          </p:cNvPicPr>
          <p:nvPr/>
        </p:nvPicPr>
        <p:blipFill>
          <a:blip r:embed="rId13" cstate="print">
            <a:extLst>
              <a:ext uri="{4C160E17-B303-4DEF-CCF6-615961FC4CB0}"/>
            </a:extLst>
          </a:blip>
          <a:srcRect/>
          <a:stretch>
            <a:fillRect/>
          </a:stretch>
        </p:blipFill>
        <p:spPr>
          <a:xfrm>
            <a:off x="1510602" y="2763755"/>
            <a:ext cx="76200" cy="85725"/>
          </a:xfrm>
          <a:prstGeom prst="rect">
            <a:avLst/>
          </a:prstGeom>
        </p:spPr>
      </p:pic>
      <p:sp>
        <p:nvSpPr>
          <p:cNvPr id="25" name="VectorPath 25"/>
          <p:cNvSpPr/>
          <p:nvPr/>
        </p:nvSpPr>
        <p:spPr>
          <a:xfrm>
            <a:off x="1795463" y="2369745"/>
            <a:ext cx="15875" cy="786638"/>
          </a:xfrm>
          <a:custGeom>
            <a:rect l="l" t="t" r="r" b="b"/>
            <a:pathLst>
              <a:path w="15875" h="786638">
                <a:moveTo>
                  <a:pt x="0" y="650875"/>
                </a:moveTo>
                <a:lnTo>
                  <a:pt x="0" y="0"/>
                </a:lnTo>
                <a:lnTo>
                  <a:pt x="15875" y="0"/>
                </a:lnTo>
                <a:lnTo>
                  <a:pt x="15875" y="786638"/>
                </a:lnTo>
                <a:lnTo>
                  <a:pt x="0" y="786638"/>
                </a:lnTo>
                <a:lnTo>
                  <a:pt x="0" y="650875"/>
                </a:lnTo>
              </a:path>
            </a:pathLst>
          </a:custGeom>
          <a:solidFill>
            <a:srgbClr val="0000FF">
              <a:alpha val="100000"/>
            </a:srgbClr>
          </a:solidFill>
        </p:spPr>
      </p:sp>
      <p:pic>
        <p:nvPicPr>
          <p:cNvPr id="26" name="0E467A46-9CB6-4B15-A4B4-46F7A7153FF5"/>
          <p:cNvPicPr>
            <a:picLocks noChangeAspect="1"/>
          </p:cNvPicPr>
          <p:nvPr/>
        </p:nvPicPr>
        <p:blipFill>
          <a:blip r:embed="rId14" cstate="print">
            <a:extLst>
              <a:ext uri="{2F528DE7-7885-4A58-6E90-7926E09F65C1}"/>
            </a:extLst>
          </a:blip>
          <a:srcRect/>
          <a:stretch>
            <a:fillRect/>
          </a:stretch>
        </p:blipFill>
        <p:spPr>
          <a:xfrm>
            <a:off x="1829118" y="3049575"/>
            <a:ext cx="95250" cy="114300"/>
          </a:xfrm>
          <a:prstGeom prst="rect">
            <a:avLst/>
          </a:prstGeom>
        </p:spPr>
      </p:pic>
      <p:sp>
        <p:nvSpPr>
          <p:cNvPr id="27" name="TextBox27"/>
          <p:cNvSpPr txBox="1"/>
          <p:nvPr/>
        </p:nvSpPr>
        <p:spPr>
          <a:xfrm>
            <a:off x="1829118" y="2329115"/>
            <a:ext cx="326593" cy="825768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4572" marR="0" indent="0" eaLnBrk="0">
              <a:lnSpc>
                <a:spcPct val="101811"/>
              </a:lnSpc>
              <a:spcAft>
                <a:spcPts val="24"/>
              </a:spcAft>
            </a:pPr>
            <a:r>
              <a:rPr lang="en-US" altLang="zh-CN" sz="1150" kern="0" spc="5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1</a:t>
            </a:r>
            <a:r>
              <a:rPr baseline="0" lang="en-US" altLang="zh-CN" sz="1150" kern="0" spc="95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150" kern="0" spc="-15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2</a:t>
            </a:r>
          </a:p>
          <a:p>
            <a:pPr marL="4572" marR="0" indent="0" eaLnBrk="0">
              <a:lnSpc>
                <a:spcPct val="102536"/>
              </a:lnSpc>
              <a:spcAft>
                <a:spcPts val="333"/>
              </a:spcAft>
            </a:pPr>
            <a:r>
              <a:rPr lang="en-US" altLang="zh-CN" sz="1150" kern="0" spc="5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2</a:t>
            </a:r>
            <a:r>
              <a:rPr baseline="0" lang="en-US" altLang="zh-CN" sz="1150" kern="0" spc="95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150" kern="0" spc="-15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2</a:t>
            </a:r>
          </a:p>
          <a:p>
            <a:pPr marL="0" marR="0" indent="0" eaLnBrk="0">
              <a:lnSpc>
                <a:spcPct val="89550"/>
              </a:lnSpc>
            </a:pPr>
            <a:r>
              <a:rPr baseline="0" lang="en-US" altLang="zh-CN" sz="10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br>
              <a:rPr lang="en-US" altLang="zh-CN" dirty="0" smtClean="0" sz="1050" kern="0">
                <a:latin typeface="Arial" pitchFamily="34" charset="0"/>
                <a:ea typeface="Arial" pitchFamily="34" charset="0"/>
                <a:cs typeface="Arial" pitchFamily="34" charset="0"/>
              </a:rPr>
            </a:br>
            <a:r>
              <a:rPr baseline="0" lang="en-US" altLang="zh-CN" sz="10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br>
              <a:rPr lang="en-US" altLang="zh-CN" dirty="0" smtClean="0" sz="1050" kern="0">
                <a:latin typeface="Arial" pitchFamily="34" charset="0"/>
                <a:ea typeface="Arial" pitchFamily="34" charset="0"/>
                <a:cs typeface="Arial" pitchFamily="34" charset="0"/>
              </a:rPr>
            </a:br>
            <a:r>
              <a:rPr baseline="0" lang="en-US" altLang="zh-CN" sz="10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</a:p>
        </p:txBody>
      </p:sp>
      <p:sp>
        <p:nvSpPr>
          <p:cNvPr id="28" name="TextBox28"/>
          <p:cNvSpPr txBox="1"/>
          <p:nvPr/>
        </p:nvSpPr>
        <p:spPr>
          <a:xfrm>
            <a:off x="1833690" y="2687256"/>
            <a:ext cx="320497" cy="321469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 algn="just">
              <a:lnSpc>
                <a:spcPct val="91666"/>
              </a:lnSpc>
            </a:pPr>
            <a:r>
              <a:rPr lang="en-US" altLang="zh-CN" sz="1150" kern="0" spc="5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3</a:t>
            </a:r>
            <a:r>
              <a:rPr baseline="0" lang="en-US" altLang="zh-CN" sz="1150" kern="0" spc="95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150" kern="0" spc="15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3</a:t>
            </a:r>
            <a:r>
              <a:rPr baseline="0" lang="en-US" altLang="zh-CN" sz="1150" kern="0" spc="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br>
              <a:rPr lang="en-US" altLang="zh-CN" dirty="0" smtClean="0" sz="1150" kern="0">
                <a:latin typeface="Cambria Math" pitchFamily="18" charset="0"/>
                <a:ea typeface="Cambria Math" pitchFamily="18" charset="0"/>
                <a:cs typeface="Cambria Math" pitchFamily="18" charset="0"/>
              </a:rPr>
            </a:br>
            <a:r>
              <a:rPr lang="en-US" altLang="zh-CN" sz="1150" kern="0" spc="0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⋮</a:t>
            </a:r>
            <a:r>
              <a:rPr baseline="0" lang="en-US" altLang="zh-CN" sz="1150" kern="0" spc="-6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150" kern="0" spc="0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⋮</a:t>
            </a:r>
          </a:p>
        </p:txBody>
      </p:sp>
      <p:pic>
        <p:nvPicPr>
          <p:cNvPr id="29" name="42DCC37D-554C-44BD-3498-74F3D118076A"/>
          <p:cNvPicPr>
            <a:picLocks noChangeAspect="1"/>
          </p:cNvPicPr>
          <p:nvPr/>
        </p:nvPicPr>
        <p:blipFill>
          <a:blip r:embed="rId15" cstate="print">
            <a:extLst>
              <a:ext uri="{45EC1FD6-CA30-46F5-A833-EC7D5C9A55E2}"/>
            </a:extLst>
          </a:blip>
          <a:srcRect/>
          <a:stretch>
            <a:fillRect/>
          </a:stretch>
        </p:blipFill>
        <p:spPr>
          <a:xfrm>
            <a:off x="2068386" y="3049575"/>
            <a:ext cx="95250" cy="114300"/>
          </a:xfrm>
          <a:prstGeom prst="rect">
            <a:avLst/>
          </a:prstGeom>
        </p:spPr>
      </p:pic>
      <p:pic>
        <p:nvPicPr>
          <p:cNvPr id="30" name="C62F5D6A-1312-40D9-E673-18D767DAE57C"/>
          <p:cNvPicPr>
            <a:picLocks noChangeAspect="1"/>
          </p:cNvPicPr>
          <p:nvPr/>
        </p:nvPicPr>
        <p:blipFill>
          <a:blip r:embed="rId16" cstate="print">
            <a:extLst>
              <a:ext uri="{9A0A8A23-9506-4704-94F7-AC6C65D476BF}"/>
            </a:extLst>
          </a:blip>
          <a:srcRect/>
          <a:stretch>
            <a:fillRect/>
          </a:stretch>
        </p:blipFill>
        <p:spPr>
          <a:xfrm>
            <a:off x="2831910" y="2351595"/>
            <a:ext cx="95250" cy="114300"/>
          </a:xfrm>
          <a:prstGeom prst="rect">
            <a:avLst/>
          </a:prstGeom>
        </p:spPr>
      </p:pic>
      <p:sp>
        <p:nvSpPr>
          <p:cNvPr id="31" name="TextBox31"/>
          <p:cNvSpPr txBox="1"/>
          <p:nvPr/>
        </p:nvSpPr>
        <p:spPr>
          <a:xfrm>
            <a:off x="2306130" y="2351595"/>
            <a:ext cx="374294" cy="298856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61148"/>
              </a:lnSpc>
              <a:spcAft>
                <a:spcPts val="454"/>
              </a:spcAft>
            </a:pPr>
            <a:r>
              <a:rPr lang="en-US" altLang="zh-CN" sz="1725" kern="0" spc="5" baseline="-23795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3</a:t>
            </a:r>
            <a:r>
              <a:rPr baseline="-23795" lang="en-US" altLang="zh-CN" sz="1725" kern="0" spc="151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725" kern="0" spc="-25" baseline="-16544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⋯</a:t>
            </a:r>
          </a:p>
          <a:p>
            <a:pPr marL="0" marR="0" indent="0" eaLnBrk="0">
              <a:lnSpc>
                <a:spcPct val="64189"/>
              </a:lnSpc>
            </a:pPr>
            <a:r>
              <a:rPr lang="en-US" altLang="zh-CN" sz="1725" kern="0" spc="5" baseline="-20754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3</a:t>
            </a:r>
            <a:r>
              <a:rPr baseline="-20754" lang="en-US" altLang="zh-CN" sz="1725" kern="0" spc="151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725" kern="0" spc="-25" baseline="-13504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⋯</a:t>
            </a:r>
          </a:p>
        </p:txBody>
      </p:sp>
      <p:pic>
        <p:nvPicPr>
          <p:cNvPr id="32" name="CE93F1FD-3979-4401-457C-151B813A0944"/>
          <p:cNvPicPr>
            <a:picLocks noChangeAspect="1"/>
          </p:cNvPicPr>
          <p:nvPr/>
        </p:nvPicPr>
        <p:blipFill>
          <a:blip r:embed="rId17" cstate="print">
            <a:extLst>
              <a:ext uri="{F990CCFE-D0D8-4D33-7507-8830918F134A}"/>
            </a:extLst>
          </a:blip>
          <a:srcRect/>
          <a:stretch>
            <a:fillRect/>
          </a:stretch>
        </p:blipFill>
        <p:spPr>
          <a:xfrm>
            <a:off x="2831910" y="2529903"/>
            <a:ext cx="95250" cy="114300"/>
          </a:xfrm>
          <a:prstGeom prst="rect">
            <a:avLst/>
          </a:prstGeom>
        </p:spPr>
      </p:pic>
      <p:sp>
        <p:nvSpPr>
          <p:cNvPr id="33" name="TextBox33"/>
          <p:cNvSpPr txBox="1"/>
          <p:nvPr/>
        </p:nvSpPr>
        <p:spPr>
          <a:xfrm>
            <a:off x="2306130" y="2724976"/>
            <a:ext cx="88836" cy="429908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84203"/>
              </a:lnSpc>
            </a:pPr>
            <a:r>
              <a:rPr lang="en-US" altLang="zh-CN" sz="1150" kern="0" spc="40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3</a:t>
            </a:r>
            <a:r>
              <a:rPr baseline="0" lang="en-US" altLang="zh-CN" sz="1150" kern="0" spc="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br>
              <a:rPr lang="en-US" altLang="zh-CN" dirty="0" smtClean="0" sz="1150" kern="0">
                <a:latin typeface="Cambria Math" pitchFamily="18" charset="0"/>
                <a:ea typeface="Cambria Math" pitchFamily="18" charset="0"/>
                <a:cs typeface="Cambria Math" pitchFamily="18" charset="0"/>
              </a:rPr>
            </a:br>
            <a:r>
              <a:rPr lang="en-US" altLang="zh-CN" sz="1150" kern="0" spc="315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⋮</a:t>
            </a:r>
            <a:r>
              <a:rPr baseline="0" lang="en-US" altLang="zh-CN" sz="1150" kern="0" spc="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br>
              <a:rPr lang="en-US" altLang="zh-CN" dirty="0" smtClean="0" sz="1150" kern="0">
                <a:latin typeface="Cambria Math" pitchFamily="18" charset="0"/>
                <a:ea typeface="Cambria Math" pitchFamily="18" charset="0"/>
                <a:cs typeface="Cambria Math" pitchFamily="18" charset="0"/>
              </a:rPr>
            </a:br>
            <a:r>
              <a:rPr baseline="0" lang="en-US" altLang="zh-CN" sz="10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</a:p>
        </p:txBody>
      </p:sp>
      <p:pic>
        <p:nvPicPr>
          <p:cNvPr id="34" name="64DAF0CF-C154-4D2C-97C3-4EEEA56F7C86"/>
          <p:cNvPicPr>
            <a:picLocks noChangeAspect="1"/>
          </p:cNvPicPr>
          <p:nvPr/>
        </p:nvPicPr>
        <p:blipFill>
          <a:blip r:embed="rId18" cstate="print">
            <a:extLst>
              <a:ext uri="{31B09551-B724-49DA-FB86-18C31E298B25}"/>
            </a:extLst>
          </a:blip>
          <a:srcRect/>
          <a:stretch>
            <a:fillRect/>
          </a:stretch>
        </p:blipFill>
        <p:spPr>
          <a:xfrm>
            <a:off x="2307641" y="3049575"/>
            <a:ext cx="95250" cy="114300"/>
          </a:xfrm>
          <a:prstGeom prst="rect">
            <a:avLst/>
          </a:prstGeom>
        </p:spPr>
      </p:pic>
      <p:pic>
        <p:nvPicPr>
          <p:cNvPr id="35" name="F59C2A50-7ACA-4E50-ECB5-668508D33266"/>
          <p:cNvPicPr>
            <a:picLocks noChangeAspect="1"/>
          </p:cNvPicPr>
          <p:nvPr/>
        </p:nvPicPr>
        <p:blipFill>
          <a:blip r:embed="rId19" cstate="print">
            <a:extLst>
              <a:ext uri="{3F658BFF-4773-493F-D7BB-15631B3FF995}"/>
            </a:extLst>
          </a:blip>
          <a:srcRect/>
          <a:stretch>
            <a:fillRect/>
          </a:stretch>
        </p:blipFill>
        <p:spPr>
          <a:xfrm>
            <a:off x="2831910" y="2709736"/>
            <a:ext cx="95250" cy="123825"/>
          </a:xfrm>
          <a:prstGeom prst="rect">
            <a:avLst/>
          </a:prstGeom>
        </p:spPr>
      </p:pic>
      <p:sp>
        <p:nvSpPr>
          <p:cNvPr id="36" name="TextBox36"/>
          <p:cNvSpPr txBox="1"/>
          <p:nvPr/>
        </p:nvSpPr>
        <p:spPr>
          <a:xfrm>
            <a:off x="2549970" y="2709736"/>
            <a:ext cx="350520" cy="445148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84661"/>
              </a:lnSpc>
            </a:pPr>
            <a:r>
              <a:rPr lang="en-US" altLang="zh-CN" sz="1725" kern="0" spc="2625" baseline="6969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⋯</a:t>
            </a:r>
            <a:r>
              <a:rPr baseline="6969" lang="en-US" altLang="zh-CN" sz="1725" kern="0" spc="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br>
              <a:rPr lang="en-US" altLang="zh-CN" dirty="0" smtClean="0" sz="1725" kern="0" baseline="6969">
                <a:latin typeface="Cambria Math" pitchFamily="18" charset="0"/>
                <a:ea typeface="Cambria Math" pitchFamily="18" charset="0"/>
                <a:cs typeface="Cambria Math" pitchFamily="18" charset="0"/>
              </a:rPr>
            </a:br>
            <a:r>
              <a:rPr lang="en-US" altLang="zh-CN" sz="1725" kern="0" spc="3560" baseline="-594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⋮</a:t>
            </a:r>
            <a:r>
              <a:rPr baseline="-594" lang="en-US" altLang="zh-CN" sz="1725" kern="0" spc="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br>
              <a:rPr lang="en-US" altLang="zh-CN" dirty="0" smtClean="0" sz="1725" kern="0" baseline="-594">
                <a:latin typeface="Cambria Math" pitchFamily="18" charset="0"/>
                <a:ea typeface="Cambria Math" pitchFamily="18" charset="0"/>
                <a:cs typeface="Cambria Math" pitchFamily="18" charset="0"/>
              </a:rPr>
            </a:br>
            <a:r>
              <a:rPr lang="en-US" altLang="zh-CN" sz="1725" kern="0" spc="-25" baseline="-1772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⋯</a:t>
            </a:r>
          </a:p>
        </p:txBody>
      </p:sp>
      <p:pic>
        <p:nvPicPr>
          <p:cNvPr id="37" name="DDF89F4C-287A-41C2-D840-03CAD5D4CA30"/>
          <p:cNvPicPr>
            <a:picLocks noChangeAspect="1"/>
          </p:cNvPicPr>
          <p:nvPr/>
        </p:nvPicPr>
        <p:blipFill>
          <a:blip r:embed="rId20" cstate="print">
            <a:extLst>
              <a:ext uri="{B7D25C3B-8CBC-4A33-5B01-12DD86AACC15}"/>
            </a:extLst>
          </a:blip>
          <a:srcRect/>
          <a:stretch>
            <a:fillRect/>
          </a:stretch>
        </p:blipFill>
        <p:spPr>
          <a:xfrm>
            <a:off x="2833421" y="3049575"/>
            <a:ext cx="95250" cy="114300"/>
          </a:xfrm>
          <a:prstGeom prst="rect">
            <a:avLst/>
          </a:prstGeom>
        </p:spPr>
      </p:pic>
      <p:sp>
        <p:nvSpPr>
          <p:cNvPr id="38" name="VectorPath 38"/>
          <p:cNvSpPr/>
          <p:nvPr/>
        </p:nvSpPr>
        <p:spPr>
          <a:xfrm>
            <a:off x="2939555" y="2369745"/>
            <a:ext cx="15875" cy="786638"/>
          </a:xfrm>
          <a:custGeom>
            <a:rect l="l" t="t" r="r" b="b"/>
            <a:pathLst>
              <a:path w="15875" h="786638">
                <a:moveTo>
                  <a:pt x="0" y="650875"/>
                </a:moveTo>
                <a:lnTo>
                  <a:pt x="0" y="0"/>
                </a:lnTo>
                <a:lnTo>
                  <a:pt x="15875" y="0"/>
                </a:lnTo>
                <a:lnTo>
                  <a:pt x="15875" y="786638"/>
                </a:lnTo>
                <a:lnTo>
                  <a:pt x="0" y="786638"/>
                </a:lnTo>
                <a:lnTo>
                  <a:pt x="0" y="650875"/>
                </a:lnTo>
              </a:path>
            </a:pathLst>
          </a:custGeom>
          <a:solidFill>
            <a:srgbClr val="0000FF">
              <a:alpha val="100000"/>
            </a:srgbClr>
          </a:solidFill>
        </p:spPr>
      </p:sp>
      <p:sp>
        <p:nvSpPr>
          <p:cNvPr id="39" name="TextBox39"/>
          <p:cNvSpPr txBox="1"/>
          <p:nvPr/>
        </p:nvSpPr>
        <p:spPr>
          <a:xfrm>
            <a:off x="3016301" y="2664395"/>
            <a:ext cx="113843" cy="175165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150" kern="0" spc="-15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=</a:t>
            </a:r>
          </a:p>
        </p:txBody>
      </p:sp>
      <p:sp>
        <p:nvSpPr>
          <p:cNvPr id="40" name="VectorPath 40"/>
          <p:cNvSpPr/>
          <p:nvPr/>
        </p:nvSpPr>
        <p:spPr>
          <a:xfrm>
            <a:off x="3191193" y="2290370"/>
            <a:ext cx="15875" cy="945642"/>
          </a:xfrm>
          <a:custGeom>
            <a:rect l="l" t="t" r="r" b="b"/>
            <a:pathLst>
              <a:path w="15875" h="945642">
                <a:moveTo>
                  <a:pt x="0" y="650875"/>
                </a:moveTo>
                <a:lnTo>
                  <a:pt x="0" y="0"/>
                </a:lnTo>
                <a:lnTo>
                  <a:pt x="15875" y="0"/>
                </a:lnTo>
                <a:lnTo>
                  <a:pt x="15875" y="945642"/>
                </a:lnTo>
                <a:lnTo>
                  <a:pt x="0" y="945642"/>
                </a:lnTo>
                <a:lnTo>
                  <a:pt x="0" y="650875"/>
                </a:lnTo>
              </a:path>
            </a:pathLst>
          </a:custGeom>
          <a:solidFill>
            <a:srgbClr val="0000FF">
              <a:alpha val="100000"/>
            </a:srgbClr>
          </a:solidFill>
        </p:spPr>
      </p:sp>
      <p:sp>
        <p:nvSpPr>
          <p:cNvPr id="41" name="TextBox41"/>
          <p:cNvSpPr txBox="1"/>
          <p:nvPr/>
        </p:nvSpPr>
        <p:spPr>
          <a:xfrm>
            <a:off x="3225102" y="2249855"/>
            <a:ext cx="354025" cy="981228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135636" marR="134112" indent="0" eaLnBrk="0" algn="just">
              <a:lnSpc>
                <a:spcPct val="99547"/>
              </a:lnSpc>
            </a:pPr>
            <a:r>
              <a:rPr lang="en-US" altLang="zh-CN" sz="1150" kern="0" spc="15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1</a:t>
            </a:r>
            <a:r>
              <a:rPr baseline="0" lang="en-US" altLang="zh-CN" sz="1150" kern="0" spc="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150" kern="0" spc="15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1</a:t>
            </a:r>
            <a:r>
              <a:rPr baseline="0" lang="en-US" altLang="zh-CN" sz="1150" kern="0" spc="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150" kern="0" spc="15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2</a:t>
            </a:r>
            <a:r>
              <a:rPr baseline="0" lang="en-US" altLang="zh-CN" sz="1150" kern="0" spc="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br>
              <a:rPr lang="en-US" altLang="zh-CN" dirty="0" smtClean="0" sz="1150" kern="0">
                <a:latin typeface="Cambria Math" pitchFamily="18" charset="0"/>
                <a:ea typeface="Cambria Math" pitchFamily="18" charset="0"/>
                <a:cs typeface="Cambria Math" pitchFamily="18" charset="0"/>
              </a:rPr>
            </a:br>
            <a:r>
              <a:rPr lang="en-US" altLang="zh-CN" sz="1150" kern="0" spc="-90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⋮</a:t>
            </a:r>
          </a:p>
          <a:p>
            <a:pPr marL="0" marR="0" indent="0" eaLnBrk="0">
              <a:lnSpc>
                <a:spcPct val="67083"/>
              </a:lnSpc>
              <a:spcAft>
                <a:spcPts val="574"/>
              </a:spcAft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69166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pic>
        <p:nvPicPr>
          <p:cNvPr id="42" name="28B5E19F-374C-4D3A-5580-5E90E9BE863D"/>
          <p:cNvPicPr>
            <a:picLocks noChangeAspect="1"/>
          </p:cNvPicPr>
          <p:nvPr/>
        </p:nvPicPr>
        <p:blipFill>
          <a:blip r:embed="rId21" cstate="print">
            <a:extLst>
              <a:ext uri="{3F66134F-D16F-45E2-AEB1-298210F098BE}"/>
            </a:extLst>
          </a:blip>
          <a:srcRect/>
          <a:stretch>
            <a:fillRect/>
          </a:stretch>
        </p:blipFill>
        <p:spPr>
          <a:xfrm>
            <a:off x="3225102" y="2947480"/>
            <a:ext cx="361950" cy="295275"/>
          </a:xfrm>
          <a:prstGeom prst="rect">
            <a:avLst/>
          </a:prstGeom>
        </p:spPr>
      </p:pic>
      <p:pic>
        <p:nvPicPr>
          <p:cNvPr id="43" name="8C8362D6-EB63-408B-DCAC-158C3C5E08DB"/>
          <p:cNvPicPr>
            <a:picLocks noChangeAspect="1"/>
          </p:cNvPicPr>
          <p:nvPr/>
        </p:nvPicPr>
        <p:blipFill>
          <a:blip r:embed="rId22" cstate="print">
            <a:extLst>
              <a:ext uri="{83116819-8A09-4A20-F0D7-3D8130E879CF}"/>
            </a:extLst>
          </a:blip>
          <a:srcRect/>
          <a:stretch>
            <a:fillRect/>
          </a:stretch>
        </p:blipFill>
        <p:spPr>
          <a:xfrm>
            <a:off x="3731069" y="2947480"/>
            <a:ext cx="361950" cy="114300"/>
          </a:xfrm>
          <a:prstGeom prst="rect">
            <a:avLst/>
          </a:prstGeom>
        </p:spPr>
      </p:pic>
      <p:sp>
        <p:nvSpPr>
          <p:cNvPr id="44" name="TextBox44"/>
          <p:cNvSpPr txBox="1"/>
          <p:nvPr/>
        </p:nvSpPr>
        <p:spPr>
          <a:xfrm>
            <a:off x="3865182" y="2606483"/>
            <a:ext cx="588721" cy="32604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 algn="just">
              <a:lnSpc>
                <a:spcPct val="92934"/>
              </a:lnSpc>
            </a:pPr>
            <a:r>
              <a:rPr lang="en-US" altLang="zh-CN" sz="1150" kern="0" spc="20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1</a:t>
            </a:r>
            <a:r>
              <a:rPr baseline="0" lang="en-US" altLang="zh-CN" sz="1150" kern="0" spc="304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150" kern="0" spc="15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0</a:t>
            </a:r>
            <a:r>
              <a:rPr baseline="0" lang="en-US" altLang="zh-CN" sz="1150" kern="0" spc="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br>
              <a:rPr lang="en-US" altLang="zh-CN" dirty="0" smtClean="0" sz="1150" kern="0">
                <a:latin typeface="Cambria Math" pitchFamily="18" charset="0"/>
                <a:ea typeface="Cambria Math" pitchFamily="18" charset="0"/>
                <a:cs typeface="Cambria Math" pitchFamily="18" charset="0"/>
              </a:rPr>
            </a:br>
            <a:r>
              <a:rPr lang="en-US" altLang="zh-CN" sz="1150" kern="0" spc="150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⋮</a:t>
            </a:r>
            <a:r>
              <a:rPr baseline="0" lang="en-US" altLang="zh-CN" sz="1150" kern="0" spc="336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150" kern="0" spc="-15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⋮</a:t>
            </a:r>
          </a:p>
        </p:txBody>
      </p:sp>
      <p:sp>
        <p:nvSpPr>
          <p:cNvPr id="45" name="TextBox45"/>
          <p:cNvSpPr txBox="1"/>
          <p:nvPr/>
        </p:nvSpPr>
        <p:spPr>
          <a:xfrm>
            <a:off x="3731069" y="2249855"/>
            <a:ext cx="859980" cy="981228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134112" marR="0" indent="0" eaLnBrk="0">
              <a:lnSpc>
                <a:spcPct val="101811"/>
              </a:lnSpc>
              <a:spcAft>
                <a:spcPts val="24"/>
              </a:spcAft>
            </a:pPr>
            <a:r>
              <a:rPr lang="en-US" altLang="zh-CN" sz="1150" kern="0" spc="20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2</a:t>
            </a:r>
            <a:r>
              <a:rPr baseline="0" lang="en-US" altLang="zh-CN" sz="1150" kern="0" spc="304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150" kern="0" spc="-15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3</a:t>
            </a:r>
          </a:p>
          <a:p>
            <a:pPr marL="134112" marR="0" indent="0" eaLnBrk="0">
              <a:lnSpc>
                <a:spcPct val="101449"/>
              </a:lnSpc>
              <a:spcAft>
                <a:spcPts val="321"/>
              </a:spcAft>
            </a:pPr>
            <a:r>
              <a:rPr lang="en-US" altLang="zh-CN" sz="1150" kern="0" spc="20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0</a:t>
            </a:r>
            <a:r>
              <a:rPr baseline="0" lang="en-US" altLang="zh-CN" sz="1150" kern="0" spc="304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150" kern="0" spc="-15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0</a:t>
            </a:r>
          </a:p>
          <a:p>
            <a:pPr marL="0" marR="0" indent="0" eaLnBrk="0">
              <a:lnSpc>
                <a:spcPct val="91666"/>
              </a:lnSpc>
            </a:pPr>
            <a:r>
              <a:rPr baseline="0" lang="en-US" altLang="zh-CN" sz="10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br>
              <a:rPr lang="en-US" altLang="zh-CN" dirty="0" smtClean="0" sz="1050" kern="0">
                <a:latin typeface="Arial" pitchFamily="34" charset="0"/>
                <a:ea typeface="Arial" pitchFamily="34" charset="0"/>
                <a:cs typeface="Arial" pitchFamily="34" charset="0"/>
              </a:rPr>
            </a:br>
            <a:r>
              <a:rPr baseline="0" lang="en-US" altLang="zh-CN" sz="10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br>
              <a:rPr lang="en-US" altLang="zh-CN" dirty="0" smtClean="0" sz="1050" kern="0">
                <a:latin typeface="Arial" pitchFamily="34" charset="0"/>
                <a:ea typeface="Arial" pitchFamily="34" charset="0"/>
                <a:cs typeface="Arial" pitchFamily="34" charset="0"/>
              </a:rPr>
            </a:br>
            <a:r>
              <a:rPr baseline="0" lang="en-US" altLang="zh-CN" sz="10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br>
              <a:rPr lang="en-US" altLang="zh-CN" dirty="0" smtClean="0" sz="1050" kern="0">
                <a:latin typeface="Arial" pitchFamily="34" charset="0"/>
                <a:ea typeface="Arial" pitchFamily="34" charset="0"/>
                <a:cs typeface="Arial" pitchFamily="34" charset="0"/>
              </a:rPr>
            </a:br>
            <a:r>
              <a:rPr baseline="0" lang="en-US" altLang="zh-CN" sz="10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</a:p>
        </p:txBody>
      </p:sp>
      <p:pic>
        <p:nvPicPr>
          <p:cNvPr id="46" name="60E1155F-0DA4-4034-0281-8F318464EB19"/>
          <p:cNvPicPr>
            <a:picLocks noChangeAspect="1"/>
          </p:cNvPicPr>
          <p:nvPr/>
        </p:nvPicPr>
        <p:blipFill>
          <a:blip r:embed="rId23" cstate="print">
            <a:extLst>
              <a:ext uri="{7A8906C6-CADF-4671-5F81-A4971F397EBC}"/>
            </a:extLst>
          </a:blip>
          <a:srcRect/>
          <a:stretch>
            <a:fillRect/>
          </a:stretch>
        </p:blipFill>
        <p:spPr>
          <a:xfrm>
            <a:off x="4237038" y="2945955"/>
            <a:ext cx="361950" cy="114300"/>
          </a:xfrm>
          <a:prstGeom prst="rect">
            <a:avLst/>
          </a:prstGeom>
        </p:spPr>
      </p:pic>
      <p:pic>
        <p:nvPicPr>
          <p:cNvPr id="47" name="A9E7CBA9-93B4-49B2-88A3-F9A303EA1C99"/>
          <p:cNvPicPr>
            <a:picLocks noChangeAspect="1"/>
          </p:cNvPicPr>
          <p:nvPr/>
        </p:nvPicPr>
        <p:blipFill>
          <a:blip r:embed="rId24" cstate="print">
            <a:extLst>
              <a:ext uri="{2CEABA50-869A-4B17-6118-6A7B7222E3B8}"/>
            </a:extLst>
          </a:blip>
          <a:srcRect/>
          <a:stretch>
            <a:fillRect/>
          </a:stretch>
        </p:blipFill>
        <p:spPr>
          <a:xfrm>
            <a:off x="3731069" y="3125775"/>
            <a:ext cx="361950" cy="114300"/>
          </a:xfrm>
          <a:prstGeom prst="rect">
            <a:avLst/>
          </a:prstGeom>
        </p:spPr>
      </p:pic>
      <p:pic>
        <p:nvPicPr>
          <p:cNvPr id="48" name="977878E6-03AC-43DB-D19E-BC9D12EE7456"/>
          <p:cNvPicPr>
            <a:picLocks noChangeAspect="1"/>
          </p:cNvPicPr>
          <p:nvPr/>
        </p:nvPicPr>
        <p:blipFill>
          <a:blip r:embed="rId25" cstate="print">
            <a:extLst>
              <a:ext uri="{8CCAEF66-66E3-4271-0758-50E3467D91F0}"/>
            </a:extLst>
          </a:blip>
          <a:srcRect/>
          <a:stretch>
            <a:fillRect/>
          </a:stretch>
        </p:blipFill>
        <p:spPr>
          <a:xfrm>
            <a:off x="4237038" y="3124264"/>
            <a:ext cx="361950" cy="114300"/>
          </a:xfrm>
          <a:prstGeom prst="rect">
            <a:avLst/>
          </a:prstGeom>
        </p:spPr>
      </p:pic>
      <p:pic>
        <p:nvPicPr>
          <p:cNvPr id="49" name="C2F68366-EAB9-4B37-E0D6-0C70C669FD7B"/>
          <p:cNvPicPr>
            <a:picLocks noChangeAspect="1"/>
          </p:cNvPicPr>
          <p:nvPr/>
        </p:nvPicPr>
        <p:blipFill>
          <a:blip r:embed="rId26" cstate="print">
            <a:extLst>
              <a:ext uri="{902E09B3-4143-4121-C1D6-545A2735A085}"/>
            </a:extLst>
          </a:blip>
          <a:srcRect/>
          <a:stretch>
            <a:fillRect/>
          </a:stretch>
        </p:blipFill>
        <p:spPr>
          <a:xfrm>
            <a:off x="5026470" y="2287575"/>
            <a:ext cx="361950" cy="114300"/>
          </a:xfrm>
          <a:prstGeom prst="rect">
            <a:avLst/>
          </a:prstGeom>
        </p:spPr>
      </p:pic>
      <p:sp>
        <p:nvSpPr>
          <p:cNvPr id="50" name="TextBox50"/>
          <p:cNvSpPr txBox="1"/>
          <p:nvPr/>
        </p:nvSpPr>
        <p:spPr>
          <a:xfrm>
            <a:off x="4743006" y="2287575"/>
            <a:ext cx="503377" cy="980216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58333"/>
              </a:lnSpc>
              <a:spcAft>
                <a:spcPts val="277"/>
              </a:spcAft>
            </a:pPr>
            <a:r>
              <a:rPr lang="en-US" altLang="zh-CN" sz="1725" kern="0" spc="-25" baseline="-1936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⋯</a:t>
            </a:r>
          </a:p>
          <a:p>
            <a:pPr marL="1524" marR="0" indent="0" eaLnBrk="0">
              <a:lnSpc>
                <a:spcPct val="101811"/>
              </a:lnSpc>
              <a:spcAft>
                <a:spcPts val="24"/>
              </a:spcAft>
            </a:pPr>
            <a:r>
              <a:rPr lang="en-US" altLang="zh-CN" sz="1150" kern="0" spc="35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⋯</a:t>
            </a:r>
            <a:r>
              <a:rPr baseline="0" lang="en-US" altLang="zh-CN" sz="1150" kern="0" spc="198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150" kern="0" spc="-15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0</a:t>
            </a:r>
          </a:p>
          <a:p>
            <a:pPr marL="1524" marR="0" indent="0" eaLnBrk="0">
              <a:lnSpc>
                <a:spcPct val="93783"/>
              </a:lnSpc>
            </a:pPr>
            <a:r>
              <a:rPr lang="en-US" altLang="zh-CN" sz="1150" kern="0" spc="35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⋯</a:t>
            </a:r>
            <a:r>
              <a:rPr baseline="0" lang="en-US" altLang="zh-CN" sz="1150" kern="0" spc="198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150" kern="0" spc="20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0</a:t>
            </a:r>
            <a:r>
              <a:rPr baseline="0" lang="en-US" altLang="zh-CN" sz="1150" kern="0" spc="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br>
              <a:rPr lang="en-US" altLang="zh-CN" dirty="0" smtClean="0" sz="1150" kern="0">
                <a:latin typeface="Cambria Math" pitchFamily="18" charset="0"/>
                <a:ea typeface="Cambria Math" pitchFamily="18" charset="0"/>
                <a:cs typeface="Cambria Math" pitchFamily="18" charset="0"/>
              </a:rPr>
            </a:br>
            <a:r>
              <a:rPr baseline="0" lang="en-US" altLang="zh-CN" sz="10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br>
              <a:rPr lang="en-US" altLang="zh-CN" dirty="0" smtClean="0" sz="1050" kern="0">
                <a:latin typeface="Arial" pitchFamily="34" charset="0"/>
                <a:ea typeface="Arial" pitchFamily="34" charset="0"/>
                <a:cs typeface="Arial" pitchFamily="34" charset="0"/>
              </a:rPr>
            </a:br>
            <a:r>
              <a:rPr lang="en-US" altLang="zh-CN" sz="1150" kern="0" spc="35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⋯</a:t>
            </a:r>
            <a:r>
              <a:rPr baseline="0" lang="en-US" altLang="zh-CN" sz="1150" kern="0" spc="199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725" kern="0" spc="20" baseline="-8696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0</a:t>
            </a:r>
            <a:r>
              <a:rPr baseline="-8696" lang="en-US" altLang="zh-CN" sz="1725" kern="0" spc="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br>
              <a:rPr lang="en-US" altLang="zh-CN" dirty="0" smtClean="0" sz="1150" kern="0">
                <a:latin typeface="Cambria Math" pitchFamily="18" charset="0"/>
                <a:ea typeface="Cambria Math" pitchFamily="18" charset="0"/>
                <a:cs typeface="Cambria Math" pitchFamily="18" charset="0"/>
              </a:rPr>
            </a:br>
            <a:r>
              <a:rPr lang="en-US" altLang="zh-CN" sz="1150" kern="0" spc="35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⋯</a:t>
            </a:r>
            <a:r>
              <a:rPr baseline="0" lang="en-US" altLang="zh-CN" sz="1150" kern="0" spc="199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150" kern="0" spc="15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1</a:t>
            </a:r>
          </a:p>
        </p:txBody>
      </p:sp>
      <p:sp>
        <p:nvSpPr>
          <p:cNvPr id="51" name="TextBox51"/>
          <p:cNvSpPr txBox="1"/>
          <p:nvPr/>
        </p:nvSpPr>
        <p:spPr>
          <a:xfrm>
            <a:off x="4744530" y="2732975"/>
            <a:ext cx="466344" cy="19650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980"/>
              </a:lnSpc>
            </a:pPr>
            <a:r>
              <a:rPr lang="en-US" altLang="zh-CN" sz="1150" kern="0" spc="35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⋯</a:t>
            </a:r>
            <a:r>
              <a:rPr baseline="0" lang="en-US" altLang="zh-CN" sz="1150" kern="0" spc="201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725" kern="0" spc="-25" baseline="-8696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⋮</a:t>
            </a:r>
          </a:p>
        </p:txBody>
      </p:sp>
      <p:pic>
        <p:nvPicPr>
          <p:cNvPr id="52" name="A5191826-6CED-41E5-7F6A-7F615AF28024"/>
          <p:cNvPicPr>
            <a:picLocks noChangeAspect="1"/>
          </p:cNvPicPr>
          <p:nvPr/>
        </p:nvPicPr>
        <p:blipFill>
          <a:blip r:embed="rId27" cstate="print">
            <a:extLst>
              <a:ext uri="{BE13DB6A-11D7-4C6A-648D-DD31C769D989}"/>
            </a:extLst>
          </a:blip>
          <a:srcRect/>
          <a:stretch>
            <a:fillRect/>
          </a:stretch>
        </p:blipFill>
        <p:spPr>
          <a:xfrm>
            <a:off x="5532438" y="2281492"/>
            <a:ext cx="104775" cy="123825"/>
          </a:xfrm>
          <a:prstGeom prst="rect">
            <a:avLst/>
          </a:prstGeom>
        </p:spPr>
      </p:pic>
      <p:sp>
        <p:nvSpPr>
          <p:cNvPr id="53" name="TextBox53"/>
          <p:cNvSpPr txBox="1"/>
          <p:nvPr/>
        </p:nvSpPr>
        <p:spPr>
          <a:xfrm>
            <a:off x="5532438" y="2281492"/>
            <a:ext cx="87325" cy="94654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79140"/>
              </a:lnSpc>
            </a:pPr>
            <a:r>
              <a:rPr baseline="0" lang="en-US" altLang="zh-CN" sz="10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br>
              <a:rPr lang="en-US" altLang="zh-CN" dirty="0" smtClean="0" sz="1050" kern="0">
                <a:latin typeface="Arial" pitchFamily="34" charset="0"/>
                <a:ea typeface="Arial" pitchFamily="34" charset="0"/>
                <a:cs typeface="Arial" pitchFamily="34" charset="0"/>
              </a:rPr>
            </a:br>
            <a:r>
              <a:rPr baseline="0" lang="en-US" altLang="zh-CN" sz="10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br>
              <a:rPr lang="en-US" altLang="zh-CN" dirty="0" smtClean="0" sz="1050" kern="0">
                <a:latin typeface="Arial" pitchFamily="34" charset="0"/>
                <a:ea typeface="Arial" pitchFamily="34" charset="0"/>
                <a:cs typeface="Arial" pitchFamily="34" charset="0"/>
              </a:rPr>
            </a:br>
            <a:r>
              <a:rPr lang="en-US" altLang="zh-CN" sz="1150" kern="0" spc="-15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0</a:t>
            </a:r>
            <a:r>
              <a:rPr baseline="0" lang="en-US" altLang="zh-CN" sz="1150" kern="0" spc="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150" kern="0" spc="40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0</a:t>
            </a:r>
            <a:r>
              <a:rPr baseline="0" lang="en-US" altLang="zh-CN" sz="1150" kern="0" spc="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br>
              <a:rPr lang="en-US" altLang="zh-CN" dirty="0" smtClean="0" sz="1150" kern="0">
                <a:latin typeface="Cambria Math" pitchFamily="18" charset="0"/>
                <a:ea typeface="Cambria Math" pitchFamily="18" charset="0"/>
                <a:cs typeface="Cambria Math" pitchFamily="18" charset="0"/>
              </a:rPr>
            </a:br>
            <a:r>
              <a:rPr lang="en-US" altLang="zh-CN" sz="1150" kern="0" spc="-15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⋮</a:t>
            </a:r>
            <a:r>
              <a:rPr baseline="0" lang="en-US" altLang="zh-CN" sz="1150" kern="0" spc="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150" kern="0" spc="-15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0</a:t>
            </a:r>
            <a:r>
              <a:rPr baseline="0" lang="en-US" altLang="zh-CN" sz="1150" kern="0" spc="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150" kern="0" spc="-15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0</a:t>
            </a:r>
          </a:p>
        </p:txBody>
      </p:sp>
      <p:sp>
        <p:nvSpPr>
          <p:cNvPr id="54" name="VectorPath 54"/>
          <p:cNvSpPr/>
          <p:nvPr/>
        </p:nvSpPr>
        <p:spPr>
          <a:xfrm>
            <a:off x="5637670" y="2290370"/>
            <a:ext cx="15875" cy="945642"/>
          </a:xfrm>
          <a:custGeom>
            <a:rect l="l" t="t" r="r" b="b"/>
            <a:pathLst>
              <a:path w="15875" h="945642">
                <a:moveTo>
                  <a:pt x="0" y="650875"/>
                </a:moveTo>
                <a:lnTo>
                  <a:pt x="0" y="0"/>
                </a:lnTo>
                <a:lnTo>
                  <a:pt x="15875" y="0"/>
                </a:lnTo>
                <a:lnTo>
                  <a:pt x="15875" y="945642"/>
                </a:lnTo>
                <a:lnTo>
                  <a:pt x="0" y="945642"/>
                </a:lnTo>
                <a:lnTo>
                  <a:pt x="0" y="650875"/>
                </a:lnTo>
              </a:path>
            </a:pathLst>
          </a:custGeom>
          <a:solidFill>
            <a:srgbClr val="0000FF">
              <a:alpha val="100000"/>
            </a:srgbClr>
          </a:solidFill>
        </p:spPr>
      </p:sp>
      <p:sp>
        <p:nvSpPr>
          <p:cNvPr id="55" name="TextBox55"/>
          <p:cNvSpPr txBox="1"/>
          <p:nvPr/>
        </p:nvSpPr>
        <p:spPr>
          <a:xfrm>
            <a:off x="1100646" y="3650082"/>
            <a:ext cx="1656131" cy="20158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98753"/>
              </a:lnSpc>
            </a:pPr>
            <a:r>
              <a:rPr lang="en-US" altLang="zh-CN" sz="1725" kern="0" spc="0" baseline="14493" noProof="0" dirty="0" smtClean="0">
                <a:solidFill>
                  <a:srgbClr val="0000FF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解：</a:t>
            </a:r>
            <a:r>
              <a:rPr lang="en-US" altLang="zh-CN" sz="1725" kern="0" spc="0" baseline="14493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(α</a:t>
            </a:r>
            <a:r>
              <a:rPr lang="en-US" altLang="zh-CN" sz="800" kern="0" spc="0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1́</a:t>
            </a:r>
            <a:r>
              <a:rPr baseline="0" lang="en-US" altLang="zh-CN" sz="800" kern="0" spc="-1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725" kern="0" spc="0" baseline="17391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α</a:t>
            </a:r>
            <a:r>
              <a:rPr lang="en-US" altLang="zh-CN" sz="800" kern="0" spc="0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2́</a:t>
            </a:r>
            <a:r>
              <a:rPr baseline="0" lang="en-US" altLang="zh-CN" sz="800" kern="0" spc="-1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725" kern="0" spc="0" baseline="17391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α</a:t>
            </a:r>
            <a:r>
              <a:rPr lang="en-US" altLang="zh-CN" sz="800" kern="0" spc="0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3́</a:t>
            </a:r>
            <a:r>
              <a:rPr baseline="0" lang="en-US" altLang="zh-CN" sz="800" kern="0" spc="-1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725" kern="0" spc="0" baseline="17391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β</a:t>
            </a:r>
            <a:r>
              <a:rPr lang="en-US" altLang="zh-CN" sz="800" kern="0" spc="0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1́</a:t>
            </a:r>
            <a:r>
              <a:rPr baseline="0" lang="en-US" altLang="zh-CN" sz="800" kern="0" spc="-1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725" kern="0" spc="0" baseline="17391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β</a:t>
            </a:r>
            <a:r>
              <a:rPr lang="en-US" altLang="zh-CN" sz="800" kern="0" spc="0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2́</a:t>
            </a:r>
            <a:r>
              <a:rPr baseline="0" lang="en-US" altLang="zh-CN" sz="800" kern="0" spc="-1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725" kern="0" spc="0" baseline="17391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β</a:t>
            </a:r>
            <a:r>
              <a:rPr lang="en-US" altLang="zh-CN" sz="800" kern="0" spc="0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3́</a:t>
            </a:r>
            <a:r>
              <a:rPr baseline="0" lang="en-US" altLang="zh-CN" sz="800" kern="0" spc="-1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725" kern="0" spc="0" baseline="14493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)</a:t>
            </a:r>
            <a:r>
              <a:rPr baseline="14493" lang="en-US" altLang="zh-CN" sz="1725" kern="0" spc="-2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725" kern="0" spc="0" baseline="14493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=</a:t>
            </a:r>
          </a:p>
        </p:txBody>
      </p:sp>
      <p:sp>
        <p:nvSpPr>
          <p:cNvPr id="56" name="TextBox56"/>
          <p:cNvSpPr txBox="1"/>
          <p:nvPr/>
        </p:nvSpPr>
        <p:spPr>
          <a:xfrm>
            <a:off x="2894381" y="3479354"/>
            <a:ext cx="1029157" cy="534815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2536"/>
              </a:lnSpc>
              <a:spcAft>
                <a:spcPts val="12"/>
              </a:spcAft>
            </a:pPr>
            <a:r>
              <a:rPr lang="en-US" altLang="zh-CN" sz="1150" kern="0" spc="5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1</a:t>
            </a:r>
            <a:r>
              <a:rPr baseline="0" lang="en-US" altLang="zh-CN" sz="1150" kern="0" spc="95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150" kern="0" spc="0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2</a:t>
            </a:r>
            <a:r>
              <a:rPr baseline="0" lang="en-US" altLang="zh-CN" sz="1150" kern="0" spc="-1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150" kern="0" spc="0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3</a:t>
            </a:r>
            <a:r>
              <a:rPr baseline="0" lang="en-US" altLang="zh-CN" sz="1150" kern="0" spc="-1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150" kern="0" spc="0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3</a:t>
            </a:r>
            <a:r>
              <a:rPr baseline="0" lang="en-US" altLang="zh-CN" sz="1150" kern="0" spc="-1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150" kern="0" spc="0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5</a:t>
            </a:r>
          </a:p>
          <a:p>
            <a:pPr marL="0" marR="0" indent="0" eaLnBrk="0">
              <a:lnSpc>
                <a:spcPct val="101811"/>
              </a:lnSpc>
              <a:spcAft>
                <a:spcPts val="12"/>
              </a:spcAft>
            </a:pPr>
            <a:r>
              <a:rPr lang="en-US" altLang="zh-CN" sz="1150" kern="0" spc="5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2</a:t>
            </a:r>
            <a:r>
              <a:rPr baseline="0" lang="en-US" altLang="zh-CN" sz="1150" kern="0" spc="95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150" kern="0" spc="0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3</a:t>
            </a:r>
            <a:r>
              <a:rPr baseline="0" lang="en-US" altLang="zh-CN" sz="1150" kern="0" spc="-1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150" kern="0" spc="0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7</a:t>
            </a:r>
            <a:r>
              <a:rPr baseline="0" lang="en-US" altLang="zh-CN" sz="1150" kern="0" spc="-1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150" kern="0" spc="0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1</a:t>
            </a:r>
            <a:r>
              <a:rPr baseline="0" lang="en-US" altLang="zh-CN" sz="1150" kern="0" spc="-1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150" kern="0" spc="0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2</a:t>
            </a:r>
          </a:p>
          <a:p>
            <a:pPr marL="0" marR="0" indent="0" eaLnBrk="0">
              <a:lnSpc>
                <a:spcPct val="100724"/>
              </a:lnSpc>
            </a:pPr>
            <a:r>
              <a:rPr lang="en-US" altLang="zh-CN" sz="1150" kern="0" spc="5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1</a:t>
            </a:r>
            <a:r>
              <a:rPr baseline="0" lang="en-US" altLang="zh-CN" sz="1150" kern="0" spc="95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150" kern="0" spc="0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3</a:t>
            </a:r>
            <a:r>
              <a:rPr baseline="0" lang="en-US" altLang="zh-CN" sz="1150" kern="0" spc="-1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150" kern="0" spc="0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1</a:t>
            </a:r>
            <a:r>
              <a:rPr baseline="0" lang="en-US" altLang="zh-CN" sz="1150" kern="0" spc="-1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150" kern="0" spc="0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4</a:t>
            </a:r>
            <a:r>
              <a:rPr baseline="0" lang="en-US" altLang="zh-CN" sz="1150" kern="0" spc="-1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150" kern="0" spc="0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1</a:t>
            </a:r>
          </a:p>
        </p:txBody>
      </p:sp>
      <p:sp>
        <p:nvSpPr>
          <p:cNvPr id="57" name="TextBox57"/>
          <p:cNvSpPr txBox="1"/>
          <p:nvPr/>
        </p:nvSpPr>
        <p:spPr>
          <a:xfrm>
            <a:off x="4075481" y="3482402"/>
            <a:ext cx="197066" cy="531768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56401" marR="0" indent="0" eaLnBrk="0">
              <a:lnSpc>
                <a:spcPct val="101811"/>
              </a:lnSpc>
              <a:spcAft>
                <a:spcPts val="24"/>
              </a:spcAft>
            </a:pPr>
            <a:r>
              <a:rPr lang="en-US" altLang="zh-CN" sz="1150" kern="0" spc="-15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1</a:t>
            </a:r>
          </a:p>
          <a:p>
            <a:pPr marL="0" marR="0" indent="56401" eaLnBrk="0">
              <a:lnSpc>
                <a:spcPct val="100905"/>
              </a:lnSpc>
            </a:pPr>
            <a:r>
              <a:rPr lang="en-US" altLang="zh-CN" sz="1150" kern="0" spc="450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1</a:t>
            </a:r>
            <a:r>
              <a:rPr baseline="0" lang="en-US" altLang="zh-CN" sz="1150" kern="0" spc="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br>
              <a:rPr lang="en-US" altLang="zh-CN" dirty="0" smtClean="0" sz="1150" kern="0">
                <a:latin typeface="Cambria Math" pitchFamily="18" charset="0"/>
                <a:ea typeface="Cambria Math" pitchFamily="18" charset="0"/>
                <a:cs typeface="Cambria Math" pitchFamily="18" charset="0"/>
              </a:rPr>
            </a:br>
            <a:r>
              <a:rPr lang="en-US" altLang="zh-CN" sz="1150" kern="0" spc="-15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−</a:t>
            </a:r>
            <a:r>
              <a:rPr lang="en-US" altLang="zh-CN" sz="1150" kern="0" spc="0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6</a:t>
            </a:r>
          </a:p>
        </p:txBody>
      </p:sp>
      <p:sp>
        <p:nvSpPr>
          <p:cNvPr id="58" name="VectorPath 58"/>
          <p:cNvSpPr/>
          <p:nvPr/>
        </p:nvSpPr>
        <p:spPr>
          <a:xfrm>
            <a:off x="4591482" y="3526193"/>
            <a:ext cx="76073" cy="450215"/>
          </a:xfrm>
          <a:custGeom>
            <a:rect l="l" t="t" r="r" b="b"/>
            <a:pathLst>
              <a:path w="76073" h="450215">
                <a:moveTo>
                  <a:pt x="76073" y="5334"/>
                </a:moveTo>
                <a:cubicBezTo>
                  <a:pt x="56007" y="27813"/>
                  <a:pt x="40767" y="57912"/>
                  <a:pt x="30480" y="95885"/>
                </a:cubicBezTo>
                <a:cubicBezTo>
                  <a:pt x="20320" y="133858"/>
                  <a:pt x="15240" y="176911"/>
                  <a:pt x="15240" y="224917"/>
                </a:cubicBezTo>
                <a:cubicBezTo>
                  <a:pt x="15240" y="273431"/>
                  <a:pt x="20320" y="316611"/>
                  <a:pt x="30480" y="354457"/>
                </a:cubicBezTo>
                <a:cubicBezTo>
                  <a:pt x="40767" y="392302"/>
                  <a:pt x="56007" y="422528"/>
                  <a:pt x="76073" y="445008"/>
                </a:cubicBezTo>
                <a:lnTo>
                  <a:pt x="71247" y="450215"/>
                </a:lnTo>
                <a:cubicBezTo>
                  <a:pt x="48895" y="428117"/>
                  <a:pt x="31369" y="398145"/>
                  <a:pt x="18796" y="359918"/>
                </a:cubicBezTo>
                <a:cubicBezTo>
                  <a:pt x="6350" y="321437"/>
                  <a:pt x="0" y="276606"/>
                  <a:pt x="0" y="224790"/>
                </a:cubicBezTo>
                <a:cubicBezTo>
                  <a:pt x="0" y="173482"/>
                  <a:pt x="6350" y="128777"/>
                  <a:pt x="18796" y="90297"/>
                </a:cubicBezTo>
                <a:cubicBezTo>
                  <a:pt x="31369" y="52197"/>
                  <a:pt x="48895" y="21971"/>
                  <a:pt x="71247" y="0"/>
                </a:cubicBezTo>
                <a:lnTo>
                  <a:pt x="76073" y="5334"/>
                </a:lnTo>
              </a:path>
            </a:pathLst>
          </a:custGeom>
          <a:solidFill>
            <a:srgbClr val="0000FF">
              <a:alpha val="100000"/>
            </a:srgbClr>
          </a:solidFill>
        </p:spPr>
      </p:sp>
      <p:sp>
        <p:nvSpPr>
          <p:cNvPr id="59" name="TextBox59"/>
          <p:cNvSpPr txBox="1"/>
          <p:nvPr/>
        </p:nvSpPr>
        <p:spPr>
          <a:xfrm>
            <a:off x="4409250" y="3480866"/>
            <a:ext cx="1253185" cy="531793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262128" eaLnBrk="0">
              <a:lnSpc>
                <a:spcPct val="100000"/>
              </a:lnSpc>
            </a:pPr>
            <a:r>
              <a:rPr lang="en-US" altLang="zh-CN" sz="1150" kern="0" spc="5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1</a:t>
            </a:r>
            <a:r>
              <a:rPr baseline="0" lang="en-US" altLang="zh-CN" sz="1150" kern="0" spc="95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150" kern="0" spc="5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0</a:t>
            </a:r>
            <a:r>
              <a:rPr baseline="0" lang="en-US" altLang="zh-CN" sz="1150" kern="0" spc="111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150" kern="0" spc="5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0</a:t>
            </a:r>
            <a:r>
              <a:rPr baseline="0" lang="en-US" altLang="zh-CN" sz="1150" kern="0" spc="111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150" kern="0" spc="0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−27</a:t>
            </a:r>
            <a:r>
              <a:rPr baseline="0" lang="en-US" altLang="zh-CN" sz="1150" kern="0" spc="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br>
              <a:rPr lang="en-US" altLang="zh-CN" dirty="0" smtClean="0" sz="1150" kern="0">
                <a:latin typeface="Cambria Math" pitchFamily="18" charset="0"/>
                <a:ea typeface="Cambria Math" pitchFamily="18" charset="0"/>
                <a:cs typeface="Cambria Math" pitchFamily="18" charset="0"/>
              </a:rPr>
            </a:br>
            <a:r>
              <a:rPr lang="en-US" altLang="zh-CN" sz="1725" kern="0" spc="15" baseline="2899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→</a:t>
            </a:r>
            <a:r>
              <a:rPr baseline="2899" lang="en-US" altLang="zh-CN" sz="1725" kern="0" spc="132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150" kern="0" spc="5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0</a:t>
            </a:r>
            <a:r>
              <a:rPr baseline="0" lang="en-US" altLang="zh-CN" sz="1150" kern="0" spc="87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150" kern="0" spc="5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1</a:t>
            </a:r>
            <a:r>
              <a:rPr baseline="0" lang="en-US" altLang="zh-CN" sz="1150" kern="0" spc="87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150" kern="0" spc="5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0</a:t>
            </a:r>
            <a:r>
              <a:rPr baseline="0" lang="en-US" altLang="zh-CN" sz="1150" kern="0" spc="172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150" kern="0" spc="-15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9</a:t>
            </a:r>
          </a:p>
          <a:p>
            <a:pPr marL="262128" marR="0" indent="0" eaLnBrk="0">
              <a:lnSpc>
                <a:spcPct val="100000"/>
              </a:lnSpc>
            </a:pPr>
            <a:r>
              <a:rPr lang="en-US" altLang="zh-CN" sz="1150" kern="0" spc="5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0</a:t>
            </a:r>
            <a:r>
              <a:rPr baseline="0" lang="en-US" altLang="zh-CN" sz="1150" kern="0" spc="95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150" kern="0" spc="5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0</a:t>
            </a:r>
            <a:r>
              <a:rPr baseline="0" lang="en-US" altLang="zh-CN" sz="1150" kern="0" spc="98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150" kern="0" spc="0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1</a:t>
            </a:r>
            <a:r>
              <a:rPr baseline="0" lang="en-US" altLang="zh-CN" sz="1150" kern="0" spc="172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150" kern="0" spc="-15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4</a:t>
            </a:r>
          </a:p>
        </p:txBody>
      </p:sp>
      <p:sp>
        <p:nvSpPr>
          <p:cNvPr id="60" name="VectorPath 60"/>
          <p:cNvSpPr/>
          <p:nvPr/>
        </p:nvSpPr>
        <p:spPr>
          <a:xfrm>
            <a:off x="2814117" y="3526143"/>
            <a:ext cx="76073" cy="450214"/>
          </a:xfrm>
          <a:custGeom>
            <a:rect l="l" t="t" r="r" b="b"/>
            <a:pathLst>
              <a:path w="76073" h="450214">
                <a:moveTo>
                  <a:pt x="76073" y="5334"/>
                </a:moveTo>
                <a:cubicBezTo>
                  <a:pt x="56007" y="27813"/>
                  <a:pt x="40767" y="58039"/>
                  <a:pt x="30480" y="95885"/>
                </a:cubicBezTo>
                <a:cubicBezTo>
                  <a:pt x="20320" y="133858"/>
                  <a:pt x="15240" y="176911"/>
                  <a:pt x="15240" y="224917"/>
                </a:cubicBezTo>
                <a:cubicBezTo>
                  <a:pt x="15240" y="273431"/>
                  <a:pt x="20320" y="316611"/>
                  <a:pt x="30480" y="354457"/>
                </a:cubicBezTo>
                <a:cubicBezTo>
                  <a:pt x="40767" y="392302"/>
                  <a:pt x="56007" y="422528"/>
                  <a:pt x="76073" y="445008"/>
                </a:cubicBezTo>
                <a:lnTo>
                  <a:pt x="71247" y="450214"/>
                </a:lnTo>
                <a:cubicBezTo>
                  <a:pt x="48895" y="428117"/>
                  <a:pt x="31369" y="398145"/>
                  <a:pt x="18796" y="359918"/>
                </a:cubicBezTo>
                <a:cubicBezTo>
                  <a:pt x="6350" y="321437"/>
                  <a:pt x="0" y="276606"/>
                  <a:pt x="0" y="224917"/>
                </a:cubicBezTo>
                <a:cubicBezTo>
                  <a:pt x="0" y="173482"/>
                  <a:pt x="6350" y="128777"/>
                  <a:pt x="18796" y="90297"/>
                </a:cubicBezTo>
                <a:cubicBezTo>
                  <a:pt x="31369" y="52197"/>
                  <a:pt x="48895" y="21971"/>
                  <a:pt x="71247" y="0"/>
                </a:cubicBezTo>
                <a:lnTo>
                  <a:pt x="76073" y="5334"/>
                </a:lnTo>
              </a:path>
            </a:pathLst>
          </a:custGeom>
          <a:solidFill>
            <a:srgbClr val="0000FF">
              <a:alpha val="100000"/>
            </a:srgbClr>
          </a:solidFill>
        </p:spPr>
      </p:sp>
      <p:sp>
        <p:nvSpPr>
          <p:cNvPr id="61" name="VectorPath 61"/>
          <p:cNvSpPr/>
          <p:nvPr/>
        </p:nvSpPr>
        <p:spPr>
          <a:xfrm>
            <a:off x="4278618" y="3526193"/>
            <a:ext cx="76200" cy="450215"/>
          </a:xfrm>
          <a:custGeom>
            <a:rect l="l" t="t" r="r" b="b"/>
            <a:pathLst>
              <a:path w="76200" h="450215">
                <a:moveTo>
                  <a:pt x="4826" y="0"/>
                </a:moveTo>
                <a:cubicBezTo>
                  <a:pt x="27305" y="21971"/>
                  <a:pt x="44704" y="51943"/>
                  <a:pt x="57404" y="90424"/>
                </a:cubicBezTo>
                <a:cubicBezTo>
                  <a:pt x="69977" y="128651"/>
                  <a:pt x="76200" y="173482"/>
                  <a:pt x="76200" y="224663"/>
                </a:cubicBezTo>
                <a:cubicBezTo>
                  <a:pt x="76200" y="276479"/>
                  <a:pt x="69977" y="321564"/>
                  <a:pt x="57404" y="359791"/>
                </a:cubicBezTo>
                <a:cubicBezTo>
                  <a:pt x="44704" y="398145"/>
                  <a:pt x="27305" y="428244"/>
                  <a:pt x="4826" y="450215"/>
                </a:cubicBezTo>
                <a:lnTo>
                  <a:pt x="0" y="444881"/>
                </a:lnTo>
                <a:cubicBezTo>
                  <a:pt x="20193" y="422529"/>
                  <a:pt x="35179" y="392303"/>
                  <a:pt x="45593" y="354457"/>
                </a:cubicBezTo>
                <a:cubicBezTo>
                  <a:pt x="55880" y="316484"/>
                  <a:pt x="60960" y="273304"/>
                  <a:pt x="60960" y="224917"/>
                </a:cubicBezTo>
                <a:cubicBezTo>
                  <a:pt x="60960" y="176784"/>
                  <a:pt x="55880" y="133731"/>
                  <a:pt x="45593" y="95885"/>
                </a:cubicBezTo>
                <a:cubicBezTo>
                  <a:pt x="35179" y="57912"/>
                  <a:pt x="20193" y="27686"/>
                  <a:pt x="0" y="5334"/>
                </a:cubicBezTo>
                <a:lnTo>
                  <a:pt x="4826" y="0"/>
                </a:lnTo>
              </a:path>
            </a:pathLst>
          </a:custGeom>
          <a:solidFill>
            <a:srgbClr val="0000FF">
              <a:alpha val="100000"/>
            </a:srgbClr>
          </a:solidFill>
        </p:spPr>
      </p:sp>
      <p:pic>
        <p:nvPicPr>
          <p:cNvPr id="62" name="BC4B21A6-6D10-4336-55CE-084942CF5CED"/>
          <p:cNvPicPr>
            <a:picLocks noChangeAspect="1"/>
          </p:cNvPicPr>
          <p:nvPr/>
        </p:nvPicPr>
        <p:blipFill>
          <a:blip r:embed="rId28" cstate="print">
            <a:extLst>
              <a:ext uri="{945B769D-7DCD-447A-CB60-5D914F2D56EC}"/>
            </a:extLst>
          </a:blip>
          <a:srcRect/>
          <a:stretch>
            <a:fillRect/>
          </a:stretch>
        </p:blipFill>
        <p:spPr>
          <a:xfrm>
            <a:off x="6263958" y="2672557"/>
            <a:ext cx="209550" cy="104775"/>
          </a:xfrm>
          <a:prstGeom prst="rect">
            <a:avLst/>
          </a:prstGeom>
        </p:spPr>
      </p:pic>
      <p:pic>
        <p:nvPicPr>
          <p:cNvPr id="63" name="1ED181D1-975B-4A52-DFE9-60E051C7E767"/>
          <p:cNvPicPr>
            <a:picLocks noChangeAspect="1"/>
          </p:cNvPicPr>
          <p:nvPr/>
        </p:nvPicPr>
        <p:blipFill>
          <a:blip r:embed="rId29" cstate="print">
            <a:extLst>
              <a:ext uri="{F66A2610-1414-428D-6C59-F84DD844D2C9}"/>
            </a:extLst>
          </a:blip>
          <a:srcRect/>
          <a:stretch>
            <a:fillRect/>
          </a:stretch>
        </p:blipFill>
        <p:spPr>
          <a:xfrm>
            <a:off x="6471222" y="2697086"/>
            <a:ext cx="95250" cy="152400"/>
          </a:xfrm>
          <a:prstGeom prst="rect">
            <a:avLst/>
          </a:prstGeom>
        </p:spPr>
      </p:pic>
      <p:sp>
        <p:nvSpPr>
          <p:cNvPr id="64" name="TextBox64"/>
          <p:cNvSpPr txBox="1"/>
          <p:nvPr/>
        </p:nvSpPr>
        <p:spPr>
          <a:xfrm>
            <a:off x="5713781" y="2697086"/>
            <a:ext cx="818859" cy="1315573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81521"/>
              </a:lnSpc>
            </a:pPr>
            <a:r>
              <a:rPr lang="en-US" altLang="zh-CN" sz="1725" kern="0" spc="0" baseline="958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=</a:t>
            </a:r>
            <a:r>
              <a:rPr baseline="958" lang="en-US" altLang="zh-CN" sz="1725" kern="0" spc="-2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725" kern="0" spc="0" baseline="958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(</a:t>
            </a:r>
            <a:r>
              <a:rPr baseline="958" lang="en-US" altLang="zh-CN" sz="1725" kern="0" spc="-2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725" kern="0" spc="0" baseline="958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−</a:t>
            </a:r>
            <a:r>
              <a:rPr baseline="958" lang="en-US" altLang="zh-CN" sz="1725" kern="0" spc="-2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725" kern="0" spc="0" baseline="958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1)</a:t>
            </a:r>
          </a:p>
          <a:p>
            <a:pPr marL="0" marR="0" indent="0" eaLnBrk="0">
              <a:lnSpc>
                <a:spcPct val="100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20416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158509" marR="0" indent="-56388" eaLnBrk="0">
              <a:lnSpc>
                <a:spcPct val="101811"/>
              </a:lnSpc>
              <a:spcAft>
                <a:spcPts val="0"/>
              </a:spcAft>
            </a:pPr>
            <a:r>
              <a:rPr lang="en-US" altLang="zh-CN" sz="1150" kern="0" spc="70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−71</a:t>
            </a:r>
            <a:r>
              <a:rPr baseline="0" lang="en-US" altLang="zh-CN" sz="1150" kern="0" spc="115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150" kern="0" spc="60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−41</a:t>
            </a:r>
            <a:r>
              <a:rPr baseline="0" lang="en-US" altLang="zh-CN" sz="1150" kern="0" spc="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150" kern="0" spc="20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2</a:t>
            </a:r>
            <a:r>
              <a:rPr lang="en-US" altLang="zh-CN" sz="1150" kern="0" spc="10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0</a:t>
            </a:r>
            <a:r>
              <a:rPr baseline="0" lang="en-US" altLang="zh-CN" sz="1150" kern="0" spc="217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150" kern="0" spc="20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9</a:t>
            </a:r>
          </a:p>
          <a:p>
            <a:pPr marL="158509" marR="0" indent="0" eaLnBrk="0">
              <a:lnSpc>
                <a:spcPct val="100000"/>
              </a:lnSpc>
            </a:pPr>
            <a:r>
              <a:rPr lang="en-US" altLang="zh-CN" sz="1150" kern="0" spc="20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1</a:t>
            </a:r>
            <a:r>
              <a:rPr lang="en-US" altLang="zh-CN" sz="1150" kern="0" spc="10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2</a:t>
            </a:r>
            <a:r>
              <a:rPr baseline="0" lang="en-US" altLang="zh-CN" sz="1150" kern="0" spc="217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150" kern="0" spc="20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8</a:t>
            </a:r>
          </a:p>
        </p:txBody>
      </p:sp>
      <p:sp>
        <p:nvSpPr>
          <p:cNvPr id="65" name="VectorPath 65"/>
          <p:cNvSpPr/>
          <p:nvPr/>
        </p:nvSpPr>
        <p:spPr>
          <a:xfrm>
            <a:off x="6538328" y="3526231"/>
            <a:ext cx="76200" cy="450215"/>
          </a:xfrm>
          <a:custGeom>
            <a:rect l="l" t="t" r="r" b="b"/>
            <a:pathLst>
              <a:path w="76200" h="450215">
                <a:moveTo>
                  <a:pt x="4826" y="0"/>
                </a:moveTo>
                <a:cubicBezTo>
                  <a:pt x="27305" y="21971"/>
                  <a:pt x="44704" y="51943"/>
                  <a:pt x="57404" y="90424"/>
                </a:cubicBezTo>
                <a:cubicBezTo>
                  <a:pt x="69977" y="128651"/>
                  <a:pt x="76200" y="173482"/>
                  <a:pt x="76200" y="224663"/>
                </a:cubicBezTo>
                <a:cubicBezTo>
                  <a:pt x="76200" y="276479"/>
                  <a:pt x="69977" y="321564"/>
                  <a:pt x="57404" y="359791"/>
                </a:cubicBezTo>
                <a:cubicBezTo>
                  <a:pt x="44704" y="398145"/>
                  <a:pt x="27305" y="428244"/>
                  <a:pt x="4826" y="450215"/>
                </a:cubicBezTo>
                <a:lnTo>
                  <a:pt x="0" y="444881"/>
                </a:lnTo>
                <a:cubicBezTo>
                  <a:pt x="20193" y="422529"/>
                  <a:pt x="35179" y="392303"/>
                  <a:pt x="45593" y="354457"/>
                </a:cubicBezTo>
                <a:cubicBezTo>
                  <a:pt x="55880" y="316484"/>
                  <a:pt x="60960" y="273304"/>
                  <a:pt x="60960" y="224917"/>
                </a:cubicBezTo>
                <a:cubicBezTo>
                  <a:pt x="60960" y="176784"/>
                  <a:pt x="55880" y="133731"/>
                  <a:pt x="45593" y="95885"/>
                </a:cubicBezTo>
                <a:cubicBezTo>
                  <a:pt x="35179" y="57912"/>
                  <a:pt x="20193" y="27686"/>
                  <a:pt x="0" y="5334"/>
                </a:cubicBezTo>
                <a:lnTo>
                  <a:pt x="4826" y="0"/>
                </a:lnTo>
              </a:path>
            </a:pathLst>
          </a:custGeom>
          <a:solidFill>
            <a:srgbClr val="0000FF">
              <a:alpha val="100000"/>
            </a:srgbClr>
          </a:solidFill>
        </p:spPr>
      </p:sp>
      <p:sp>
        <p:nvSpPr>
          <p:cNvPr id="66" name="TextBox66"/>
          <p:cNvSpPr txBox="1"/>
          <p:nvPr/>
        </p:nvSpPr>
        <p:spPr>
          <a:xfrm>
            <a:off x="1100646" y="3327769"/>
            <a:ext cx="672542" cy="179436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2536"/>
              </a:lnSpc>
            </a:pPr>
            <a:r>
              <a:rPr lang="en-US" altLang="zh-CN" sz="1150" kern="0" spc="0" baseline="0" noProof="0" dirty="0" smtClean="0">
                <a:solidFill>
                  <a:srgbClr val="000000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三、</a:t>
            </a:r>
            <a:r>
              <a:rPr lang="en-US" altLang="zh-CN" sz="1150" kern="0" spc="0" baseline="0" b="1" noProof="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(8</a:t>
            </a:r>
            <a:r>
              <a:rPr baseline="0" lang="en-US" altLang="zh-CN" sz="1150" kern="0" spc="-15" b="1" noProof="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150" kern="0" spc="0" baseline="0" b="1" noProof="0" dirty="0" smtClean="0">
                <a:solidFill>
                  <a:srgbClr val="000000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分</a:t>
            </a:r>
            <a:r>
              <a:rPr lang="en-US" altLang="zh-CN" sz="1150" kern="0" spc="0" baseline="0" b="1" noProof="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)</a:t>
            </a:r>
          </a:p>
        </p:txBody>
      </p:sp>
      <p:graphicFrame>
        <p:nvGraphicFramePr>
          <p:cNvPr id="67" name="Table67"/>
          <p:cNvGraphicFramePr>
            <a:graphicFrameLocks noGrp="1"/>
          </p:cNvGraphicFramePr>
          <p:nvPr/>
        </p:nvGraphicFramePr>
        <p:xfrm>
          <a:off x="1414285" y="4206837"/>
          <a:ext cx="2661336" cy="499428"/>
        </p:xfrm>
        <a:graphic>
          <a:graphicData uri="http://schemas.openxmlformats.org/drawingml/2006/table">
            <a:tbl>
              <a:tblPr firstRow="1" bandRow="1">
                <a:tableStyleId>{B3F82E1E-D781-4C03-4A64-39C2B0FA36BB}</a:tableStyleId>
              </a:tblPr>
              <a:tblGrid>
                <a:gridCol w="1371600"/>
                <a:gridCol w="508000"/>
                <a:gridCol w="406400"/>
                <a:gridCol w="406400"/>
              </a:tblGrid>
              <a:tr h="147454">
                <a:tc>
                  <a:txBody>
                    <a:bodyPr/>
                    <a:lstStyle/>
                    <a:p>
                      <a:pPr marL="0" marR="0" indent="0" eaLnBrk="0">
                        <a:lnSpc>
                          <a:spcPct val="88333"/>
                        </a:lnSpc>
                        <a:spcAft>
                          <a:spcPts val="111"/>
                        </a:spcAf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38659" marR="0" indent="0" eaLnBrk="0">
                        <a:lnSpc>
                          <a:spcPct val="84057"/>
                        </a:lnSpc>
                      </a:pPr>
                      <a:r>
                        <a:rPr lang="en-US" altLang="zh-CN" sz="1150" kern="0" spc="-15" baseline="0" noProof="0" dirty="0" smtClean="0">
                          <a:solidFill>
                            <a:srgbClr val="0000FF"/>
                          </a:solidFill>
                          <a:latin typeface="Cambria Math" pitchFamily="18" charset="0"/>
                          <a:ea typeface="Cambria Math" pitchFamily="18" charset="0"/>
                          <a:cs typeface="Cambria Math" pitchFamily="18" charset="0"/>
                        </a:rPr>
                        <a:t>−</a:t>
                      </a:r>
                      <a:r>
                        <a:rPr lang="en-US" altLang="zh-CN" sz="1150" kern="0" spc="0" baseline="0" noProof="0" dirty="0" smtClean="0">
                          <a:solidFill>
                            <a:srgbClr val="0000FF"/>
                          </a:solidFill>
                          <a:latin typeface="Cambria Math" pitchFamily="18" charset="0"/>
                          <a:ea typeface="Cambria Math" pitchFamily="18" charset="0"/>
                          <a:cs typeface="Cambria Math" pitchFamily="18" charset="0"/>
                        </a:rPr>
                        <a:t>27</a:t>
                      </a: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ctr">
                        <a:lnSpc>
                          <a:spcPct val="84057"/>
                        </a:lnSpc>
                      </a:pPr>
                      <a:r>
                        <a:rPr lang="en-US" altLang="zh-CN" sz="1150" kern="0" spc="-15" baseline="0" noProof="0" dirty="0" smtClean="0">
                          <a:solidFill>
                            <a:srgbClr val="0000FF"/>
                          </a:solidFill>
                          <a:latin typeface="Cambria Math" pitchFamily="18" charset="0"/>
                          <a:ea typeface="Cambria Math" pitchFamily="18" charset="0"/>
                          <a:cs typeface="Cambria Math" pitchFamily="18" charset="0"/>
                        </a:rPr>
                        <a:t>−</a:t>
                      </a:r>
                      <a:r>
                        <a:rPr lang="en-US" altLang="zh-CN" sz="1150" kern="0" spc="0" baseline="0" noProof="0" dirty="0" smtClean="0">
                          <a:solidFill>
                            <a:srgbClr val="0000FF"/>
                          </a:solidFill>
                          <a:latin typeface="Cambria Math" pitchFamily="18" charset="0"/>
                          <a:ea typeface="Cambria Math" pitchFamily="18" charset="0"/>
                          <a:cs typeface="Cambria Math" pitchFamily="18" charset="0"/>
                        </a:rPr>
                        <a:t>71</a:t>
                      </a: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939" marR="0" indent="0" eaLnBrk="0">
                        <a:lnSpc>
                          <a:spcPct val="84057"/>
                        </a:lnSpc>
                      </a:pPr>
                      <a:r>
                        <a:rPr lang="en-US" altLang="zh-CN" sz="1150" kern="0" spc="-15" baseline="0" noProof="0" dirty="0" smtClean="0">
                          <a:solidFill>
                            <a:srgbClr val="0000FF"/>
                          </a:solidFill>
                          <a:latin typeface="Cambria Math" pitchFamily="18" charset="0"/>
                          <a:ea typeface="Cambria Math" pitchFamily="18" charset="0"/>
                          <a:cs typeface="Cambria Math" pitchFamily="18" charset="0"/>
                        </a:rPr>
                        <a:t>−</a:t>
                      </a:r>
                      <a:r>
                        <a:rPr lang="en-US" altLang="zh-CN" sz="1150" kern="0" spc="0" baseline="0" noProof="0" dirty="0" smtClean="0">
                          <a:solidFill>
                            <a:srgbClr val="0000FF"/>
                          </a:solidFill>
                          <a:latin typeface="Cambria Math" pitchFamily="18" charset="0"/>
                          <a:ea typeface="Cambria Math" pitchFamily="18" charset="0"/>
                          <a:cs typeface="Cambria Math" pitchFamily="18" charset="0"/>
                        </a:rPr>
                        <a:t>41</a:t>
                      </a: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1421">
                <a:tc>
                  <a:txBody>
                    <a:bodyPr/>
                    <a:lstStyle/>
                    <a:p>
                      <a:pPr marL="0" marR="0" indent="0" eaLnBrk="0">
                        <a:lnSpc>
                          <a:spcPct val="101811"/>
                        </a:lnSpc>
                        <a:spcAft>
                          <a:spcPts val="128"/>
                        </a:spcAft>
                      </a:pPr>
                      <a:r>
                        <a:rPr lang="en-US" altLang="zh-CN" sz="1150" kern="0" spc="-15" baseline="0" noProof="0" dirty="0" smtClean="0">
                          <a:solidFill>
                            <a:srgbClr val="0000FF"/>
                          </a:solidFill>
                          <a:latin typeface="SimSun" pitchFamily="2" charset="0"/>
                          <a:ea typeface="SimSun" pitchFamily="2" charset="0"/>
                          <a:cs typeface="SimSun" pitchFamily="2" charset="0"/>
                        </a:rPr>
                        <a:t>故</a:t>
                      </a:r>
                      <a:r>
                        <a:rPr lang="en-US" altLang="zh-CN" sz="1150" kern="0" spc="0" baseline="0" noProof="0" dirty="0" smtClean="0">
                          <a:solidFill>
                            <a:srgbClr val="0000FF"/>
                          </a:solidFill>
                          <a:latin typeface="SimSun" pitchFamily="2" charset="0"/>
                          <a:ea typeface="SimSun" pitchFamily="2" charset="0"/>
                          <a:cs typeface="SimSun" pitchFamily="2" charset="0"/>
                        </a:rPr>
                        <a:t>所求过渡矩阵为</a:t>
                      </a: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37719" marR="0" indent="0" eaLnBrk="0">
                        <a:lnSpc>
                          <a:spcPct val="101811"/>
                        </a:lnSpc>
                        <a:spcAft>
                          <a:spcPts val="128"/>
                        </a:spcAft>
                      </a:pPr>
                      <a:r>
                        <a:rPr lang="en-US" altLang="zh-CN" sz="1150" kern="0" spc="-15" baseline="0" noProof="0" dirty="0" smtClean="0">
                          <a:solidFill>
                            <a:srgbClr val="0000FF"/>
                          </a:solidFill>
                          <a:latin typeface="Cambria Math" pitchFamily="18" charset="0"/>
                          <a:ea typeface="Cambria Math" pitchFamily="18" charset="0"/>
                          <a:cs typeface="Cambria Math" pitchFamily="18" charset="0"/>
                        </a:rPr>
                        <a:t>9</a:t>
                      </a: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ctr">
                        <a:lnSpc>
                          <a:spcPct val="101811"/>
                        </a:lnSpc>
                        <a:spcAft>
                          <a:spcPts val="128"/>
                        </a:spcAft>
                      </a:pPr>
                      <a:r>
                        <a:rPr lang="en-US" altLang="zh-CN" sz="1150" kern="0" spc="-15" baseline="0" noProof="0" dirty="0" smtClean="0">
                          <a:solidFill>
                            <a:srgbClr val="0000FF"/>
                          </a:solidFill>
                          <a:latin typeface="Cambria Math" pitchFamily="18" charset="0"/>
                          <a:ea typeface="Cambria Math" pitchFamily="18" charset="0"/>
                          <a:cs typeface="Cambria Math" pitchFamily="18" charset="0"/>
                        </a:rPr>
                        <a:t>2</a:t>
                      </a:r>
                      <a:r>
                        <a:rPr lang="en-US" altLang="zh-CN" sz="1150" kern="0" spc="0" baseline="0" noProof="0" dirty="0" smtClean="0">
                          <a:solidFill>
                            <a:srgbClr val="0000FF"/>
                          </a:solidFill>
                          <a:latin typeface="Cambria Math" pitchFamily="18" charset="0"/>
                          <a:ea typeface="Cambria Math" pitchFamily="18" charset="0"/>
                          <a:cs typeface="Cambria Math" pitchFamily="18" charset="0"/>
                        </a:rPr>
                        <a:t>0</a:t>
                      </a: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91999" marR="0" indent="0" eaLnBrk="0">
                        <a:lnSpc>
                          <a:spcPct val="101811"/>
                        </a:lnSpc>
                        <a:spcAft>
                          <a:spcPts val="128"/>
                        </a:spcAft>
                      </a:pPr>
                      <a:r>
                        <a:rPr lang="en-US" altLang="zh-CN" sz="1150" kern="0" spc="-15" baseline="0" noProof="0" dirty="0" smtClean="0">
                          <a:solidFill>
                            <a:srgbClr val="0000FF"/>
                          </a:solidFill>
                          <a:latin typeface="Cambria Math" pitchFamily="18" charset="0"/>
                          <a:ea typeface="Cambria Math" pitchFamily="18" charset="0"/>
                          <a:cs typeface="Cambria Math" pitchFamily="18" charset="0"/>
                        </a:rPr>
                        <a:t>9</a:t>
                      </a: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60553">
                <a:tc>
                  <a:txBody>
                    <a:bodyPr/>
                    <a:lstStyle/>
                    <a:p>
                      <a:pPr marL="0" marR="0" indent="0" eaLnBrk="0">
                        <a:lnSpc>
                          <a:spcPct val="88750"/>
                        </a:lnSpc>
                        <a:spcAft>
                          <a:spcPts val="214"/>
                        </a:spcAf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37719" marR="0" indent="0" eaLnBrk="0">
                        <a:lnSpc>
                          <a:spcPct val="91666"/>
                        </a:lnSpc>
                      </a:pPr>
                      <a:r>
                        <a:rPr lang="en-US" altLang="zh-CN" sz="1150" kern="0" spc="-15" baseline="0" noProof="0" dirty="0" smtClean="0">
                          <a:solidFill>
                            <a:srgbClr val="0000FF"/>
                          </a:solidFill>
                          <a:latin typeface="Cambria Math" pitchFamily="18" charset="0"/>
                          <a:ea typeface="Cambria Math" pitchFamily="18" charset="0"/>
                          <a:cs typeface="Cambria Math" pitchFamily="18" charset="0"/>
                        </a:rPr>
                        <a:t>4</a:t>
                      </a: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ctr">
                        <a:lnSpc>
                          <a:spcPct val="91666"/>
                        </a:lnSpc>
                      </a:pPr>
                      <a:r>
                        <a:rPr lang="en-US" altLang="zh-CN" sz="1150" kern="0" spc="-15" baseline="0" noProof="0" dirty="0" smtClean="0">
                          <a:solidFill>
                            <a:srgbClr val="0000FF"/>
                          </a:solidFill>
                          <a:latin typeface="Cambria Math" pitchFamily="18" charset="0"/>
                          <a:ea typeface="Cambria Math" pitchFamily="18" charset="0"/>
                          <a:cs typeface="Cambria Math" pitchFamily="18" charset="0"/>
                        </a:rPr>
                        <a:t>1</a:t>
                      </a:r>
                      <a:r>
                        <a:rPr lang="en-US" altLang="zh-CN" sz="1150" kern="0" spc="0" baseline="0" noProof="0" dirty="0" smtClean="0">
                          <a:solidFill>
                            <a:srgbClr val="0000FF"/>
                          </a:solidFill>
                          <a:latin typeface="Cambria Math" pitchFamily="18" charset="0"/>
                          <a:ea typeface="Cambria Math" pitchFamily="18" charset="0"/>
                          <a:cs typeface="Cambria Math" pitchFamily="18" charset="0"/>
                        </a:rPr>
                        <a:t>2</a:t>
                      </a: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91999" marR="0" indent="0" eaLnBrk="0">
                        <a:lnSpc>
                          <a:spcPct val="91666"/>
                        </a:lnSpc>
                      </a:pPr>
                      <a:r>
                        <a:rPr lang="en-US" altLang="zh-CN" sz="1150" kern="0" spc="-15" baseline="0" noProof="0" dirty="0" smtClean="0">
                          <a:solidFill>
                            <a:srgbClr val="0000FF"/>
                          </a:solidFill>
                          <a:latin typeface="Cambria Math" pitchFamily="18" charset="0"/>
                          <a:ea typeface="Cambria Math" pitchFamily="18" charset="0"/>
                          <a:cs typeface="Cambria Math" pitchFamily="18" charset="0"/>
                        </a:rPr>
                        <a:t>8</a:t>
                      </a: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8" name="VectorPath 68"/>
          <p:cNvSpPr/>
          <p:nvPr/>
        </p:nvSpPr>
        <p:spPr>
          <a:xfrm>
            <a:off x="2843505" y="4219486"/>
            <a:ext cx="76073" cy="450215"/>
          </a:xfrm>
          <a:custGeom>
            <a:rect l="l" t="t" r="r" b="b"/>
            <a:pathLst>
              <a:path w="76073" h="450215">
                <a:moveTo>
                  <a:pt x="76073" y="5334"/>
                </a:moveTo>
                <a:cubicBezTo>
                  <a:pt x="56007" y="27813"/>
                  <a:pt x="40767" y="57912"/>
                  <a:pt x="30480" y="95885"/>
                </a:cubicBezTo>
                <a:cubicBezTo>
                  <a:pt x="20320" y="133858"/>
                  <a:pt x="15240" y="176911"/>
                  <a:pt x="15240" y="224917"/>
                </a:cubicBezTo>
                <a:cubicBezTo>
                  <a:pt x="15240" y="273431"/>
                  <a:pt x="20320" y="316357"/>
                  <a:pt x="30480" y="354457"/>
                </a:cubicBezTo>
                <a:cubicBezTo>
                  <a:pt x="40767" y="392303"/>
                  <a:pt x="56007" y="422529"/>
                  <a:pt x="76073" y="445008"/>
                </a:cubicBezTo>
                <a:lnTo>
                  <a:pt x="71247" y="450215"/>
                </a:lnTo>
                <a:cubicBezTo>
                  <a:pt x="48895" y="428117"/>
                  <a:pt x="31369" y="398145"/>
                  <a:pt x="18796" y="359918"/>
                </a:cubicBezTo>
                <a:cubicBezTo>
                  <a:pt x="6350" y="321437"/>
                  <a:pt x="0" y="276606"/>
                  <a:pt x="0" y="224790"/>
                </a:cubicBezTo>
                <a:cubicBezTo>
                  <a:pt x="0" y="173482"/>
                  <a:pt x="6350" y="128778"/>
                  <a:pt x="18796" y="90297"/>
                </a:cubicBezTo>
                <a:cubicBezTo>
                  <a:pt x="31369" y="52197"/>
                  <a:pt x="48895" y="21971"/>
                  <a:pt x="71247" y="0"/>
                </a:cubicBezTo>
                <a:lnTo>
                  <a:pt x="76073" y="5334"/>
                </a:lnTo>
              </a:path>
            </a:pathLst>
          </a:custGeom>
          <a:solidFill>
            <a:srgbClr val="0000FF">
              <a:alpha val="100000"/>
            </a:srgbClr>
          </a:solidFill>
        </p:spPr>
      </p:sp>
      <p:sp>
        <p:nvSpPr>
          <p:cNvPr id="69" name="VectorPath 69"/>
          <p:cNvSpPr/>
          <p:nvPr/>
        </p:nvSpPr>
        <p:spPr>
          <a:xfrm>
            <a:off x="4081437" y="4219525"/>
            <a:ext cx="76200" cy="450215"/>
          </a:xfrm>
          <a:custGeom>
            <a:rect l="l" t="t" r="r" b="b"/>
            <a:pathLst>
              <a:path w="76200" h="450215">
                <a:moveTo>
                  <a:pt x="4826" y="0"/>
                </a:moveTo>
                <a:cubicBezTo>
                  <a:pt x="27305" y="21971"/>
                  <a:pt x="44704" y="51943"/>
                  <a:pt x="57404" y="90424"/>
                </a:cubicBezTo>
                <a:cubicBezTo>
                  <a:pt x="69977" y="128651"/>
                  <a:pt x="76200" y="173482"/>
                  <a:pt x="76200" y="224663"/>
                </a:cubicBezTo>
                <a:cubicBezTo>
                  <a:pt x="76200" y="276479"/>
                  <a:pt x="69977" y="321564"/>
                  <a:pt x="57404" y="359791"/>
                </a:cubicBezTo>
                <a:cubicBezTo>
                  <a:pt x="44704" y="398145"/>
                  <a:pt x="27305" y="428244"/>
                  <a:pt x="4826" y="450215"/>
                </a:cubicBezTo>
                <a:lnTo>
                  <a:pt x="0" y="444881"/>
                </a:lnTo>
                <a:cubicBezTo>
                  <a:pt x="20193" y="422529"/>
                  <a:pt x="35179" y="392303"/>
                  <a:pt x="45593" y="354457"/>
                </a:cubicBezTo>
                <a:cubicBezTo>
                  <a:pt x="55880" y="316484"/>
                  <a:pt x="60960" y="273304"/>
                  <a:pt x="60960" y="224917"/>
                </a:cubicBezTo>
                <a:cubicBezTo>
                  <a:pt x="60960" y="176784"/>
                  <a:pt x="55880" y="133731"/>
                  <a:pt x="45593" y="95885"/>
                </a:cubicBezTo>
                <a:cubicBezTo>
                  <a:pt x="35179" y="57912"/>
                  <a:pt x="20193" y="27686"/>
                  <a:pt x="0" y="5334"/>
                </a:cubicBezTo>
                <a:lnTo>
                  <a:pt x="4826" y="0"/>
                </a:lnTo>
              </a:path>
            </a:pathLst>
          </a:custGeom>
          <a:solidFill>
            <a:srgbClr val="0000FF">
              <a:alpha val="100000"/>
            </a:srgbClr>
          </a:solidFill>
        </p:spPr>
      </p:sp>
      <p:pic>
        <p:nvPicPr>
          <p:cNvPr id="70" name="F1A60DA1-723B-4D93-F481-25A3E5CC3E05"/>
          <p:cNvPicPr>
            <a:picLocks noChangeAspect="1"/>
          </p:cNvPicPr>
          <p:nvPr/>
        </p:nvPicPr>
        <p:blipFill>
          <a:blip r:embed="rId30" cstate="print">
            <a:extLst>
              <a:ext uri="{E8F71B8B-D4E1-4EAC-AEA0-1357CDA6723E}"/>
            </a:extLst>
          </a:blip>
          <a:srcRect/>
          <a:stretch>
            <a:fillRect/>
          </a:stretch>
        </p:blipFill>
        <p:spPr>
          <a:xfrm>
            <a:off x="2469185" y="5025949"/>
            <a:ext cx="95250" cy="114300"/>
          </a:xfrm>
          <a:prstGeom prst="rect">
            <a:avLst/>
          </a:prstGeom>
        </p:spPr>
      </p:pic>
      <p:pic>
        <p:nvPicPr>
          <p:cNvPr id="71" name="1874CC80-8511-4BA1-F3F1-683700075F3F"/>
          <p:cNvPicPr>
            <a:picLocks noChangeAspect="1"/>
          </p:cNvPicPr>
          <p:nvPr/>
        </p:nvPicPr>
        <p:blipFill>
          <a:blip r:embed="rId31" cstate="print">
            <a:extLst>
              <a:ext uri="{0208317D-B738-43AD-629B-7B6D50B743F2}"/>
            </a:extLst>
          </a:blip>
          <a:srcRect/>
          <a:stretch>
            <a:fillRect/>
          </a:stretch>
        </p:blipFill>
        <p:spPr>
          <a:xfrm>
            <a:off x="2293925" y="5204257"/>
            <a:ext cx="447675" cy="114300"/>
          </a:xfrm>
          <a:prstGeom prst="rect">
            <a:avLst/>
          </a:prstGeom>
        </p:spPr>
      </p:pic>
      <p:graphicFrame>
        <p:nvGraphicFramePr>
          <p:cNvPr id="72" name="Table72"/>
          <p:cNvGraphicFramePr>
            <a:graphicFrameLocks noGrp="1"/>
          </p:cNvGraphicFramePr>
          <p:nvPr/>
        </p:nvGraphicFramePr>
        <p:xfrm>
          <a:off x="1100646" y="4771099"/>
          <a:ext cx="2939009" cy="721347"/>
        </p:xfrm>
        <a:graphic>
          <a:graphicData uri="http://schemas.openxmlformats.org/drawingml/2006/table">
            <a:tbl>
              <a:tblPr firstRow="1" bandRow="1">
                <a:tableStyleId>{78AA89EA-FA7E-40AB-9859-67A4A494C563}</a:tableStyleId>
              </a:tblPr>
              <a:tblGrid>
                <a:gridCol w="422135"/>
                <a:gridCol w="175324"/>
                <a:gridCol w="508000"/>
                <a:gridCol w="533127"/>
                <a:gridCol w="1343629"/>
              </a:tblGrid>
              <a:tr h="232734">
                <a:tc gridSpan="5">
                  <a:txBody>
                    <a:bodyPr/>
                    <a:lstStyle/>
                    <a:p>
                      <a:pPr marL="0" marR="0" indent="0" eaLnBrk="0">
                        <a:lnSpc>
                          <a:spcPct val="103985"/>
                        </a:lnSpc>
                        <a:spcBef>
                          <a:spcPts val="124"/>
                        </a:spcBef>
                        <a:spcAft>
                          <a:spcPts val="295"/>
                        </a:spcAft>
                      </a:pPr>
                      <a:r>
                        <a:rPr lang="en-US" altLang="zh-CN" sz="1150" kern="0" spc="0" baseline="0" noProof="0" dirty="0" smtClean="0">
                          <a:solidFill>
                            <a:srgbClr val="000000"/>
                          </a:solidFill>
                          <a:latin typeface="SimSun" pitchFamily="2" charset="0"/>
                          <a:ea typeface="SimSun" pitchFamily="2" charset="0"/>
                          <a:cs typeface="SimSun" pitchFamily="2" charset="0"/>
                        </a:rPr>
                        <a:t>四、</a:t>
                      </a:r>
                      <a:r>
                        <a:rPr lang="en-US" altLang="zh-CN" sz="1150" kern="0" spc="0" baseline="0" b="1" noProof="0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 pitchFamily="18" charset="0"/>
                          <a:cs typeface="Times New Roman" pitchFamily="18" charset="0"/>
                        </a:rPr>
                        <a:t>(15</a:t>
                      </a:r>
                      <a:r>
                        <a:rPr baseline="0" lang="en-US" altLang="zh-CN" sz="1150" kern="0" spc="-15" b="1" noProof="0" dirty="0" smtClean="0">
                          <a:latin typeface="Times New Roman" pitchFamily="18" charset="0"/>
                          <a:ea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altLang="zh-CN" sz="1150" kern="0" spc="0" baseline="0" b="1" noProof="0" dirty="0" smtClean="0">
                          <a:solidFill>
                            <a:srgbClr val="000000"/>
                          </a:solidFill>
                          <a:latin typeface="SimSun" pitchFamily="2" charset="0"/>
                          <a:ea typeface="SimSun" pitchFamily="2" charset="0"/>
                          <a:cs typeface="SimSun" pitchFamily="2" charset="0"/>
                        </a:rPr>
                        <a:t>分</a:t>
                      </a:r>
                      <a:r>
                        <a:rPr lang="en-US" altLang="zh-CN" sz="1150" kern="0" spc="0" baseline="0" b="1" noProof="0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 pitchFamily="18" charset="0"/>
                          <a:cs typeface="Times New Roman" pitchFamily="18" charset="0"/>
                        </a:rPr>
                        <a:t>)</a:t>
                      </a:r>
                    </a:p>
                  </a:txBody>
                  <a:tcPr marL="0" marR="0" marT="15875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49066">
                <a:tc>
                  <a:txBody>
                    <a:bodyPr/>
                    <a:lstStyle/>
                    <a:p>
                      <a:pPr marL="0" marR="0" indent="0" eaLnBrk="0">
                        <a:lnSpc>
                          <a:spcPct val="89583"/>
                        </a:lnSpc>
                        <a:spcAft>
                          <a:spcPts val="123"/>
                        </a:spcAf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0" marR="6921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3843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4638" marR="0" indent="0" eaLnBrk="0">
                        <a:lnSpc>
                          <a:spcPct val="85144"/>
                        </a:lnSpc>
                      </a:pPr>
                      <a:r>
                        <a:rPr lang="en-US" altLang="zh-CN" sz="1150" kern="0" spc="-15" baseline="0" noProof="0" dirty="0" smtClean="0">
                          <a:solidFill>
                            <a:srgbClr val="0000FF"/>
                          </a:solidFill>
                          <a:latin typeface="Cambria Math" pitchFamily="18" charset="0"/>
                          <a:ea typeface="Cambria Math" pitchFamily="18" charset="0"/>
                          <a:cs typeface="Cambria Math" pitchFamily="18" charset="0"/>
                        </a:rPr>
                        <a:t>1</a:t>
                      </a:r>
                    </a:p>
                  </a:txBody>
                  <a:tcPr marL="6921" marR="0" marT="0" marB="0">
                    <a:lnL w="13843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25488" marR="0" indent="0" eaLnBrk="0">
                        <a:lnSpc>
                          <a:spcPct val="85144"/>
                        </a:lnSpc>
                      </a:pPr>
                      <a:r>
                        <a:rPr lang="en-US" altLang="zh-CN" sz="1150" kern="0" spc="-15" baseline="0" noProof="0" dirty="0" smtClean="0">
                          <a:solidFill>
                            <a:srgbClr val="0000FF"/>
                          </a:solidFill>
                          <a:latin typeface="Cambria Math" pitchFamily="18" charset="0"/>
                          <a:ea typeface="Cambria Math" pitchFamily="18" charset="0"/>
                          <a:cs typeface="Cambria Math" pitchFamily="18" charset="0"/>
                        </a:rPr>
                        <a:t>2</a:t>
                      </a: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3080" marR="0" indent="0" eaLnBrk="0" algn="just">
                        <a:lnSpc>
                          <a:spcPct val="97916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0" marR="6921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3843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>
                        <a:lnSpc>
                          <a:spcPct val="89583"/>
                        </a:lnSpc>
                        <a:spcAft>
                          <a:spcPts val="123"/>
                        </a:spcAf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6921" marR="0" marT="0" marB="0">
                    <a:lnL w="13843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7111">
                <a:tc>
                  <a:txBody>
                    <a:bodyPr/>
                    <a:lstStyle/>
                    <a:p>
                      <a:pPr marL="0" marR="0" indent="0" eaLnBrk="0">
                        <a:lnSpc>
                          <a:spcPct val="103623"/>
                        </a:lnSpc>
                        <a:spcBef>
                          <a:spcPts val="47"/>
                        </a:spcBef>
                        <a:spcAft>
                          <a:spcPts val="203"/>
                        </a:spcAft>
                      </a:pPr>
                      <a:r>
                        <a:rPr lang="en-US" altLang="zh-CN" sz="1150" kern="0" spc="-15" baseline="0" noProof="0" dirty="0" smtClean="0">
                          <a:solidFill>
                            <a:srgbClr val="0000FF"/>
                          </a:solidFill>
                          <a:latin typeface="SimSun" pitchFamily="2" charset="0"/>
                          <a:ea typeface="SimSun" pitchFamily="2" charset="0"/>
                          <a:cs typeface="SimSun" pitchFamily="2" charset="0"/>
                        </a:rPr>
                        <a:t>解</a:t>
                      </a:r>
                      <a:r>
                        <a:rPr lang="en-US" altLang="zh-CN" sz="1150" kern="0" spc="0" baseline="0" noProof="0" dirty="0" smtClean="0">
                          <a:solidFill>
                            <a:srgbClr val="0000FF"/>
                          </a:solidFill>
                          <a:latin typeface="SimSun" pitchFamily="2" charset="0"/>
                          <a:ea typeface="SimSun" pitchFamily="2" charset="0"/>
                          <a:cs typeface="SimSun" pitchFamily="2" charset="0"/>
                        </a:rPr>
                        <a:t>：</a:t>
                      </a:r>
                    </a:p>
                  </a:txBody>
                  <a:tcPr marL="0" marR="6921" marT="635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3843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4638" marR="0" indent="0" eaLnBrk="0">
                        <a:lnSpc>
                          <a:spcPct val="103623"/>
                        </a:lnSpc>
                        <a:spcBef>
                          <a:spcPts val="107"/>
                        </a:spcBef>
                        <a:spcAft>
                          <a:spcPts val="144"/>
                        </a:spcAft>
                      </a:pPr>
                      <a:r>
                        <a:rPr lang="en-US" altLang="zh-CN" sz="1150" kern="0" spc="-15" baseline="0" noProof="0" dirty="0" smtClean="0">
                          <a:solidFill>
                            <a:srgbClr val="0000FF"/>
                          </a:solidFill>
                          <a:latin typeface="Cambria Math" pitchFamily="18" charset="0"/>
                          <a:ea typeface="Cambria Math" pitchFamily="18" charset="0"/>
                          <a:cs typeface="Cambria Math" pitchFamily="18" charset="0"/>
                        </a:rPr>
                        <a:t>1</a:t>
                      </a:r>
                    </a:p>
                  </a:txBody>
                  <a:tcPr marL="6921" marR="0" marT="13335" marB="0">
                    <a:lnL w="13843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25488" marR="0" indent="0" eaLnBrk="0">
                        <a:lnSpc>
                          <a:spcPct val="103623"/>
                        </a:lnSpc>
                        <a:spcBef>
                          <a:spcPts val="107"/>
                        </a:spcBef>
                        <a:spcAft>
                          <a:spcPts val="144"/>
                        </a:spcAft>
                      </a:pPr>
                      <a:r>
                        <a:rPr lang="en-US" altLang="zh-CN" sz="1150" kern="0" spc="-15" baseline="0" noProof="0" dirty="0" smtClean="0">
                          <a:solidFill>
                            <a:srgbClr val="0000FF"/>
                          </a:solidFill>
                          <a:latin typeface="Cambria Math" pitchFamily="18" charset="0"/>
                          <a:ea typeface="Cambria Math" pitchFamily="18" charset="0"/>
                          <a:cs typeface="Cambria Math" pitchFamily="18" charset="0"/>
                        </a:rPr>
                        <a:t>3</a:t>
                      </a:r>
                    </a:p>
                  </a:txBody>
                  <a:tcPr marL="0" marR="0" marT="13335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7821" marR="0" indent="0" eaLnBrk="0">
                        <a:lnSpc>
                          <a:spcPct val="69166"/>
                        </a:lnSpc>
                        <a:spcBef>
                          <a:spcPts val="404"/>
                        </a:spcBef>
                        <a:spcAft>
                          <a:spcPts val="397"/>
                        </a:spcAf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0" marR="6921" marT="51435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3843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6155" marR="0" indent="0" eaLnBrk="0">
                        <a:lnSpc>
                          <a:spcPct val="94166"/>
                        </a:lnSpc>
                        <a:spcBef>
                          <a:spcPts val="328"/>
                        </a:spcBef>
                        <a:spcAft>
                          <a:spcPts val="177"/>
                        </a:spcAf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6921" marR="0" marT="41910" marB="0">
                    <a:lnL w="13843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2435">
                <a:tc>
                  <a:txBody>
                    <a:bodyPr/>
                    <a:lstStyle/>
                    <a:p>
                      <a:pPr marL="0" marR="0" indent="0" eaLnBrk="0">
                        <a:lnSpc>
                          <a:spcPct val="87083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0" marR="6921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3843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4638" marR="0" indent="0" eaLnBrk="0">
                        <a:lnSpc>
                          <a:spcPct val="75724"/>
                        </a:lnSpc>
                      </a:pPr>
                      <a:r>
                        <a:rPr lang="en-US" altLang="zh-CN" sz="1150" kern="0" spc="-15" baseline="0" noProof="0" dirty="0" smtClean="0">
                          <a:solidFill>
                            <a:srgbClr val="0000FF"/>
                          </a:solidFill>
                          <a:latin typeface="Cambria Math" pitchFamily="18" charset="0"/>
                          <a:ea typeface="Cambria Math" pitchFamily="18" charset="0"/>
                          <a:cs typeface="Cambria Math" pitchFamily="18" charset="0"/>
                        </a:rPr>
                        <a:t>1</a:t>
                      </a:r>
                    </a:p>
                  </a:txBody>
                  <a:tcPr marL="6921" marR="0" marT="0" marB="0">
                    <a:lnL w="13843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901" marR="0" indent="0" eaLnBrk="0">
                        <a:lnSpc>
                          <a:spcPct val="70416"/>
                        </a:lnSpc>
                        <a:spcBef>
                          <a:spcPts val="177"/>
                        </a:spcBef>
                        <a:spcAft>
                          <a:spcPts val="11"/>
                        </a:spcAf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0" marR="0" marT="2286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3080" marR="0" indent="0" eaLnBrk="0" algn="just">
                        <a:lnSpc>
                          <a:spcPct val="87083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0" marR="6921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3843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>
                        <a:lnSpc>
                          <a:spcPct val="87083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6921" marR="0" marT="0" marB="0">
                    <a:lnL w="13843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73" name="B68AF46C-5659-47EC-C212-24EF187DC8E4"/>
          <p:cNvPicPr>
            <a:picLocks noChangeAspect="1"/>
          </p:cNvPicPr>
          <p:nvPr/>
        </p:nvPicPr>
        <p:blipFill>
          <a:blip r:embed="rId32" cstate="print">
            <a:extLst>
              <a:ext uri="{2143C4FD-607C-4050-1869-E9980B9D5891}"/>
            </a:extLst>
          </a:blip>
          <a:srcRect/>
          <a:stretch>
            <a:fillRect/>
          </a:stretch>
        </p:blipFill>
        <p:spPr>
          <a:xfrm>
            <a:off x="2822753" y="5194656"/>
            <a:ext cx="1228725" cy="152400"/>
          </a:xfrm>
          <a:prstGeom prst="rect">
            <a:avLst/>
          </a:prstGeom>
        </p:spPr>
      </p:pic>
      <p:pic>
        <p:nvPicPr>
          <p:cNvPr id="74" name="9C265006-E23E-4954-CB08-FE6DAA93F8D4"/>
          <p:cNvPicPr>
            <a:picLocks noChangeAspect="1"/>
          </p:cNvPicPr>
          <p:nvPr/>
        </p:nvPicPr>
        <p:blipFill>
          <a:blip r:embed="rId33" cstate="print">
            <a:extLst>
              <a:ext uri="{F929A836-C5C9-40C9-C4A5-7CE85B4FBAE2}"/>
            </a:extLst>
          </a:blip>
          <a:srcRect/>
          <a:stretch>
            <a:fillRect/>
          </a:stretch>
        </p:blipFill>
        <p:spPr>
          <a:xfrm>
            <a:off x="1791005" y="5382566"/>
            <a:ext cx="352425" cy="114300"/>
          </a:xfrm>
          <a:prstGeom prst="rect">
            <a:avLst/>
          </a:prstGeom>
        </p:spPr>
      </p:pic>
      <p:pic>
        <p:nvPicPr>
          <p:cNvPr id="75" name="DFE190E7-8780-4EA8-57EE-74C405618424"/>
          <p:cNvPicPr>
            <a:picLocks noChangeAspect="1"/>
          </p:cNvPicPr>
          <p:nvPr/>
        </p:nvPicPr>
        <p:blipFill>
          <a:blip r:embed="rId34" cstate="print">
            <a:extLst>
              <a:ext uri="{19B97410-17DD-4BA0-53F7-9669CF8E60F0}"/>
            </a:extLst>
          </a:blip>
          <a:srcRect/>
          <a:stretch>
            <a:fillRect/>
          </a:stretch>
        </p:blipFill>
        <p:spPr>
          <a:xfrm>
            <a:off x="2469185" y="5384089"/>
            <a:ext cx="95250" cy="123825"/>
          </a:xfrm>
          <a:prstGeom prst="rect">
            <a:avLst/>
          </a:prstGeom>
        </p:spPr>
      </p:pic>
      <p:sp>
        <p:nvSpPr>
          <p:cNvPr id="76" name="TextBox76"/>
          <p:cNvSpPr txBox="1"/>
          <p:nvPr/>
        </p:nvSpPr>
        <p:spPr>
          <a:xfrm>
            <a:off x="1273975" y="5702682"/>
            <a:ext cx="2188464" cy="16139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5833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pic>
        <p:nvPicPr>
          <p:cNvPr id="77" name="88188E7D-9624-4186-2323-FBC1CFC32798"/>
          <p:cNvPicPr>
            <a:picLocks noChangeAspect="1"/>
          </p:cNvPicPr>
          <p:nvPr/>
        </p:nvPicPr>
        <p:blipFill>
          <a:blip r:embed="rId35" cstate="print">
            <a:extLst>
              <a:ext uri="{50B01898-43B5-4537-77E8-4FE6E7FCFC8A}"/>
            </a:extLst>
          </a:blip>
          <a:srcRect/>
          <a:stretch>
            <a:fillRect/>
          </a:stretch>
        </p:blipFill>
        <p:spPr>
          <a:xfrm>
            <a:off x="1273975" y="5702682"/>
            <a:ext cx="2200275" cy="171450"/>
          </a:xfrm>
          <a:prstGeom prst="rect">
            <a:avLst/>
          </a:prstGeom>
        </p:spPr>
      </p:pic>
      <p:sp>
        <p:nvSpPr>
          <p:cNvPr id="78" name="TextBox78"/>
          <p:cNvSpPr txBox="1"/>
          <p:nvPr/>
        </p:nvSpPr>
        <p:spPr>
          <a:xfrm>
            <a:off x="1265720" y="6222568"/>
            <a:ext cx="862584" cy="16139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5833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pic>
        <p:nvPicPr>
          <p:cNvPr id="79" name="3EAE52F1-EDB5-4684-C41F-2E6BDCCDAD6B"/>
          <p:cNvPicPr>
            <a:picLocks noChangeAspect="1"/>
          </p:cNvPicPr>
          <p:nvPr/>
        </p:nvPicPr>
        <p:blipFill>
          <a:blip r:embed="rId36" cstate="print">
            <a:extLst>
              <a:ext uri="{5BBDFB11-6EE5-4E4E-E83E-FD4AABD267A4}"/>
            </a:extLst>
          </a:blip>
          <a:srcRect/>
          <a:stretch>
            <a:fillRect/>
          </a:stretch>
        </p:blipFill>
        <p:spPr>
          <a:xfrm>
            <a:off x="1265720" y="6222568"/>
            <a:ext cx="876300" cy="171450"/>
          </a:xfrm>
          <a:prstGeom prst="rect">
            <a:avLst/>
          </a:prstGeom>
        </p:spPr>
      </p:pic>
      <p:sp>
        <p:nvSpPr>
          <p:cNvPr id="80" name="TextBox80"/>
          <p:cNvSpPr txBox="1"/>
          <p:nvPr/>
        </p:nvSpPr>
        <p:spPr>
          <a:xfrm>
            <a:off x="2221256" y="6037771"/>
            <a:ext cx="792937" cy="53179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811"/>
              </a:lnSpc>
              <a:spcAft>
                <a:spcPts val="24"/>
              </a:spcAft>
            </a:pPr>
            <a:r>
              <a:rPr lang="en-US" altLang="zh-CN" sz="1150" kern="0" spc="5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1</a:t>
            </a:r>
            <a:r>
              <a:rPr baseline="0" lang="en-US" altLang="zh-CN" sz="1150" kern="0" spc="95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150" kern="0" spc="0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2</a:t>
            </a:r>
            <a:r>
              <a:rPr baseline="0" lang="en-US" altLang="zh-CN" sz="1150" kern="0" spc="-1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150" kern="0" spc="0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1</a:t>
            </a:r>
            <a:r>
              <a:rPr baseline="0" lang="en-US" altLang="zh-CN" sz="1150" kern="0" spc="-1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150" kern="0" spc="0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1</a:t>
            </a:r>
          </a:p>
          <a:p>
            <a:pPr marL="0" marR="0" indent="0" eaLnBrk="0">
              <a:lnSpc>
                <a:spcPct val="101811"/>
              </a:lnSpc>
              <a:spcAft>
                <a:spcPts val="24"/>
              </a:spcAft>
            </a:pPr>
            <a:r>
              <a:rPr lang="en-US" altLang="zh-CN" sz="1150" kern="0" spc="5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1</a:t>
            </a:r>
            <a:r>
              <a:rPr baseline="0" lang="en-US" altLang="zh-CN" sz="1150" kern="0" spc="95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150" kern="0" spc="0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3</a:t>
            </a:r>
            <a:r>
              <a:rPr baseline="0" lang="en-US" altLang="zh-CN" sz="1150" kern="0" spc="-1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150" kern="0" spc="0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1</a:t>
            </a:r>
            <a:r>
              <a:rPr baseline="0" lang="en-US" altLang="zh-CN" sz="1150" kern="0" spc="-1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150" kern="0" spc="0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1</a:t>
            </a: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1150" kern="0" spc="5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1</a:t>
            </a:r>
            <a:r>
              <a:rPr baseline="0" lang="en-US" altLang="zh-CN" sz="1150" kern="0" spc="95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150" kern="0" spc="0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4</a:t>
            </a:r>
            <a:r>
              <a:rPr baseline="0" lang="en-US" altLang="zh-CN" sz="1150" kern="0" spc="-1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150" kern="0" spc="0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1</a:t>
            </a:r>
            <a:r>
              <a:rPr baseline="0" lang="en-US" altLang="zh-CN" sz="1150" kern="0" spc="-1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150" kern="0" spc="0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1</a:t>
            </a:r>
          </a:p>
        </p:txBody>
      </p:sp>
      <p:sp>
        <p:nvSpPr>
          <p:cNvPr id="81" name="VectorPath 81"/>
          <p:cNvSpPr/>
          <p:nvPr/>
        </p:nvSpPr>
        <p:spPr>
          <a:xfrm>
            <a:off x="3332252" y="6083135"/>
            <a:ext cx="76073" cy="450215"/>
          </a:xfrm>
          <a:custGeom>
            <a:rect l="l" t="t" r="r" b="b"/>
            <a:pathLst>
              <a:path w="76073" h="450215">
                <a:moveTo>
                  <a:pt x="76073" y="5334"/>
                </a:moveTo>
                <a:cubicBezTo>
                  <a:pt x="56007" y="27813"/>
                  <a:pt x="40767" y="57912"/>
                  <a:pt x="30480" y="95885"/>
                </a:cubicBezTo>
                <a:cubicBezTo>
                  <a:pt x="20320" y="133858"/>
                  <a:pt x="15240" y="176911"/>
                  <a:pt x="15240" y="224917"/>
                </a:cubicBezTo>
                <a:cubicBezTo>
                  <a:pt x="15240" y="273431"/>
                  <a:pt x="20320" y="316611"/>
                  <a:pt x="30480" y="354457"/>
                </a:cubicBezTo>
                <a:cubicBezTo>
                  <a:pt x="40767" y="392303"/>
                  <a:pt x="56007" y="422529"/>
                  <a:pt x="76073" y="445008"/>
                </a:cubicBezTo>
                <a:lnTo>
                  <a:pt x="71247" y="450215"/>
                </a:lnTo>
                <a:cubicBezTo>
                  <a:pt x="48895" y="428117"/>
                  <a:pt x="31369" y="398145"/>
                  <a:pt x="18796" y="359918"/>
                </a:cubicBezTo>
                <a:cubicBezTo>
                  <a:pt x="6350" y="321437"/>
                  <a:pt x="0" y="276606"/>
                  <a:pt x="0" y="224790"/>
                </a:cubicBezTo>
                <a:cubicBezTo>
                  <a:pt x="0" y="173482"/>
                  <a:pt x="6350" y="128778"/>
                  <a:pt x="18796" y="90297"/>
                </a:cubicBezTo>
                <a:cubicBezTo>
                  <a:pt x="31369" y="52197"/>
                  <a:pt x="48895" y="21971"/>
                  <a:pt x="71247" y="0"/>
                </a:cubicBezTo>
                <a:lnTo>
                  <a:pt x="76073" y="5334"/>
                </a:lnTo>
              </a:path>
            </a:pathLst>
          </a:custGeom>
          <a:solidFill>
            <a:srgbClr val="0000FF">
              <a:alpha val="100000"/>
            </a:srgbClr>
          </a:solidFill>
        </p:spPr>
      </p:sp>
      <p:sp>
        <p:nvSpPr>
          <p:cNvPr id="82" name="TextBox82"/>
          <p:cNvSpPr txBox="1"/>
          <p:nvPr/>
        </p:nvSpPr>
        <p:spPr>
          <a:xfrm>
            <a:off x="3149384" y="6037771"/>
            <a:ext cx="2215896" cy="53179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263652" marR="0" indent="0" eaLnBrk="0">
              <a:lnSpc>
                <a:spcPct val="97463"/>
              </a:lnSpc>
            </a:pPr>
            <a:r>
              <a:rPr lang="en-US" altLang="zh-CN" sz="1150" kern="0" spc="5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1</a:t>
            </a:r>
            <a:r>
              <a:rPr baseline="0" lang="en-US" altLang="zh-CN" sz="1150" kern="0" spc="95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150" kern="0" spc="0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0</a:t>
            </a:r>
            <a:r>
              <a:rPr baseline="0" lang="en-US" altLang="zh-CN" sz="1150" kern="0" spc="-1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150" kern="0" spc="0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1</a:t>
            </a:r>
            <a:r>
              <a:rPr baseline="0" lang="en-US" altLang="zh-CN" sz="1150" kern="0" spc="-1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150" kern="0" spc="0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1</a:t>
            </a:r>
          </a:p>
          <a:p>
            <a:pPr marL="0" marR="0" indent="0" eaLnBrk="0">
              <a:lnSpc>
                <a:spcPct val="102447"/>
              </a:lnSpc>
              <a:spcAft>
                <a:spcPts val="13"/>
              </a:spcAft>
            </a:pPr>
            <a:r>
              <a:rPr lang="en-US" altLang="zh-CN" sz="1725" kern="0" spc="0" baseline="2899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→</a:t>
            </a:r>
            <a:r>
              <a:rPr baseline="2899" lang="en-US" altLang="zh-CN" sz="1725" kern="0" spc="-2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150" kern="0" spc="0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0</a:t>
            </a:r>
            <a:r>
              <a:rPr baseline="0" lang="en-US" altLang="zh-CN" sz="1150" kern="0" spc="-1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150" kern="0" spc="0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1</a:t>
            </a:r>
            <a:r>
              <a:rPr baseline="0" lang="en-US" altLang="zh-CN" sz="1150" kern="0" spc="-1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150" kern="0" spc="0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0</a:t>
            </a:r>
            <a:r>
              <a:rPr baseline="0" lang="en-US" altLang="zh-CN" sz="1150" kern="0" spc="-1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150" kern="0" spc="0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0</a:t>
            </a:r>
            <a:r>
              <a:rPr baseline="0" lang="en-US" altLang="zh-CN" sz="1150" kern="0" spc="-1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725" kern="0" spc="0" baseline="2899" noProof="0" dirty="0" smtClean="0">
                <a:solidFill>
                  <a:srgbClr val="0000FF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，有无穷多解。</a:t>
            </a:r>
          </a:p>
          <a:p>
            <a:pPr marL="263652" marR="0" indent="0" eaLnBrk="0">
              <a:lnSpc>
                <a:spcPct val="100000"/>
              </a:lnSpc>
            </a:pPr>
            <a:r>
              <a:rPr lang="en-US" altLang="zh-CN" sz="1150" kern="0" spc="5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0</a:t>
            </a:r>
            <a:r>
              <a:rPr baseline="0" lang="en-US" altLang="zh-CN" sz="1150" kern="0" spc="95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150" kern="0" spc="0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0</a:t>
            </a:r>
            <a:r>
              <a:rPr baseline="0" lang="en-US" altLang="zh-CN" sz="1150" kern="0" spc="-1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150" kern="0" spc="0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0</a:t>
            </a:r>
            <a:r>
              <a:rPr baseline="0" lang="en-US" altLang="zh-CN" sz="1150" kern="0" spc="-1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150" kern="0" spc="0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0</a:t>
            </a:r>
          </a:p>
        </p:txBody>
      </p:sp>
      <p:sp>
        <p:nvSpPr>
          <p:cNvPr id="83" name="VectorPath 83"/>
          <p:cNvSpPr/>
          <p:nvPr/>
        </p:nvSpPr>
        <p:spPr>
          <a:xfrm>
            <a:off x="4210393" y="6083174"/>
            <a:ext cx="76200" cy="450215"/>
          </a:xfrm>
          <a:custGeom>
            <a:rect l="l" t="t" r="r" b="b"/>
            <a:pathLst>
              <a:path w="76200" h="450215">
                <a:moveTo>
                  <a:pt x="4826" y="0"/>
                </a:moveTo>
                <a:cubicBezTo>
                  <a:pt x="27305" y="21971"/>
                  <a:pt x="44704" y="51943"/>
                  <a:pt x="57404" y="90424"/>
                </a:cubicBezTo>
                <a:cubicBezTo>
                  <a:pt x="69977" y="128651"/>
                  <a:pt x="76200" y="173482"/>
                  <a:pt x="76200" y="224663"/>
                </a:cubicBezTo>
                <a:cubicBezTo>
                  <a:pt x="76200" y="276479"/>
                  <a:pt x="69977" y="321564"/>
                  <a:pt x="57404" y="359791"/>
                </a:cubicBezTo>
                <a:cubicBezTo>
                  <a:pt x="44704" y="398145"/>
                  <a:pt x="27305" y="428244"/>
                  <a:pt x="4826" y="450215"/>
                </a:cubicBezTo>
                <a:lnTo>
                  <a:pt x="0" y="444881"/>
                </a:lnTo>
                <a:cubicBezTo>
                  <a:pt x="20193" y="422529"/>
                  <a:pt x="35179" y="392303"/>
                  <a:pt x="45593" y="354457"/>
                </a:cubicBezTo>
                <a:cubicBezTo>
                  <a:pt x="55880" y="316484"/>
                  <a:pt x="60960" y="273304"/>
                  <a:pt x="60960" y="224917"/>
                </a:cubicBezTo>
                <a:cubicBezTo>
                  <a:pt x="60960" y="176784"/>
                  <a:pt x="55880" y="133731"/>
                  <a:pt x="45593" y="95885"/>
                </a:cubicBezTo>
                <a:cubicBezTo>
                  <a:pt x="35179" y="57912"/>
                  <a:pt x="20193" y="27686"/>
                  <a:pt x="0" y="5334"/>
                </a:cubicBezTo>
                <a:lnTo>
                  <a:pt x="4826" y="0"/>
                </a:lnTo>
              </a:path>
            </a:pathLst>
          </a:custGeom>
          <a:solidFill>
            <a:srgbClr val="0000FF">
              <a:alpha val="100000"/>
            </a:srgbClr>
          </a:solidFill>
        </p:spPr>
      </p:sp>
      <p:sp>
        <p:nvSpPr>
          <p:cNvPr id="84" name="VectorPath 84"/>
          <p:cNvSpPr/>
          <p:nvPr/>
        </p:nvSpPr>
        <p:spPr>
          <a:xfrm>
            <a:off x="2141245" y="6083174"/>
            <a:ext cx="76073" cy="450215"/>
          </a:xfrm>
          <a:custGeom>
            <a:rect l="l" t="t" r="r" b="b"/>
            <a:pathLst>
              <a:path w="76073" h="450215">
                <a:moveTo>
                  <a:pt x="76073" y="5334"/>
                </a:moveTo>
                <a:cubicBezTo>
                  <a:pt x="56007" y="27813"/>
                  <a:pt x="40767" y="58039"/>
                  <a:pt x="30480" y="95885"/>
                </a:cubicBezTo>
                <a:cubicBezTo>
                  <a:pt x="20320" y="133858"/>
                  <a:pt x="15240" y="176911"/>
                  <a:pt x="15240" y="224917"/>
                </a:cubicBezTo>
                <a:cubicBezTo>
                  <a:pt x="15240" y="273431"/>
                  <a:pt x="20320" y="316611"/>
                  <a:pt x="30480" y="354457"/>
                </a:cubicBezTo>
                <a:cubicBezTo>
                  <a:pt x="40767" y="392303"/>
                  <a:pt x="56007" y="422529"/>
                  <a:pt x="76073" y="445008"/>
                </a:cubicBezTo>
                <a:lnTo>
                  <a:pt x="71247" y="450215"/>
                </a:lnTo>
                <a:cubicBezTo>
                  <a:pt x="48895" y="428117"/>
                  <a:pt x="31369" y="398145"/>
                  <a:pt x="18796" y="359918"/>
                </a:cubicBezTo>
                <a:cubicBezTo>
                  <a:pt x="6350" y="321437"/>
                  <a:pt x="0" y="276606"/>
                  <a:pt x="0" y="224790"/>
                </a:cubicBezTo>
                <a:cubicBezTo>
                  <a:pt x="0" y="173482"/>
                  <a:pt x="6350" y="128778"/>
                  <a:pt x="18796" y="90297"/>
                </a:cubicBezTo>
                <a:cubicBezTo>
                  <a:pt x="31369" y="52197"/>
                  <a:pt x="48895" y="21971"/>
                  <a:pt x="71247" y="0"/>
                </a:cubicBezTo>
                <a:lnTo>
                  <a:pt x="76073" y="5334"/>
                </a:lnTo>
              </a:path>
            </a:pathLst>
          </a:custGeom>
          <a:solidFill>
            <a:srgbClr val="0000FF">
              <a:alpha val="100000"/>
            </a:srgbClr>
          </a:solidFill>
        </p:spPr>
      </p:sp>
      <p:sp>
        <p:nvSpPr>
          <p:cNvPr id="85" name="VectorPath 85"/>
          <p:cNvSpPr/>
          <p:nvPr/>
        </p:nvSpPr>
        <p:spPr>
          <a:xfrm>
            <a:off x="3019387" y="6083212"/>
            <a:ext cx="76200" cy="450215"/>
          </a:xfrm>
          <a:custGeom>
            <a:rect l="l" t="t" r="r" b="b"/>
            <a:pathLst>
              <a:path w="76200" h="450215">
                <a:moveTo>
                  <a:pt x="4826" y="0"/>
                </a:moveTo>
                <a:cubicBezTo>
                  <a:pt x="27305" y="21971"/>
                  <a:pt x="44704" y="51943"/>
                  <a:pt x="57404" y="90424"/>
                </a:cubicBezTo>
                <a:cubicBezTo>
                  <a:pt x="69977" y="128651"/>
                  <a:pt x="76200" y="173482"/>
                  <a:pt x="76200" y="224663"/>
                </a:cubicBezTo>
                <a:cubicBezTo>
                  <a:pt x="76200" y="276479"/>
                  <a:pt x="69977" y="321564"/>
                  <a:pt x="57404" y="359791"/>
                </a:cubicBezTo>
                <a:cubicBezTo>
                  <a:pt x="44704" y="398145"/>
                  <a:pt x="27305" y="428244"/>
                  <a:pt x="4826" y="450215"/>
                </a:cubicBezTo>
                <a:lnTo>
                  <a:pt x="0" y="444881"/>
                </a:lnTo>
                <a:cubicBezTo>
                  <a:pt x="20193" y="422529"/>
                  <a:pt x="35179" y="392303"/>
                  <a:pt x="45593" y="354457"/>
                </a:cubicBezTo>
                <a:cubicBezTo>
                  <a:pt x="55880" y="316484"/>
                  <a:pt x="60960" y="273304"/>
                  <a:pt x="60960" y="224917"/>
                </a:cubicBezTo>
                <a:cubicBezTo>
                  <a:pt x="60960" y="176784"/>
                  <a:pt x="55880" y="133731"/>
                  <a:pt x="45593" y="95885"/>
                </a:cubicBezTo>
                <a:cubicBezTo>
                  <a:pt x="35179" y="57912"/>
                  <a:pt x="20193" y="27813"/>
                  <a:pt x="0" y="5334"/>
                </a:cubicBezTo>
                <a:lnTo>
                  <a:pt x="4826" y="0"/>
                </a:lnTo>
              </a:path>
            </a:pathLst>
          </a:custGeom>
          <a:solidFill>
            <a:srgbClr val="0000FF">
              <a:alpha val="100000"/>
            </a:srgbClr>
          </a:solidFill>
        </p:spPr>
      </p:sp>
      <p:sp>
        <p:nvSpPr>
          <p:cNvPr id="86" name="TextBox86"/>
          <p:cNvSpPr txBox="1"/>
          <p:nvPr/>
        </p:nvSpPr>
        <p:spPr>
          <a:xfrm>
            <a:off x="3327959" y="7010833"/>
            <a:ext cx="1512303" cy="204978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34583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pic>
        <p:nvPicPr>
          <p:cNvPr id="87" name="461E65A1-18F8-47AF-A391-0722F2FB35EF"/>
          <p:cNvPicPr>
            <a:picLocks noChangeAspect="1"/>
          </p:cNvPicPr>
          <p:nvPr/>
        </p:nvPicPr>
        <p:blipFill>
          <a:blip r:embed="rId37" cstate="print">
            <a:extLst>
              <a:ext uri="{0C50E1AC-413C-492A-FE1E-116C0746D2BB}"/>
            </a:extLst>
          </a:blip>
          <a:srcRect/>
          <a:stretch>
            <a:fillRect/>
          </a:stretch>
        </p:blipFill>
        <p:spPr>
          <a:xfrm>
            <a:off x="3327959" y="7010833"/>
            <a:ext cx="1524000" cy="219075"/>
          </a:xfrm>
          <a:prstGeom prst="rect">
            <a:avLst/>
          </a:prstGeom>
        </p:spPr>
      </p:pic>
      <p:sp>
        <p:nvSpPr>
          <p:cNvPr id="88" name="TextBox88"/>
          <p:cNvSpPr txBox="1"/>
          <p:nvPr/>
        </p:nvSpPr>
        <p:spPr>
          <a:xfrm>
            <a:off x="4988827" y="7058381"/>
            <a:ext cx="498856" cy="142799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9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pic>
        <p:nvPicPr>
          <p:cNvPr id="89" name="0D1E013A-CB78-4DEC-4175-BFE734E30C38"/>
          <p:cNvPicPr>
            <a:picLocks noChangeAspect="1"/>
          </p:cNvPicPr>
          <p:nvPr/>
        </p:nvPicPr>
        <p:blipFill>
          <a:blip r:embed="rId38" cstate="print">
            <a:extLst>
              <a:ext uri="{4B9BBAAC-8F5E-4D51-B4D4-90B0C6E33FB0}"/>
            </a:extLst>
          </a:blip>
          <a:srcRect/>
          <a:stretch>
            <a:fillRect/>
          </a:stretch>
        </p:blipFill>
        <p:spPr>
          <a:xfrm>
            <a:off x="4988827" y="7058381"/>
            <a:ext cx="514350" cy="152400"/>
          </a:xfrm>
          <a:prstGeom prst="rect">
            <a:avLst/>
          </a:prstGeom>
        </p:spPr>
      </p:pic>
      <p:sp>
        <p:nvSpPr>
          <p:cNvPr id="90" name="TextBox90"/>
          <p:cNvSpPr txBox="1"/>
          <p:nvPr/>
        </p:nvSpPr>
        <p:spPr>
          <a:xfrm>
            <a:off x="5561203" y="7039788"/>
            <a:ext cx="1303021" cy="16139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5833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pic>
        <p:nvPicPr>
          <p:cNvPr id="91" name="768D4A45-872A-4BAA-B466-93540D7CD771"/>
          <p:cNvPicPr>
            <a:picLocks noChangeAspect="1"/>
          </p:cNvPicPr>
          <p:nvPr/>
        </p:nvPicPr>
        <p:blipFill>
          <a:blip r:embed="rId39" cstate="print">
            <a:extLst>
              <a:ext uri="{E4E92A89-8928-4ADB-9DD6-6F2FD2158ABA}"/>
            </a:extLst>
          </a:blip>
          <a:srcRect/>
          <a:stretch>
            <a:fillRect/>
          </a:stretch>
        </p:blipFill>
        <p:spPr>
          <a:xfrm>
            <a:off x="5561203" y="7039788"/>
            <a:ext cx="1314450" cy="171450"/>
          </a:xfrm>
          <a:prstGeom prst="rect">
            <a:avLst/>
          </a:prstGeom>
        </p:spPr>
      </p:pic>
      <p:sp>
        <p:nvSpPr>
          <p:cNvPr id="92" name="TextBox92"/>
          <p:cNvSpPr txBox="1"/>
          <p:nvPr/>
        </p:nvSpPr>
        <p:spPr>
          <a:xfrm>
            <a:off x="5169269" y="6736462"/>
            <a:ext cx="799312" cy="142799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9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pic>
        <p:nvPicPr>
          <p:cNvPr id="93" name="DCE55B24-066D-461D-9EC6-EB59FD741928"/>
          <p:cNvPicPr>
            <a:picLocks noChangeAspect="1"/>
          </p:cNvPicPr>
          <p:nvPr/>
        </p:nvPicPr>
        <p:blipFill>
          <a:blip r:embed="rId40" cstate="print">
            <a:extLst>
              <a:ext uri="{F0E202AF-8D0F-4CF1-042B-FFC69C77F871}"/>
            </a:extLst>
          </a:blip>
          <a:srcRect/>
          <a:stretch>
            <a:fillRect/>
          </a:stretch>
        </p:blipFill>
        <p:spPr>
          <a:xfrm>
            <a:off x="5169269" y="6736462"/>
            <a:ext cx="809625" cy="152400"/>
          </a:xfrm>
          <a:prstGeom prst="rect">
            <a:avLst/>
          </a:prstGeom>
        </p:spPr>
      </p:pic>
      <p:sp>
        <p:nvSpPr>
          <p:cNvPr id="94" name="TextBox94"/>
          <p:cNvSpPr txBox="1"/>
          <p:nvPr/>
        </p:nvSpPr>
        <p:spPr>
          <a:xfrm>
            <a:off x="2422423" y="6678396"/>
            <a:ext cx="59696" cy="121853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800" kern="0" spc="-15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3</a:t>
            </a:r>
          </a:p>
        </p:txBody>
      </p:sp>
      <p:pic>
        <p:nvPicPr>
          <p:cNvPr id="95" name="4F7ED49D-E92A-4CFB-DD72-1F582B3098F9"/>
          <p:cNvPicPr>
            <a:picLocks noChangeAspect="1"/>
          </p:cNvPicPr>
          <p:nvPr/>
        </p:nvPicPr>
        <p:blipFill>
          <a:blip r:embed="rId41" cstate="print">
            <a:extLst>
              <a:ext uri="{D62B9E14-8EBC-4733-5333-1CE97C7995A0}"/>
            </a:extLst>
          </a:blip>
          <a:srcRect/>
          <a:stretch>
            <a:fillRect/>
          </a:stretch>
        </p:blipFill>
        <p:spPr>
          <a:xfrm>
            <a:off x="1730527" y="6637401"/>
            <a:ext cx="95250" cy="152400"/>
          </a:xfrm>
          <a:prstGeom prst="rect">
            <a:avLst/>
          </a:prstGeom>
        </p:spPr>
      </p:pic>
      <p:sp>
        <p:nvSpPr>
          <p:cNvPr id="96" name="TextBox96"/>
          <p:cNvSpPr txBox="1"/>
          <p:nvPr/>
        </p:nvSpPr>
        <p:spPr>
          <a:xfrm>
            <a:off x="1730527" y="6604710"/>
            <a:ext cx="692201" cy="160275"/>
          </a:xfrm>
          <a:prstGeom prst="rect">
            <a:avLst/>
          </a:prstGeom>
          <a:noFill/>
        </p:spPr>
        <p:txBody>
          <a:bodyPr wrap="square" lIns="0" rIns="0" bIns="0" tIns="17780" rtlCol="0">
            <a:spAutoFit/>
          </a:bodyPr>
          <a:lstStyle/>
          <a:p>
            <a:pPr marL="0" marR="0" indent="0" eaLnBrk="0">
              <a:lnSpc>
                <a:spcPct val="96666"/>
              </a:lnSpc>
              <a:spcBef>
                <a:spcPts val="137"/>
              </a:spcBef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pic>
        <p:nvPicPr>
          <p:cNvPr id="97" name="66364E7D-0A67-4928-9435-D565B37330E9"/>
          <p:cNvPicPr>
            <a:picLocks noChangeAspect="1"/>
          </p:cNvPicPr>
          <p:nvPr/>
        </p:nvPicPr>
        <p:blipFill>
          <a:blip r:embed="rId42" cstate="print">
            <a:extLst>
              <a:ext uri="{F7AE0B34-8839-46D6-A7C0-75FC73618987}"/>
            </a:extLst>
          </a:blip>
          <a:srcRect/>
          <a:stretch>
            <a:fillRect/>
          </a:stretch>
        </p:blipFill>
        <p:spPr>
          <a:xfrm>
            <a:off x="1919504" y="6637401"/>
            <a:ext cx="514350" cy="152400"/>
          </a:xfrm>
          <a:prstGeom prst="rect">
            <a:avLst/>
          </a:prstGeom>
        </p:spPr>
      </p:pic>
      <p:pic>
        <p:nvPicPr>
          <p:cNvPr id="98" name="4F5043F7-F532-403E-B600-1EEA6954A078"/>
          <p:cNvPicPr>
            <a:picLocks noChangeAspect="1"/>
          </p:cNvPicPr>
          <p:nvPr/>
        </p:nvPicPr>
        <p:blipFill>
          <a:blip r:embed="rId43" cstate="print">
            <a:extLst>
              <a:ext uri="{9A7E2498-C8EC-4CE5-FE4D-3334C5FDABF9}"/>
            </a:extLst>
          </a:blip>
          <a:srcRect/>
          <a:stretch>
            <a:fillRect/>
          </a:stretch>
        </p:blipFill>
        <p:spPr>
          <a:xfrm>
            <a:off x="1727480" y="6820281"/>
            <a:ext cx="85725" cy="152400"/>
          </a:xfrm>
          <a:prstGeom prst="rect">
            <a:avLst/>
          </a:prstGeom>
        </p:spPr>
      </p:pic>
      <p:pic>
        <p:nvPicPr>
          <p:cNvPr id="99" name="C4AAAC95-10F2-49DF-AF33-4D1145D06741"/>
          <p:cNvPicPr>
            <a:picLocks noChangeAspect="1"/>
          </p:cNvPicPr>
          <p:nvPr/>
        </p:nvPicPr>
        <p:blipFill>
          <a:blip r:embed="rId44" cstate="print">
            <a:extLst>
              <a:ext uri="{04C6DA69-F33D-40DA-F7F6-E4F6898B8E85}"/>
            </a:extLst>
          </a:blip>
          <a:srcRect/>
          <a:stretch>
            <a:fillRect/>
          </a:stretch>
        </p:blipFill>
        <p:spPr>
          <a:xfrm>
            <a:off x="2492527" y="6688913"/>
            <a:ext cx="180975" cy="219075"/>
          </a:xfrm>
          <a:prstGeom prst="rect">
            <a:avLst/>
          </a:prstGeom>
        </p:spPr>
      </p:pic>
      <p:sp>
        <p:nvSpPr>
          <p:cNvPr id="100" name="TextBox100"/>
          <p:cNvSpPr txBox="1"/>
          <p:nvPr/>
        </p:nvSpPr>
        <p:spPr>
          <a:xfrm>
            <a:off x="1364767" y="6699752"/>
            <a:ext cx="3680701" cy="49921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93361"/>
              </a:lnSpc>
              <a:spcAft>
                <a:spcPts val="315"/>
              </a:spcAft>
            </a:pPr>
            <a:r>
              <a:rPr lang="en-US" altLang="zh-CN" sz="1725" kern="0" spc="75" baseline="-9900" noProof="0" dirty="0" smtClean="0">
                <a:solidFill>
                  <a:srgbClr val="0000FF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解为</a:t>
            </a:r>
            <a:r>
              <a:rPr baseline="-9900" lang="en-US" altLang="zh-CN" sz="1725" kern="0" spc="765" noProof="0" dirty="0" smtClean="0">
                <a:latin typeface="SimSun" pitchFamily="2" charset="0"/>
                <a:ea typeface="SimSun" pitchFamily="2" charset="0"/>
                <a:cs typeface="SimSun" pitchFamily="2" charset="0"/>
              </a:rPr>
              <a:t> </a:t>
            </a:r>
            <a:r>
              <a:rPr lang="en-US" altLang="zh-CN" sz="1200" kern="0" spc="30" baseline="-100078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2</a:t>
            </a:r>
            <a:r>
              <a:rPr lang="en-US" altLang="zh-CN" sz="1200" kern="0" spc="5" baseline="51046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1</a:t>
            </a:r>
            <a:r>
              <a:rPr baseline="51046" lang="en-US" altLang="zh-CN" sz="1200" kern="0" spc="7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725" kern="0" spc="0" baseline="-57027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=</a:t>
            </a:r>
            <a:r>
              <a:rPr baseline="-57027" lang="en-US" altLang="zh-CN" sz="1725" kern="0" spc="7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725" kern="0" spc="0" baseline="-57027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0</a:t>
            </a:r>
            <a:r>
              <a:rPr baseline="-57027" lang="en-US" altLang="zh-CN" sz="1725" kern="0" spc="558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200" kern="0" spc="30" baseline="-32333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3</a:t>
            </a:r>
            <a:r>
              <a:rPr lang="en-US" altLang="zh-CN" sz="1725" kern="0" spc="0" baseline="-9900" noProof="0" dirty="0" smtClean="0">
                <a:solidFill>
                  <a:srgbClr val="0000FF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为自由未知量，</a:t>
            </a:r>
            <a:r>
              <a:rPr baseline="-9900" lang="en-US" altLang="zh-CN" sz="1725" kern="0" spc="-25" noProof="0" dirty="0" smtClean="0">
                <a:latin typeface="SimSun" pitchFamily="2" charset="0"/>
                <a:ea typeface="SimSun" pitchFamily="2" charset="0"/>
                <a:cs typeface="SimSun" pitchFamily="2" charset="0"/>
              </a:rPr>
              <a:t> </a:t>
            </a:r>
            <a:r>
              <a:rPr lang="en-US" altLang="zh-CN" sz="1725" kern="0" spc="0" baseline="-9900" noProof="0" dirty="0" smtClean="0">
                <a:solidFill>
                  <a:srgbClr val="0000FF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故方程组有一特解</a:t>
            </a:r>
          </a:p>
          <a:p>
            <a:pPr marL="5804" marR="0" indent="0" eaLnBrk="0">
              <a:lnSpc>
                <a:spcPct val="100000"/>
              </a:lnSpc>
            </a:pPr>
            <a:r>
              <a:rPr lang="en-US" altLang="zh-CN" sz="1150" kern="0" spc="-15" baseline="0" noProof="0" dirty="0" smtClean="0">
                <a:solidFill>
                  <a:srgbClr val="0000FF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其</a:t>
            </a:r>
            <a:r>
              <a:rPr lang="en-US" altLang="zh-CN" sz="1150" kern="0" spc="0" baseline="0" noProof="0" dirty="0" smtClean="0">
                <a:solidFill>
                  <a:srgbClr val="0000FF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导出组的一个基础解系为</a:t>
            </a:r>
          </a:p>
        </p:txBody>
      </p:sp>
      <p:sp>
        <p:nvSpPr>
          <p:cNvPr id="101" name="VectorPath 101"/>
          <p:cNvSpPr/>
          <p:nvPr/>
        </p:nvSpPr>
        <p:spPr>
          <a:xfrm>
            <a:off x="1674584" y="6651790"/>
            <a:ext cx="48768" cy="304165"/>
          </a:xfrm>
          <a:custGeom>
            <a:rect l="l" t="t" r="r" b="b"/>
            <a:pathLst>
              <a:path w="48768" h="304165">
                <a:moveTo>
                  <a:pt x="12319" y="151384"/>
                </a:moveTo>
                <a:lnTo>
                  <a:pt x="12319" y="152781"/>
                </a:lnTo>
                <a:cubicBezTo>
                  <a:pt x="19050" y="155702"/>
                  <a:pt x="23622" y="160147"/>
                  <a:pt x="26670" y="166243"/>
                </a:cubicBezTo>
                <a:cubicBezTo>
                  <a:pt x="29464" y="172339"/>
                  <a:pt x="30861" y="180213"/>
                  <a:pt x="30861" y="189865"/>
                </a:cubicBezTo>
                <a:cubicBezTo>
                  <a:pt x="30861" y="193167"/>
                  <a:pt x="29591" y="201930"/>
                  <a:pt x="26797" y="216027"/>
                </a:cubicBezTo>
                <a:cubicBezTo>
                  <a:pt x="24130" y="230505"/>
                  <a:pt x="22733" y="241173"/>
                  <a:pt x="22733" y="248031"/>
                </a:cubicBezTo>
                <a:cubicBezTo>
                  <a:pt x="22733" y="264287"/>
                  <a:pt x="25400" y="276606"/>
                  <a:pt x="30607" y="284480"/>
                </a:cubicBezTo>
                <a:cubicBezTo>
                  <a:pt x="35941" y="292481"/>
                  <a:pt x="41910" y="296799"/>
                  <a:pt x="48768" y="297815"/>
                </a:cubicBezTo>
                <a:lnTo>
                  <a:pt x="48768" y="304165"/>
                </a:lnTo>
                <a:cubicBezTo>
                  <a:pt x="38100" y="303149"/>
                  <a:pt x="28702" y="297688"/>
                  <a:pt x="20828" y="287655"/>
                </a:cubicBezTo>
                <a:cubicBezTo>
                  <a:pt x="12954" y="277495"/>
                  <a:pt x="9017" y="262128"/>
                  <a:pt x="9017" y="241300"/>
                </a:cubicBezTo>
                <a:cubicBezTo>
                  <a:pt x="9017" y="233553"/>
                  <a:pt x="10414" y="222885"/>
                  <a:pt x="13335" y="209296"/>
                </a:cubicBezTo>
                <a:cubicBezTo>
                  <a:pt x="16002" y="195707"/>
                  <a:pt x="17653" y="186436"/>
                  <a:pt x="17653" y="181356"/>
                </a:cubicBezTo>
                <a:cubicBezTo>
                  <a:pt x="17653" y="173355"/>
                  <a:pt x="16002" y="167005"/>
                  <a:pt x="12700" y="162687"/>
                </a:cubicBezTo>
                <a:cubicBezTo>
                  <a:pt x="9271" y="158242"/>
                  <a:pt x="5080" y="155956"/>
                  <a:pt x="0" y="155575"/>
                </a:cubicBezTo>
                <a:lnTo>
                  <a:pt x="0" y="148590"/>
                </a:lnTo>
                <a:cubicBezTo>
                  <a:pt x="5080" y="148209"/>
                  <a:pt x="9271" y="145796"/>
                  <a:pt x="12700" y="141478"/>
                </a:cubicBezTo>
                <a:cubicBezTo>
                  <a:pt x="16002" y="137033"/>
                  <a:pt x="17653" y="130810"/>
                  <a:pt x="17653" y="122682"/>
                </a:cubicBezTo>
                <a:cubicBezTo>
                  <a:pt x="17653" y="117729"/>
                  <a:pt x="16002" y="108458"/>
                  <a:pt x="13335" y="94869"/>
                </a:cubicBezTo>
                <a:cubicBezTo>
                  <a:pt x="10414" y="81280"/>
                  <a:pt x="9017" y="70612"/>
                  <a:pt x="9017" y="62738"/>
                </a:cubicBezTo>
                <a:cubicBezTo>
                  <a:pt x="9017" y="41910"/>
                  <a:pt x="12954" y="26543"/>
                  <a:pt x="20828" y="16510"/>
                </a:cubicBezTo>
                <a:cubicBezTo>
                  <a:pt x="28702" y="6477"/>
                  <a:pt x="38100" y="1016"/>
                  <a:pt x="48768" y="0"/>
                </a:cubicBezTo>
                <a:lnTo>
                  <a:pt x="48768" y="6350"/>
                </a:lnTo>
                <a:cubicBezTo>
                  <a:pt x="41910" y="7239"/>
                  <a:pt x="35941" y="11684"/>
                  <a:pt x="30607" y="19558"/>
                </a:cubicBezTo>
                <a:cubicBezTo>
                  <a:pt x="25400" y="27432"/>
                  <a:pt x="22733" y="39751"/>
                  <a:pt x="22733" y="56007"/>
                </a:cubicBezTo>
                <a:cubicBezTo>
                  <a:pt x="22733" y="62992"/>
                  <a:pt x="24130" y="73660"/>
                  <a:pt x="26797" y="88011"/>
                </a:cubicBezTo>
                <a:cubicBezTo>
                  <a:pt x="29591" y="102235"/>
                  <a:pt x="30861" y="110998"/>
                  <a:pt x="30861" y="114300"/>
                </a:cubicBezTo>
                <a:cubicBezTo>
                  <a:pt x="30861" y="123952"/>
                  <a:pt x="29464" y="131826"/>
                  <a:pt x="26670" y="137922"/>
                </a:cubicBezTo>
                <a:cubicBezTo>
                  <a:pt x="23622" y="144018"/>
                  <a:pt x="19050" y="148463"/>
                  <a:pt x="12319" y="151384"/>
                </a:cubicBezTo>
              </a:path>
            </a:pathLst>
          </a:custGeom>
          <a:solidFill>
            <a:srgbClr val="0000FF">
              <a:alpha val="100000"/>
            </a:srgbClr>
          </a:solidFill>
        </p:spPr>
      </p:sp>
      <p:pic>
        <p:nvPicPr>
          <p:cNvPr id="102" name="5AED701C-9669-478C-3921-B2F5850A9CBD"/>
          <p:cNvPicPr>
            <a:picLocks noChangeAspect="1"/>
          </p:cNvPicPr>
          <p:nvPr/>
        </p:nvPicPr>
        <p:blipFill>
          <a:blip r:embed="rId45" cstate="print">
            <a:extLst>
              <a:ext uri="{F0200FC0-2293-4342-A3DD-9EAA7A50C1DC}"/>
            </a:extLst>
          </a:blip>
          <a:srcRect/>
          <a:stretch>
            <a:fillRect/>
          </a:stretch>
        </p:blipFill>
        <p:spPr>
          <a:xfrm>
            <a:off x="1257465" y="7477240"/>
            <a:ext cx="971550" cy="171450"/>
          </a:xfrm>
          <a:prstGeom prst="rect">
            <a:avLst/>
          </a:prstGeom>
        </p:spPr>
      </p:pic>
      <p:graphicFrame>
        <p:nvGraphicFramePr>
          <p:cNvPr id="103" name="Table103"/>
          <p:cNvGraphicFramePr>
            <a:graphicFrameLocks noGrp="1"/>
          </p:cNvGraphicFramePr>
          <p:nvPr/>
        </p:nvGraphicFramePr>
        <p:xfrm>
          <a:off x="1257465" y="7325131"/>
          <a:ext cx="4090416" cy="499428"/>
        </p:xfrm>
        <a:graphic>
          <a:graphicData uri="http://schemas.openxmlformats.org/drawingml/2006/table">
            <a:tbl>
              <a:tblPr firstRow="1" bandRow="1">
                <a:tableStyleId>{4622BBC7-3332-4FCA-67EC-32915BDB3550}</a:tableStyleId>
              </a:tblPr>
              <a:tblGrid>
                <a:gridCol w="1016000"/>
                <a:gridCol w="195256"/>
                <a:gridCol w="254000"/>
                <a:gridCol w="355600"/>
                <a:gridCol w="304800"/>
                <a:gridCol w="304800"/>
                <a:gridCol w="200787"/>
                <a:gridCol w="254000"/>
                <a:gridCol w="355600"/>
                <a:gridCol w="149802"/>
                <a:gridCol w="711200"/>
              </a:tblGrid>
              <a:tr h="147453">
                <a:tc>
                  <a:txBody>
                    <a:bodyPr/>
                    <a:lstStyle/>
                    <a:p>
                      <a:pPr marL="0" marR="0" indent="0" eaLnBrk="0">
                        <a:lnSpc>
                          <a:spcPct val="88333"/>
                        </a:lnSpc>
                        <a:spcAft>
                          <a:spcPts val="111"/>
                        </a:spcAf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44704" marR="0" indent="0" eaLnBrk="0">
                        <a:lnSpc>
                          <a:spcPct val="84057"/>
                        </a:lnSpc>
                      </a:pPr>
                      <a:r>
                        <a:rPr lang="en-US" altLang="zh-CN" sz="1150" kern="0" spc="-15" baseline="0" noProof="0" dirty="0" smtClean="0">
                          <a:solidFill>
                            <a:srgbClr val="0000FF"/>
                          </a:solidFill>
                          <a:latin typeface="Cambria Math" pitchFamily="18" charset="0"/>
                          <a:ea typeface="Cambria Math" pitchFamily="18" charset="0"/>
                          <a:cs typeface="Cambria Math" pitchFamily="18" charset="0"/>
                        </a:rPr>
                        <a:t>1</a:t>
                      </a: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ctr">
                        <a:lnSpc>
                          <a:spcPct val="84057"/>
                        </a:lnSpc>
                      </a:pPr>
                      <a:r>
                        <a:rPr lang="en-US" altLang="zh-CN" sz="1150" kern="0" spc="-15" baseline="0" noProof="0" dirty="0" smtClean="0">
                          <a:solidFill>
                            <a:srgbClr val="0000FF"/>
                          </a:solidFill>
                          <a:latin typeface="Cambria Math" pitchFamily="18" charset="0"/>
                          <a:ea typeface="Cambria Math" pitchFamily="18" charset="0"/>
                          <a:cs typeface="Cambria Math" pitchFamily="18" charset="0"/>
                        </a:rPr>
                        <a:t>2</a:t>
                      </a: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7888" marR="0" indent="0" eaLnBrk="0">
                        <a:lnSpc>
                          <a:spcPct val="84057"/>
                        </a:lnSpc>
                      </a:pPr>
                      <a:r>
                        <a:rPr lang="en-US" altLang="zh-CN" sz="1150" kern="0" spc="-15" baseline="0" noProof="0" dirty="0" smtClean="0">
                          <a:solidFill>
                            <a:srgbClr val="0000FF"/>
                          </a:solidFill>
                          <a:latin typeface="Cambria Math" pitchFamily="18" charset="0"/>
                          <a:ea typeface="Cambria Math" pitchFamily="18" charset="0"/>
                          <a:cs typeface="Cambria Math" pitchFamily="18" charset="0"/>
                        </a:rPr>
                        <a:t>−</a:t>
                      </a:r>
                      <a:r>
                        <a:rPr lang="en-US" altLang="zh-CN" sz="1150" kern="0" spc="0" baseline="0" noProof="0" dirty="0" smtClean="0">
                          <a:solidFill>
                            <a:srgbClr val="0000FF"/>
                          </a:solidFill>
                          <a:latin typeface="Cambria Math" pitchFamily="18" charset="0"/>
                          <a:ea typeface="Cambria Math" pitchFamily="18" charset="0"/>
                          <a:cs typeface="Cambria Math" pitchFamily="18" charset="0"/>
                        </a:rPr>
                        <a:t>1</a:t>
                      </a: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0720" marR="0" indent="0" eaLnBrk="0">
                        <a:lnSpc>
                          <a:spcPct val="84057"/>
                        </a:lnSpc>
                      </a:pPr>
                      <a:r>
                        <a:rPr lang="en-US" altLang="zh-CN" sz="1150" kern="0" spc="-15" baseline="0" noProof="0" dirty="0" smtClean="0">
                          <a:solidFill>
                            <a:srgbClr val="0000FF"/>
                          </a:solidFill>
                          <a:latin typeface="Cambria Math" pitchFamily="18" charset="0"/>
                          <a:ea typeface="Cambria Math" pitchFamily="18" charset="0"/>
                          <a:cs typeface="Cambria Math" pitchFamily="18" charset="0"/>
                        </a:rPr>
                        <a:t>1</a:t>
                      </a: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>
                        <a:lnSpc>
                          <a:spcPct val="88333"/>
                        </a:lnSpc>
                        <a:spcAft>
                          <a:spcPts val="111"/>
                        </a:spcAf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616" marR="0" indent="0" eaLnBrk="0">
                        <a:lnSpc>
                          <a:spcPct val="84057"/>
                        </a:lnSpc>
                      </a:pPr>
                      <a:r>
                        <a:rPr lang="en-US" altLang="zh-CN" sz="1150" kern="0" spc="-15" baseline="0" noProof="0" dirty="0" smtClean="0">
                          <a:solidFill>
                            <a:srgbClr val="0000FF"/>
                          </a:solidFill>
                          <a:latin typeface="Cambria Math" pitchFamily="18" charset="0"/>
                          <a:ea typeface="Cambria Math" pitchFamily="18" charset="0"/>
                          <a:cs typeface="Cambria Math" pitchFamily="18" charset="0"/>
                        </a:rPr>
                        <a:t>1</a:t>
                      </a: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ctr">
                        <a:lnSpc>
                          <a:spcPct val="84057"/>
                        </a:lnSpc>
                      </a:pPr>
                      <a:r>
                        <a:rPr lang="en-US" altLang="zh-CN" sz="1150" kern="0" spc="-15" baseline="0" noProof="0" dirty="0" smtClean="0">
                          <a:solidFill>
                            <a:srgbClr val="0000FF"/>
                          </a:solidFill>
                          <a:latin typeface="Cambria Math" pitchFamily="18" charset="0"/>
                          <a:ea typeface="Cambria Math" pitchFamily="18" charset="0"/>
                          <a:cs typeface="Cambria Math" pitchFamily="18" charset="0"/>
                        </a:rPr>
                        <a:t>2</a:t>
                      </a: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269" marR="0" indent="0" eaLnBrk="0">
                        <a:lnSpc>
                          <a:spcPct val="84057"/>
                        </a:lnSpc>
                      </a:pPr>
                      <a:r>
                        <a:rPr lang="en-US" altLang="zh-CN" sz="1150" kern="0" spc="-15" baseline="0" noProof="0" dirty="0" smtClean="0">
                          <a:solidFill>
                            <a:srgbClr val="0000FF"/>
                          </a:solidFill>
                          <a:latin typeface="Cambria Math" pitchFamily="18" charset="0"/>
                          <a:ea typeface="Cambria Math" pitchFamily="18" charset="0"/>
                          <a:cs typeface="Cambria Math" pitchFamily="18" charset="0"/>
                        </a:rPr>
                        <a:t>−</a:t>
                      </a:r>
                      <a:r>
                        <a:rPr lang="en-US" altLang="zh-CN" sz="1150" kern="0" spc="0" baseline="0" noProof="0" dirty="0" smtClean="0">
                          <a:solidFill>
                            <a:srgbClr val="0000FF"/>
                          </a:solidFill>
                          <a:latin typeface="Cambria Math" pitchFamily="18" charset="0"/>
                          <a:ea typeface="Cambria Math" pitchFamily="18" charset="0"/>
                          <a:cs typeface="Cambria Math" pitchFamily="18" charset="0"/>
                        </a:rPr>
                        <a:t>1</a:t>
                      </a: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189" marR="0" indent="0" eaLnBrk="0">
                        <a:lnSpc>
                          <a:spcPct val="84057"/>
                        </a:lnSpc>
                      </a:pPr>
                      <a:r>
                        <a:rPr lang="en-US" altLang="zh-CN" sz="1150" kern="0" spc="-15" baseline="0" noProof="0" dirty="0" smtClean="0">
                          <a:solidFill>
                            <a:srgbClr val="0000FF"/>
                          </a:solidFill>
                          <a:latin typeface="Cambria Math" pitchFamily="18" charset="0"/>
                          <a:ea typeface="Cambria Math" pitchFamily="18" charset="0"/>
                          <a:cs typeface="Cambria Math" pitchFamily="18" charset="0"/>
                        </a:rPr>
                        <a:t>1</a:t>
                      </a: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>
                        <a:lnSpc>
                          <a:spcPct val="88333"/>
                        </a:lnSpc>
                        <a:spcAft>
                          <a:spcPts val="111"/>
                        </a:spcAf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1421">
                <a:tc>
                  <a:txBody>
                    <a:bodyPr/>
                    <a:lstStyle/>
                    <a:p>
                      <a:pPr marL="0" marR="0" indent="0" eaLnBrk="0">
                        <a:lnSpc>
                          <a:spcPct val="108750"/>
                        </a:lnSpc>
                        <a:spcBef>
                          <a:spcPts val="36"/>
                        </a:spcBef>
                        <a:spcAft>
                          <a:spcPts val="199"/>
                        </a:spcAf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0" marR="0" marT="4445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44704" marR="0" indent="0" eaLnBrk="0">
                        <a:lnSpc>
                          <a:spcPct val="101811"/>
                        </a:lnSpc>
                        <a:spcAft>
                          <a:spcPts val="128"/>
                        </a:spcAft>
                      </a:pPr>
                      <a:r>
                        <a:rPr lang="en-US" altLang="zh-CN" sz="1150" kern="0" spc="-15" baseline="0" noProof="0" dirty="0" smtClean="0">
                          <a:solidFill>
                            <a:srgbClr val="0000FF"/>
                          </a:solidFill>
                          <a:latin typeface="Cambria Math" pitchFamily="18" charset="0"/>
                          <a:ea typeface="Cambria Math" pitchFamily="18" charset="0"/>
                          <a:cs typeface="Cambria Math" pitchFamily="18" charset="0"/>
                        </a:rPr>
                        <a:t>1</a:t>
                      </a: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ctr">
                        <a:lnSpc>
                          <a:spcPct val="101811"/>
                        </a:lnSpc>
                        <a:spcAft>
                          <a:spcPts val="128"/>
                        </a:spcAft>
                      </a:pPr>
                      <a:r>
                        <a:rPr lang="en-US" altLang="zh-CN" sz="1150" kern="0" spc="-15" baseline="0" noProof="0" dirty="0" smtClean="0">
                          <a:solidFill>
                            <a:srgbClr val="0000FF"/>
                          </a:solidFill>
                          <a:latin typeface="Cambria Math" pitchFamily="18" charset="0"/>
                          <a:ea typeface="Cambria Math" pitchFamily="18" charset="0"/>
                          <a:cs typeface="Cambria Math" pitchFamily="18" charset="0"/>
                        </a:rPr>
                        <a:t>3</a:t>
                      </a: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7888" marR="0" indent="0" eaLnBrk="0">
                        <a:lnSpc>
                          <a:spcPct val="101811"/>
                        </a:lnSpc>
                        <a:spcAft>
                          <a:spcPts val="128"/>
                        </a:spcAft>
                      </a:pPr>
                      <a:r>
                        <a:rPr lang="en-US" altLang="zh-CN" sz="1150" kern="0" spc="-15" baseline="0" noProof="0" dirty="0" smtClean="0">
                          <a:solidFill>
                            <a:srgbClr val="0000FF"/>
                          </a:solidFill>
                          <a:latin typeface="Cambria Math" pitchFamily="18" charset="0"/>
                          <a:ea typeface="Cambria Math" pitchFamily="18" charset="0"/>
                          <a:cs typeface="Cambria Math" pitchFamily="18" charset="0"/>
                        </a:rPr>
                        <a:t>−</a:t>
                      </a:r>
                      <a:r>
                        <a:rPr lang="en-US" altLang="zh-CN" sz="1150" kern="0" spc="0" baseline="0" noProof="0" dirty="0" smtClean="0">
                          <a:solidFill>
                            <a:srgbClr val="0000FF"/>
                          </a:solidFill>
                          <a:latin typeface="Cambria Math" pitchFamily="18" charset="0"/>
                          <a:ea typeface="Cambria Math" pitchFamily="18" charset="0"/>
                          <a:cs typeface="Cambria Math" pitchFamily="18" charset="0"/>
                        </a:rPr>
                        <a:t>3</a:t>
                      </a: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0720" marR="0" indent="0" eaLnBrk="0">
                        <a:lnSpc>
                          <a:spcPct val="101811"/>
                        </a:lnSpc>
                        <a:spcAft>
                          <a:spcPts val="128"/>
                        </a:spcAft>
                      </a:pPr>
                      <a:r>
                        <a:rPr lang="en-US" altLang="zh-CN" sz="1150" kern="0" spc="-15" baseline="0" noProof="0" dirty="0" smtClean="0">
                          <a:solidFill>
                            <a:srgbClr val="0000FF"/>
                          </a:solidFill>
                          <a:latin typeface="Cambria Math" pitchFamily="18" charset="0"/>
                          <a:ea typeface="Cambria Math" pitchFamily="18" charset="0"/>
                          <a:cs typeface="Cambria Math" pitchFamily="18" charset="0"/>
                        </a:rPr>
                        <a:t>1</a:t>
                      </a: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ctr">
                        <a:lnSpc>
                          <a:spcPct val="101811"/>
                        </a:lnSpc>
                        <a:spcAft>
                          <a:spcPts val="128"/>
                        </a:spcAft>
                      </a:pPr>
                      <a:r>
                        <a:rPr lang="en-US" altLang="zh-CN" sz="1150" kern="0" spc="-15" baseline="0" noProof="0" dirty="0" smtClean="0">
                          <a:solidFill>
                            <a:srgbClr val="0000FF"/>
                          </a:solidFill>
                          <a:latin typeface="Cambria Math" pitchFamily="18" charset="0"/>
                          <a:ea typeface="Cambria Math" pitchFamily="18" charset="0"/>
                          <a:cs typeface="Cambria Math" pitchFamily="18" charset="0"/>
                        </a:rPr>
                        <a:t>→</a:t>
                      </a: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616" marR="0" indent="0" eaLnBrk="0">
                        <a:lnSpc>
                          <a:spcPct val="101811"/>
                        </a:lnSpc>
                        <a:spcAft>
                          <a:spcPts val="128"/>
                        </a:spcAft>
                      </a:pPr>
                      <a:r>
                        <a:rPr lang="en-US" altLang="zh-CN" sz="1150" kern="0" spc="-15" baseline="0" noProof="0" dirty="0" smtClean="0">
                          <a:solidFill>
                            <a:srgbClr val="0000FF"/>
                          </a:solidFill>
                          <a:latin typeface="Cambria Math" pitchFamily="18" charset="0"/>
                          <a:ea typeface="Cambria Math" pitchFamily="18" charset="0"/>
                          <a:cs typeface="Cambria Math" pitchFamily="18" charset="0"/>
                        </a:rPr>
                        <a:t>0</a:t>
                      </a: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ctr">
                        <a:lnSpc>
                          <a:spcPct val="101811"/>
                        </a:lnSpc>
                        <a:spcAft>
                          <a:spcPts val="128"/>
                        </a:spcAft>
                      </a:pPr>
                      <a:r>
                        <a:rPr lang="en-US" altLang="zh-CN" sz="1150" kern="0" spc="-15" baseline="0" noProof="0" dirty="0" smtClean="0">
                          <a:solidFill>
                            <a:srgbClr val="0000FF"/>
                          </a:solidFill>
                          <a:latin typeface="Cambria Math" pitchFamily="18" charset="0"/>
                          <a:ea typeface="Cambria Math" pitchFamily="18" charset="0"/>
                          <a:cs typeface="Cambria Math" pitchFamily="18" charset="0"/>
                        </a:rPr>
                        <a:t>1</a:t>
                      </a: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269" marR="0" indent="0" eaLnBrk="0">
                        <a:lnSpc>
                          <a:spcPct val="101811"/>
                        </a:lnSpc>
                        <a:spcAft>
                          <a:spcPts val="128"/>
                        </a:spcAft>
                      </a:pPr>
                      <a:r>
                        <a:rPr lang="en-US" altLang="zh-CN" sz="1150" kern="0" spc="-15" baseline="0" noProof="0" dirty="0" smtClean="0">
                          <a:solidFill>
                            <a:srgbClr val="0000FF"/>
                          </a:solidFill>
                          <a:latin typeface="Cambria Math" pitchFamily="18" charset="0"/>
                          <a:ea typeface="Cambria Math" pitchFamily="18" charset="0"/>
                          <a:cs typeface="Cambria Math" pitchFamily="18" charset="0"/>
                        </a:rPr>
                        <a:t>−</a:t>
                      </a:r>
                      <a:r>
                        <a:rPr lang="en-US" altLang="zh-CN" sz="1150" kern="0" spc="0" baseline="0" noProof="0" dirty="0" smtClean="0">
                          <a:solidFill>
                            <a:srgbClr val="0000FF"/>
                          </a:solidFill>
                          <a:latin typeface="Cambria Math" pitchFamily="18" charset="0"/>
                          <a:ea typeface="Cambria Math" pitchFamily="18" charset="0"/>
                          <a:cs typeface="Cambria Math" pitchFamily="18" charset="0"/>
                        </a:rPr>
                        <a:t>2</a:t>
                      </a: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189" marR="0" indent="0" eaLnBrk="0">
                        <a:lnSpc>
                          <a:spcPct val="101811"/>
                        </a:lnSpc>
                        <a:spcAft>
                          <a:spcPts val="128"/>
                        </a:spcAft>
                      </a:pPr>
                      <a:r>
                        <a:rPr lang="en-US" altLang="zh-CN" sz="1150" kern="0" spc="-15" baseline="0" noProof="0" dirty="0" smtClean="0">
                          <a:solidFill>
                            <a:srgbClr val="0000FF"/>
                          </a:solidFill>
                          <a:latin typeface="Cambria Math" pitchFamily="18" charset="0"/>
                          <a:ea typeface="Cambria Math" pitchFamily="18" charset="0"/>
                          <a:cs typeface="Cambria Math" pitchFamily="18" charset="0"/>
                        </a:rPr>
                        <a:t>0</a:t>
                      </a: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170" marR="0" indent="0" eaLnBrk="0">
                        <a:lnSpc>
                          <a:spcPct val="101811"/>
                        </a:lnSpc>
                        <a:spcAft>
                          <a:spcPts val="128"/>
                        </a:spcAft>
                      </a:pPr>
                      <a:r>
                        <a:rPr lang="en-US" altLang="zh-CN" sz="1150" kern="0" spc="-15" baseline="0" noProof="0" dirty="0" smtClean="0">
                          <a:solidFill>
                            <a:srgbClr val="0000FF"/>
                          </a:solidFill>
                          <a:latin typeface="SimSun" pitchFamily="2" charset="0"/>
                          <a:ea typeface="SimSun" pitchFamily="2" charset="0"/>
                          <a:cs typeface="SimSun" pitchFamily="2" charset="0"/>
                        </a:rPr>
                        <a:t>，</a:t>
                      </a:r>
                      <a:r>
                        <a:rPr lang="en-US" altLang="zh-CN" sz="1150" kern="0" spc="0" baseline="0" noProof="0" dirty="0" smtClean="0">
                          <a:solidFill>
                            <a:srgbClr val="0000FF"/>
                          </a:solidFill>
                          <a:latin typeface="SimSun" pitchFamily="2" charset="0"/>
                          <a:ea typeface="SimSun" pitchFamily="2" charset="0"/>
                          <a:cs typeface="SimSun" pitchFamily="2" charset="0"/>
                        </a:rPr>
                        <a:t>无解。</a:t>
                      </a: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60553">
                <a:tc>
                  <a:txBody>
                    <a:bodyPr/>
                    <a:lstStyle/>
                    <a:p>
                      <a:pPr marL="0" marR="0" indent="0" eaLnBrk="0">
                        <a:lnSpc>
                          <a:spcPct val="88750"/>
                        </a:lnSpc>
                        <a:spcAft>
                          <a:spcPts val="214"/>
                        </a:spcAf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44704" marR="0" indent="0" eaLnBrk="0">
                        <a:lnSpc>
                          <a:spcPct val="91666"/>
                        </a:lnSpc>
                      </a:pPr>
                      <a:r>
                        <a:rPr lang="en-US" altLang="zh-CN" sz="1150" kern="0" spc="-15" baseline="0" noProof="0" dirty="0" smtClean="0">
                          <a:solidFill>
                            <a:srgbClr val="0000FF"/>
                          </a:solidFill>
                          <a:latin typeface="Cambria Math" pitchFamily="18" charset="0"/>
                          <a:ea typeface="Cambria Math" pitchFamily="18" charset="0"/>
                          <a:cs typeface="Cambria Math" pitchFamily="18" charset="0"/>
                        </a:rPr>
                        <a:t>1</a:t>
                      </a: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ctr">
                        <a:lnSpc>
                          <a:spcPct val="91666"/>
                        </a:lnSpc>
                      </a:pPr>
                      <a:r>
                        <a:rPr lang="en-US" altLang="zh-CN" sz="1150" kern="0" spc="-15" baseline="0" noProof="0" dirty="0" smtClean="0">
                          <a:solidFill>
                            <a:srgbClr val="0000FF"/>
                          </a:solidFill>
                          <a:latin typeface="Cambria Math" pitchFamily="18" charset="0"/>
                          <a:ea typeface="Cambria Math" pitchFamily="18" charset="0"/>
                          <a:cs typeface="Cambria Math" pitchFamily="18" charset="0"/>
                        </a:rPr>
                        <a:t>2</a:t>
                      </a: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7888" marR="0" indent="0" eaLnBrk="0">
                        <a:lnSpc>
                          <a:spcPct val="91666"/>
                        </a:lnSpc>
                      </a:pPr>
                      <a:r>
                        <a:rPr lang="en-US" altLang="zh-CN" sz="1150" kern="0" spc="-15" baseline="0" noProof="0" dirty="0" smtClean="0">
                          <a:solidFill>
                            <a:srgbClr val="0000FF"/>
                          </a:solidFill>
                          <a:latin typeface="Cambria Math" pitchFamily="18" charset="0"/>
                          <a:ea typeface="Cambria Math" pitchFamily="18" charset="0"/>
                          <a:cs typeface="Cambria Math" pitchFamily="18" charset="0"/>
                        </a:rPr>
                        <a:t>−</a:t>
                      </a:r>
                      <a:r>
                        <a:rPr lang="en-US" altLang="zh-CN" sz="1150" kern="0" spc="0" baseline="0" noProof="0" dirty="0" smtClean="0">
                          <a:solidFill>
                            <a:srgbClr val="0000FF"/>
                          </a:solidFill>
                          <a:latin typeface="Cambria Math" pitchFamily="18" charset="0"/>
                          <a:ea typeface="Cambria Math" pitchFamily="18" charset="0"/>
                          <a:cs typeface="Cambria Math" pitchFamily="18" charset="0"/>
                        </a:rPr>
                        <a:t>1</a:t>
                      </a: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2808" marR="0" indent="0" eaLnBrk="0">
                        <a:lnSpc>
                          <a:spcPct val="91666"/>
                        </a:lnSpc>
                      </a:pPr>
                      <a:r>
                        <a:rPr lang="en-US" altLang="zh-CN" sz="1150" kern="0" spc="-15" baseline="0" noProof="0" dirty="0" smtClean="0">
                          <a:solidFill>
                            <a:srgbClr val="0000FF"/>
                          </a:solidFill>
                          <a:latin typeface="Cambria Math" pitchFamily="18" charset="0"/>
                          <a:ea typeface="Cambria Math" pitchFamily="18" charset="0"/>
                          <a:cs typeface="Cambria Math" pitchFamily="18" charset="0"/>
                        </a:rPr>
                        <a:t>−</a:t>
                      </a:r>
                      <a:r>
                        <a:rPr lang="en-US" altLang="zh-CN" sz="1150" kern="0" spc="0" baseline="0" noProof="0" dirty="0" smtClean="0">
                          <a:solidFill>
                            <a:srgbClr val="0000FF"/>
                          </a:solidFill>
                          <a:latin typeface="Cambria Math" pitchFamily="18" charset="0"/>
                          <a:ea typeface="Cambria Math" pitchFamily="18" charset="0"/>
                          <a:cs typeface="Cambria Math" pitchFamily="18" charset="0"/>
                        </a:rPr>
                        <a:t>3</a:t>
                      </a: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>
                        <a:lnSpc>
                          <a:spcPct val="88750"/>
                        </a:lnSpc>
                        <a:spcAft>
                          <a:spcPts val="214"/>
                        </a:spcAf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616" marR="0" indent="0" eaLnBrk="0">
                        <a:lnSpc>
                          <a:spcPct val="91666"/>
                        </a:lnSpc>
                      </a:pPr>
                      <a:r>
                        <a:rPr lang="en-US" altLang="zh-CN" sz="1150" kern="0" spc="-15" baseline="0" noProof="0" dirty="0" smtClean="0">
                          <a:solidFill>
                            <a:srgbClr val="0000FF"/>
                          </a:solidFill>
                          <a:latin typeface="Cambria Math" pitchFamily="18" charset="0"/>
                          <a:ea typeface="Cambria Math" pitchFamily="18" charset="0"/>
                          <a:cs typeface="Cambria Math" pitchFamily="18" charset="0"/>
                        </a:rPr>
                        <a:t>0</a:t>
                      </a: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ctr">
                        <a:lnSpc>
                          <a:spcPct val="91666"/>
                        </a:lnSpc>
                      </a:pPr>
                      <a:r>
                        <a:rPr lang="en-US" altLang="zh-CN" sz="1150" kern="0" spc="-15" baseline="0" noProof="0" dirty="0" smtClean="0">
                          <a:solidFill>
                            <a:srgbClr val="0000FF"/>
                          </a:solidFill>
                          <a:latin typeface="Cambria Math" pitchFamily="18" charset="0"/>
                          <a:ea typeface="Cambria Math" pitchFamily="18" charset="0"/>
                          <a:cs typeface="Cambria Math" pitchFamily="18" charset="0"/>
                        </a:rPr>
                        <a:t>0</a:t>
                      </a: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4657" marR="0" indent="0" eaLnBrk="0">
                        <a:lnSpc>
                          <a:spcPct val="91666"/>
                        </a:lnSpc>
                      </a:pPr>
                      <a:r>
                        <a:rPr lang="en-US" altLang="zh-CN" sz="1150" kern="0" spc="-15" baseline="0" noProof="0" dirty="0" smtClean="0">
                          <a:solidFill>
                            <a:srgbClr val="0000FF"/>
                          </a:solidFill>
                          <a:latin typeface="Cambria Math" pitchFamily="18" charset="0"/>
                          <a:ea typeface="Cambria Math" pitchFamily="18" charset="0"/>
                          <a:cs typeface="Cambria Math" pitchFamily="18" charset="0"/>
                        </a:rPr>
                        <a:t>0</a:t>
                      </a: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189" marR="0" indent="0" eaLnBrk="0">
                        <a:lnSpc>
                          <a:spcPct val="91666"/>
                        </a:lnSpc>
                      </a:pPr>
                      <a:r>
                        <a:rPr lang="en-US" altLang="zh-CN" sz="1150" kern="0" spc="-15" baseline="0" noProof="0" dirty="0" smtClean="0">
                          <a:solidFill>
                            <a:srgbClr val="0000FF"/>
                          </a:solidFill>
                          <a:latin typeface="Cambria Math" pitchFamily="18" charset="0"/>
                          <a:ea typeface="Cambria Math" pitchFamily="18" charset="0"/>
                          <a:cs typeface="Cambria Math" pitchFamily="18" charset="0"/>
                        </a:rPr>
                        <a:t>1</a:t>
                      </a: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>
                        <a:lnSpc>
                          <a:spcPct val="88750"/>
                        </a:lnSpc>
                        <a:spcAft>
                          <a:spcPts val="214"/>
                        </a:spcAf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4" name="VectorPath 104"/>
          <p:cNvSpPr/>
          <p:nvPr/>
        </p:nvSpPr>
        <p:spPr>
          <a:xfrm>
            <a:off x="2238400" y="7337807"/>
            <a:ext cx="76073" cy="450215"/>
          </a:xfrm>
          <a:custGeom>
            <a:rect l="l" t="t" r="r" b="b"/>
            <a:pathLst>
              <a:path w="76073" h="450215">
                <a:moveTo>
                  <a:pt x="76073" y="5334"/>
                </a:moveTo>
                <a:cubicBezTo>
                  <a:pt x="56007" y="27813"/>
                  <a:pt x="40767" y="57912"/>
                  <a:pt x="30480" y="95885"/>
                </a:cubicBezTo>
                <a:cubicBezTo>
                  <a:pt x="20320" y="133858"/>
                  <a:pt x="15240" y="176911"/>
                  <a:pt x="15240" y="224917"/>
                </a:cubicBezTo>
                <a:cubicBezTo>
                  <a:pt x="15240" y="273431"/>
                  <a:pt x="20320" y="316357"/>
                  <a:pt x="30480" y="354457"/>
                </a:cubicBezTo>
                <a:cubicBezTo>
                  <a:pt x="40767" y="392303"/>
                  <a:pt x="56007" y="422529"/>
                  <a:pt x="76073" y="445008"/>
                </a:cubicBezTo>
                <a:lnTo>
                  <a:pt x="71247" y="450215"/>
                </a:lnTo>
                <a:cubicBezTo>
                  <a:pt x="48895" y="428117"/>
                  <a:pt x="31369" y="398145"/>
                  <a:pt x="18796" y="359918"/>
                </a:cubicBezTo>
                <a:cubicBezTo>
                  <a:pt x="6350" y="321437"/>
                  <a:pt x="0" y="276606"/>
                  <a:pt x="0" y="224790"/>
                </a:cubicBezTo>
                <a:cubicBezTo>
                  <a:pt x="0" y="173482"/>
                  <a:pt x="6350" y="128778"/>
                  <a:pt x="18796" y="90297"/>
                </a:cubicBezTo>
                <a:cubicBezTo>
                  <a:pt x="31369" y="52197"/>
                  <a:pt x="48895" y="21971"/>
                  <a:pt x="71247" y="0"/>
                </a:cubicBezTo>
                <a:lnTo>
                  <a:pt x="76073" y="5334"/>
                </a:lnTo>
              </a:path>
            </a:pathLst>
          </a:custGeom>
          <a:solidFill>
            <a:srgbClr val="0000FF">
              <a:alpha val="100000"/>
            </a:srgbClr>
          </a:solidFill>
        </p:spPr>
      </p:sp>
      <p:sp>
        <p:nvSpPr>
          <p:cNvPr id="105" name="VectorPath 105"/>
          <p:cNvSpPr/>
          <p:nvPr/>
        </p:nvSpPr>
        <p:spPr>
          <a:xfrm>
            <a:off x="3345142" y="7337845"/>
            <a:ext cx="76200" cy="450215"/>
          </a:xfrm>
          <a:custGeom>
            <a:rect l="l" t="t" r="r" b="b"/>
            <a:pathLst>
              <a:path w="76200" h="450215">
                <a:moveTo>
                  <a:pt x="4826" y="0"/>
                </a:moveTo>
                <a:cubicBezTo>
                  <a:pt x="27305" y="21971"/>
                  <a:pt x="44704" y="51943"/>
                  <a:pt x="57404" y="90424"/>
                </a:cubicBezTo>
                <a:cubicBezTo>
                  <a:pt x="69977" y="128651"/>
                  <a:pt x="76200" y="173482"/>
                  <a:pt x="76200" y="224663"/>
                </a:cubicBezTo>
                <a:cubicBezTo>
                  <a:pt x="76200" y="276479"/>
                  <a:pt x="69977" y="321564"/>
                  <a:pt x="57404" y="359791"/>
                </a:cubicBezTo>
                <a:cubicBezTo>
                  <a:pt x="44704" y="398145"/>
                  <a:pt x="27305" y="428244"/>
                  <a:pt x="4826" y="450215"/>
                </a:cubicBezTo>
                <a:lnTo>
                  <a:pt x="0" y="444881"/>
                </a:lnTo>
                <a:cubicBezTo>
                  <a:pt x="20193" y="422529"/>
                  <a:pt x="35179" y="392303"/>
                  <a:pt x="45593" y="354457"/>
                </a:cubicBezTo>
                <a:cubicBezTo>
                  <a:pt x="55880" y="316484"/>
                  <a:pt x="60960" y="273304"/>
                  <a:pt x="60960" y="224917"/>
                </a:cubicBezTo>
                <a:cubicBezTo>
                  <a:pt x="60960" y="176784"/>
                  <a:pt x="55880" y="133731"/>
                  <a:pt x="45593" y="95885"/>
                </a:cubicBezTo>
                <a:cubicBezTo>
                  <a:pt x="35179" y="57912"/>
                  <a:pt x="20193" y="27686"/>
                  <a:pt x="0" y="5334"/>
                </a:cubicBezTo>
                <a:lnTo>
                  <a:pt x="4826" y="0"/>
                </a:lnTo>
              </a:path>
            </a:pathLst>
          </a:custGeom>
          <a:solidFill>
            <a:srgbClr val="0000FF">
              <a:alpha val="100000"/>
            </a:srgbClr>
          </a:solidFill>
        </p:spPr>
      </p:sp>
      <p:sp>
        <p:nvSpPr>
          <p:cNvPr id="106" name="VectorPath 106"/>
          <p:cNvSpPr/>
          <p:nvPr/>
        </p:nvSpPr>
        <p:spPr>
          <a:xfrm>
            <a:off x="3658006" y="7337807"/>
            <a:ext cx="76073" cy="450215"/>
          </a:xfrm>
          <a:custGeom>
            <a:rect l="l" t="t" r="r" b="b"/>
            <a:pathLst>
              <a:path w="76073" h="450215">
                <a:moveTo>
                  <a:pt x="76073" y="5334"/>
                </a:moveTo>
                <a:cubicBezTo>
                  <a:pt x="56007" y="27813"/>
                  <a:pt x="40767" y="57912"/>
                  <a:pt x="30480" y="95885"/>
                </a:cubicBezTo>
                <a:cubicBezTo>
                  <a:pt x="20320" y="133858"/>
                  <a:pt x="15240" y="176911"/>
                  <a:pt x="15240" y="224917"/>
                </a:cubicBezTo>
                <a:cubicBezTo>
                  <a:pt x="15240" y="273431"/>
                  <a:pt x="20320" y="316357"/>
                  <a:pt x="30480" y="354457"/>
                </a:cubicBezTo>
                <a:cubicBezTo>
                  <a:pt x="40767" y="392303"/>
                  <a:pt x="56007" y="422529"/>
                  <a:pt x="76073" y="445008"/>
                </a:cubicBezTo>
                <a:lnTo>
                  <a:pt x="71247" y="450215"/>
                </a:lnTo>
                <a:cubicBezTo>
                  <a:pt x="48895" y="428117"/>
                  <a:pt x="31369" y="398145"/>
                  <a:pt x="18796" y="359918"/>
                </a:cubicBezTo>
                <a:cubicBezTo>
                  <a:pt x="6350" y="321437"/>
                  <a:pt x="0" y="276606"/>
                  <a:pt x="0" y="224790"/>
                </a:cubicBezTo>
                <a:cubicBezTo>
                  <a:pt x="0" y="173482"/>
                  <a:pt x="6350" y="128778"/>
                  <a:pt x="18796" y="90297"/>
                </a:cubicBezTo>
                <a:cubicBezTo>
                  <a:pt x="31369" y="52197"/>
                  <a:pt x="48895" y="21971"/>
                  <a:pt x="71247" y="0"/>
                </a:cubicBezTo>
                <a:lnTo>
                  <a:pt x="76073" y="5334"/>
                </a:lnTo>
              </a:path>
            </a:pathLst>
          </a:custGeom>
          <a:solidFill>
            <a:srgbClr val="0000FF">
              <a:alpha val="100000"/>
            </a:srgbClr>
          </a:solidFill>
        </p:spPr>
      </p:sp>
      <p:sp>
        <p:nvSpPr>
          <p:cNvPr id="107" name="VectorPath 107"/>
          <p:cNvSpPr/>
          <p:nvPr/>
        </p:nvSpPr>
        <p:spPr>
          <a:xfrm>
            <a:off x="4650448" y="7337845"/>
            <a:ext cx="76200" cy="450215"/>
          </a:xfrm>
          <a:custGeom>
            <a:rect l="l" t="t" r="r" b="b"/>
            <a:pathLst>
              <a:path w="76200" h="450215">
                <a:moveTo>
                  <a:pt x="4826" y="0"/>
                </a:moveTo>
                <a:cubicBezTo>
                  <a:pt x="27305" y="21971"/>
                  <a:pt x="44704" y="51943"/>
                  <a:pt x="57404" y="90424"/>
                </a:cubicBezTo>
                <a:cubicBezTo>
                  <a:pt x="69977" y="128651"/>
                  <a:pt x="76200" y="173482"/>
                  <a:pt x="76200" y="224663"/>
                </a:cubicBezTo>
                <a:cubicBezTo>
                  <a:pt x="76200" y="276479"/>
                  <a:pt x="69977" y="321564"/>
                  <a:pt x="57404" y="359791"/>
                </a:cubicBezTo>
                <a:cubicBezTo>
                  <a:pt x="44704" y="398145"/>
                  <a:pt x="27305" y="428244"/>
                  <a:pt x="4826" y="450215"/>
                </a:cubicBezTo>
                <a:lnTo>
                  <a:pt x="0" y="444881"/>
                </a:lnTo>
                <a:cubicBezTo>
                  <a:pt x="20193" y="422529"/>
                  <a:pt x="35179" y="392303"/>
                  <a:pt x="45593" y="354457"/>
                </a:cubicBezTo>
                <a:cubicBezTo>
                  <a:pt x="55880" y="316484"/>
                  <a:pt x="60960" y="273304"/>
                  <a:pt x="60960" y="224917"/>
                </a:cubicBezTo>
                <a:cubicBezTo>
                  <a:pt x="60960" y="176784"/>
                  <a:pt x="55880" y="133731"/>
                  <a:pt x="45593" y="95885"/>
                </a:cubicBezTo>
                <a:cubicBezTo>
                  <a:pt x="35179" y="57912"/>
                  <a:pt x="20193" y="27686"/>
                  <a:pt x="0" y="5334"/>
                </a:cubicBezTo>
                <a:lnTo>
                  <a:pt x="4826" y="0"/>
                </a:lnTo>
              </a:path>
            </a:pathLst>
          </a:custGeom>
          <a:solidFill>
            <a:srgbClr val="0000FF">
              <a:alpha val="100000"/>
            </a:srgbClr>
          </a:solidFill>
        </p:spPr>
      </p:sp>
      <p:grpSp>
        <p:nvGrpSpPr>
          <p:cNvPr id="108" name="Combination 108"/>
          <p:cNvGrpSpPr/>
          <p:nvPr/>
        </p:nvGrpSpPr>
        <p:grpSpPr>
          <a:xfrm>
            <a:off x="4663682" y="8893240"/>
            <a:ext cx="342290" cy="283871"/>
            <a:chOff x="4663682" y="8893240"/>
            <a:chExt cx="342290" cy="283871"/>
          </a:xfrm>
        </p:grpSpPr>
        <p:sp>
          <p:nvSpPr>
            <p:cNvPr id="109" name="VectorPath 109"/>
            <p:cNvSpPr/>
            <p:nvPr/>
          </p:nvSpPr>
          <p:spPr>
            <a:xfrm>
              <a:off x="4681157" y="8893240"/>
              <a:ext cx="8255" cy="130175"/>
            </a:xfrm>
            <a:custGeom>
              <a:rect l="l" t="t" r="r" b="b"/>
              <a:pathLst>
                <a:path w="8255" h="130175">
                  <a:moveTo>
                    <a:pt x="8255" y="130175"/>
                  </a:moveTo>
                  <a:lnTo>
                    <a:pt x="0" y="130175"/>
                  </a:lnTo>
                  <a:lnTo>
                    <a:pt x="0" y="0"/>
                  </a:lnTo>
                  <a:lnTo>
                    <a:pt x="8255" y="0"/>
                  </a:lnTo>
                  <a:lnTo>
                    <a:pt x="8255" y="130175"/>
                  </a:lnTo>
                </a:path>
              </a:pathLst>
            </a:custGeom>
            <a:solidFill>
              <a:srgbClr val="0000FF">
                <a:alpha val="100000"/>
              </a:srgbClr>
            </a:solidFill>
          </p:spPr>
        </p:sp>
        <p:sp>
          <p:nvSpPr>
            <p:cNvPr id="110" name="VectorPath 110"/>
            <p:cNvSpPr/>
            <p:nvPr/>
          </p:nvSpPr>
          <p:spPr>
            <a:xfrm>
              <a:off x="4980382" y="8893240"/>
              <a:ext cx="8255" cy="130175"/>
            </a:xfrm>
            <a:custGeom>
              <a:rect l="l" t="t" r="r" b="b"/>
              <a:pathLst>
                <a:path w="8255" h="130175">
                  <a:moveTo>
                    <a:pt x="8255" y="130175"/>
                  </a:moveTo>
                  <a:lnTo>
                    <a:pt x="0" y="130175"/>
                  </a:lnTo>
                  <a:lnTo>
                    <a:pt x="0" y="0"/>
                  </a:lnTo>
                  <a:lnTo>
                    <a:pt x="8255" y="0"/>
                  </a:lnTo>
                  <a:lnTo>
                    <a:pt x="8255" y="130175"/>
                  </a:lnTo>
                </a:path>
              </a:pathLst>
            </a:custGeom>
            <a:solidFill>
              <a:srgbClr val="0000FF">
                <a:alpha val="100000"/>
              </a:srgbClr>
            </a:solidFill>
          </p:spPr>
        </p:sp>
        <p:sp>
          <p:nvSpPr>
            <p:cNvPr id="111" name="VectorPath 111"/>
            <p:cNvSpPr/>
            <p:nvPr/>
          </p:nvSpPr>
          <p:spPr>
            <a:xfrm>
              <a:off x="4789234" y="9078684"/>
              <a:ext cx="7493" cy="98425"/>
            </a:xfrm>
            <a:custGeom>
              <a:rect l="l" t="t" r="r" b="b"/>
              <a:pathLst>
                <a:path w="7493" h="98425">
                  <a:moveTo>
                    <a:pt x="7493" y="98425"/>
                  </a:moveTo>
                  <a:lnTo>
                    <a:pt x="0" y="98425"/>
                  </a:lnTo>
                  <a:lnTo>
                    <a:pt x="0" y="0"/>
                  </a:lnTo>
                  <a:lnTo>
                    <a:pt x="7493" y="0"/>
                  </a:lnTo>
                  <a:lnTo>
                    <a:pt x="7493" y="98425"/>
                  </a:lnTo>
                </a:path>
              </a:pathLst>
            </a:custGeom>
            <a:solidFill>
              <a:srgbClr val="0000FF">
                <a:alpha val="100000"/>
              </a:srgbClr>
            </a:solidFill>
          </p:spPr>
        </p:sp>
        <p:sp>
          <p:nvSpPr>
            <p:cNvPr id="112" name="VectorPath 112"/>
            <p:cNvSpPr/>
            <p:nvPr/>
          </p:nvSpPr>
          <p:spPr>
            <a:xfrm>
              <a:off x="4872559" y="9078684"/>
              <a:ext cx="7493" cy="98425"/>
            </a:xfrm>
            <a:custGeom>
              <a:rect l="l" t="t" r="r" b="b"/>
              <a:pathLst>
                <a:path w="7493" h="98425">
                  <a:moveTo>
                    <a:pt x="7493" y="98425"/>
                  </a:moveTo>
                  <a:lnTo>
                    <a:pt x="0" y="98425"/>
                  </a:lnTo>
                  <a:lnTo>
                    <a:pt x="0" y="0"/>
                  </a:lnTo>
                  <a:lnTo>
                    <a:pt x="7493" y="0"/>
                  </a:lnTo>
                  <a:lnTo>
                    <a:pt x="7493" y="98425"/>
                  </a:lnTo>
                </a:path>
              </a:pathLst>
            </a:custGeom>
            <a:solidFill>
              <a:srgbClr val="0000FF">
                <a:alpha val="100000"/>
              </a:srgbClr>
            </a:solidFill>
          </p:spPr>
        </p:sp>
        <p:sp>
          <p:nvSpPr>
            <p:cNvPr id="113" name="VectorPath 113"/>
            <p:cNvSpPr/>
            <p:nvPr/>
          </p:nvSpPr>
          <p:spPr>
            <a:xfrm>
              <a:off x="4663682" y="9032914"/>
              <a:ext cx="342290" cy="10058"/>
            </a:xfrm>
            <a:custGeom>
              <a:rect l="l" t="t" r="r" b="b"/>
              <a:pathLst>
                <a:path w="342290" h="10058">
                  <a:moveTo>
                    <a:pt x="5029" y="5029"/>
                  </a:moveTo>
                  <a:lnTo>
                    <a:pt x="337261" y="5029"/>
                  </a:lnTo>
                </a:path>
              </a:pathLst>
            </a:custGeom>
            <a:ln w="10058" cap="sq" cmpd="sng">
              <a:solidFill>
                <a:srgbClr val="0000FF">
                  <a:alpha val="100000"/>
                </a:srgbClr>
              </a:solidFill>
              <a:bevel/>
            </a:ln>
          </p:spPr>
        </p:sp>
      </p:grpSp>
      <p:pic>
        <p:nvPicPr>
          <p:cNvPr id="114" name="593BA917-3E6C-4430-AC2C-535EF08ACA72"/>
          <p:cNvPicPr>
            <a:picLocks noChangeAspect="1"/>
          </p:cNvPicPr>
          <p:nvPr/>
        </p:nvPicPr>
        <p:blipFill>
          <a:blip r:embed="rId46" cstate="print">
            <a:extLst>
              <a:ext uri="{9AB633FA-5762-4C6E-3CBC-984D5C97A55C}"/>
            </a:extLst>
          </a:blip>
          <a:srcRect/>
          <a:stretch>
            <a:fillRect/>
          </a:stretch>
        </p:blipFill>
        <p:spPr>
          <a:xfrm>
            <a:off x="1092391" y="8329321"/>
            <a:ext cx="885825" cy="219075"/>
          </a:xfrm>
          <a:prstGeom prst="rect">
            <a:avLst/>
          </a:prstGeom>
        </p:spPr>
      </p:pic>
      <p:pic>
        <p:nvPicPr>
          <p:cNvPr id="115" name="0D2612B2-7376-451A-1632-08E5CC91551E"/>
          <p:cNvPicPr>
            <a:picLocks noChangeAspect="1"/>
          </p:cNvPicPr>
          <p:nvPr/>
        </p:nvPicPr>
        <p:blipFill>
          <a:blip r:embed="rId47" cstate="print">
            <a:extLst>
              <a:ext uri="{DCE6E190-AC70-414C-1FF4-9BD5BB4F5120}"/>
            </a:extLst>
          </a:blip>
          <a:srcRect/>
          <a:stretch>
            <a:fillRect/>
          </a:stretch>
        </p:blipFill>
        <p:spPr>
          <a:xfrm>
            <a:off x="2643683" y="8364360"/>
            <a:ext cx="161925" cy="133350"/>
          </a:xfrm>
          <a:prstGeom prst="rect">
            <a:avLst/>
          </a:prstGeom>
        </p:spPr>
      </p:pic>
      <p:pic>
        <p:nvPicPr>
          <p:cNvPr id="116" name="77CD8C35-A729-42E6-0F83-539F100329DB"/>
          <p:cNvPicPr>
            <a:picLocks noChangeAspect="1"/>
          </p:cNvPicPr>
          <p:nvPr/>
        </p:nvPicPr>
        <p:blipFill>
          <a:blip r:embed="rId48" cstate="print">
            <a:extLst>
              <a:ext uri="{DB3821F9-35D0-4928-D829-CF6A59B3E4A7}"/>
            </a:extLst>
          </a:blip>
          <a:srcRect/>
          <a:stretch>
            <a:fillRect/>
          </a:stretch>
        </p:blipFill>
        <p:spPr>
          <a:xfrm>
            <a:off x="3546971" y="8357160"/>
            <a:ext cx="400050" cy="171450"/>
          </a:xfrm>
          <a:prstGeom prst="rect">
            <a:avLst/>
          </a:prstGeom>
        </p:spPr>
      </p:pic>
      <p:pic>
        <p:nvPicPr>
          <p:cNvPr id="117" name="1EB21367-FF8F-4304-290F-666DFAB76499"/>
          <p:cNvPicPr>
            <a:picLocks noChangeAspect="1"/>
          </p:cNvPicPr>
          <p:nvPr/>
        </p:nvPicPr>
        <p:blipFill>
          <a:blip r:embed="rId49" cstate="print">
            <a:extLst>
              <a:ext uri="{EB7B6D11-4180-463B-8E4F-461D804F2520}"/>
            </a:extLst>
          </a:blip>
          <a:srcRect/>
          <a:stretch>
            <a:fillRect/>
          </a:stretch>
        </p:blipFill>
        <p:spPr>
          <a:xfrm>
            <a:off x="4608881" y="8364766"/>
            <a:ext cx="104775" cy="161925"/>
          </a:xfrm>
          <a:prstGeom prst="rect">
            <a:avLst/>
          </a:prstGeom>
        </p:spPr>
      </p:pic>
      <p:pic>
        <p:nvPicPr>
          <p:cNvPr id="118" name="54B6D96F-654C-4725-314A-B9D4EDB1733A"/>
          <p:cNvPicPr>
            <a:picLocks noChangeAspect="1"/>
          </p:cNvPicPr>
          <p:nvPr/>
        </p:nvPicPr>
        <p:blipFill>
          <a:blip r:embed="rId50" cstate="print">
            <a:extLst>
              <a:ext uri="{B2206AFF-C351-4E19-C466-8C35D405EABC}"/>
            </a:extLst>
          </a:blip>
          <a:srcRect/>
          <a:stretch>
            <a:fillRect/>
          </a:stretch>
        </p:blipFill>
        <p:spPr>
          <a:xfrm>
            <a:off x="5350447" y="8582134"/>
            <a:ext cx="209550" cy="123825"/>
          </a:xfrm>
          <a:prstGeom prst="rect">
            <a:avLst/>
          </a:prstGeom>
        </p:spPr>
      </p:pic>
      <p:pic>
        <p:nvPicPr>
          <p:cNvPr id="119" name="6DB97196-C3A6-475D-5553-5C9C8DC3C945"/>
          <p:cNvPicPr>
            <a:picLocks noChangeAspect="1"/>
          </p:cNvPicPr>
          <p:nvPr/>
        </p:nvPicPr>
        <p:blipFill>
          <a:blip r:embed="rId51" cstate="print">
            <a:extLst>
              <a:ext uri="{3D3A14F6-974C-4725-8408-89F761E917BA}"/>
            </a:extLst>
          </a:blip>
          <a:srcRect/>
          <a:stretch>
            <a:fillRect/>
          </a:stretch>
        </p:blipFill>
        <p:spPr>
          <a:xfrm>
            <a:off x="5746687" y="8582134"/>
            <a:ext cx="209550" cy="123825"/>
          </a:xfrm>
          <a:prstGeom prst="rect">
            <a:avLst/>
          </a:prstGeom>
        </p:spPr>
      </p:pic>
      <p:sp>
        <p:nvSpPr>
          <p:cNvPr id="120" name="TextBox120"/>
          <p:cNvSpPr txBox="1"/>
          <p:nvPr/>
        </p:nvSpPr>
        <p:spPr>
          <a:xfrm>
            <a:off x="5350447" y="8569630"/>
            <a:ext cx="987825" cy="111496"/>
          </a:xfrm>
          <a:prstGeom prst="rect">
            <a:avLst/>
          </a:prstGeom>
          <a:noFill/>
        </p:spPr>
        <p:txBody>
          <a:bodyPr wrap="square" lIns="0" rIns="0" bIns="0" tIns="1270" rtlCol="0">
            <a:spAutoFit/>
          </a:bodyPr>
          <a:lstStyle/>
          <a:p>
            <a:pPr marL="0" marR="0" indent="0" eaLnBrk="0">
              <a:lnSpc>
                <a:spcPct val="73333"/>
              </a:lnSpc>
              <a:spcBef>
                <a:spcPts val="11"/>
              </a:spcBef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pic>
        <p:nvPicPr>
          <p:cNvPr id="121" name="5FC3E1B9-AB28-4B3E-BDA6-5A2B79CE5968"/>
          <p:cNvPicPr>
            <a:picLocks noChangeAspect="1"/>
          </p:cNvPicPr>
          <p:nvPr/>
        </p:nvPicPr>
        <p:blipFill>
          <a:blip r:embed="rId52" cstate="print">
            <a:extLst>
              <a:ext uri="{16B10B77-7176-4FA6-4E5B-806C74B55900}"/>
            </a:extLst>
          </a:blip>
          <a:srcRect/>
          <a:stretch>
            <a:fillRect/>
          </a:stretch>
        </p:blipFill>
        <p:spPr>
          <a:xfrm>
            <a:off x="6145988" y="8582134"/>
            <a:ext cx="200025" cy="123825"/>
          </a:xfrm>
          <a:prstGeom prst="rect">
            <a:avLst/>
          </a:prstGeom>
        </p:spPr>
      </p:pic>
      <p:pic>
        <p:nvPicPr>
          <p:cNvPr id="122" name="2BCEFA47-C81B-4505-9011-398E39ECF110"/>
          <p:cNvPicPr>
            <a:picLocks noChangeAspect="1"/>
          </p:cNvPicPr>
          <p:nvPr/>
        </p:nvPicPr>
        <p:blipFill>
          <a:blip r:embed="rId53" cstate="print">
            <a:extLst>
              <a:ext uri="{7BBC00B8-193D-4D64-83E1-B14CEA1B0DDC}"/>
            </a:extLst>
          </a:blip>
          <a:srcRect/>
          <a:stretch>
            <a:fillRect/>
          </a:stretch>
        </p:blipFill>
        <p:spPr>
          <a:xfrm>
            <a:off x="1092391" y="8627390"/>
            <a:ext cx="1352550" cy="171450"/>
          </a:xfrm>
          <a:prstGeom prst="rect">
            <a:avLst/>
          </a:prstGeom>
        </p:spPr>
      </p:pic>
      <p:pic>
        <p:nvPicPr>
          <p:cNvPr id="123" name="AEA39BDA-3A6E-4A89-A17D-D085AD951B1D"/>
          <p:cNvPicPr>
            <a:picLocks noChangeAspect="1"/>
          </p:cNvPicPr>
          <p:nvPr/>
        </p:nvPicPr>
        <p:blipFill>
          <a:blip r:embed="rId54" cstate="print">
            <a:extLst>
              <a:ext uri="{56EBD051-6402-4F2F-63D1-7C9C2C15AE7A}"/>
            </a:extLst>
          </a:blip>
          <a:srcRect/>
          <a:stretch>
            <a:fillRect/>
          </a:stretch>
        </p:blipFill>
        <p:spPr>
          <a:xfrm>
            <a:off x="2627059" y="8635010"/>
            <a:ext cx="95250" cy="161925"/>
          </a:xfrm>
          <a:prstGeom prst="rect">
            <a:avLst/>
          </a:prstGeom>
        </p:spPr>
      </p:pic>
      <p:pic>
        <p:nvPicPr>
          <p:cNvPr id="124" name="526415C3-E942-4B50-DA52-B3E35E952D7E"/>
          <p:cNvPicPr>
            <a:picLocks noChangeAspect="1"/>
          </p:cNvPicPr>
          <p:nvPr/>
        </p:nvPicPr>
        <p:blipFill>
          <a:blip r:embed="rId55" cstate="print">
            <a:extLst>
              <a:ext uri="{8BA934A1-6C84-42D8-63DE-A160BBBDD572}"/>
            </a:extLst>
          </a:blip>
          <a:srcRect/>
          <a:stretch>
            <a:fillRect/>
          </a:stretch>
        </p:blipFill>
        <p:spPr>
          <a:xfrm>
            <a:off x="2627059" y="8635010"/>
            <a:ext cx="161925" cy="161925"/>
          </a:xfrm>
          <a:prstGeom prst="rect">
            <a:avLst/>
          </a:prstGeom>
        </p:spPr>
      </p:pic>
      <p:pic>
        <p:nvPicPr>
          <p:cNvPr id="125" name="B3033021-FF44-4BA6-D4EE-C8C99D765C62"/>
          <p:cNvPicPr>
            <a:picLocks noChangeAspect="1"/>
          </p:cNvPicPr>
          <p:nvPr/>
        </p:nvPicPr>
        <p:blipFill>
          <a:blip r:embed="rId56" cstate="print">
            <a:extLst>
              <a:ext uri="{5B121F91-872F-4B1E-40FE-F1BEBA12C316}"/>
            </a:extLst>
          </a:blip>
          <a:srcRect/>
          <a:stretch>
            <a:fillRect/>
          </a:stretch>
        </p:blipFill>
        <p:spPr>
          <a:xfrm>
            <a:off x="2956255" y="8635010"/>
            <a:ext cx="95250" cy="161925"/>
          </a:xfrm>
          <a:prstGeom prst="rect">
            <a:avLst/>
          </a:prstGeom>
        </p:spPr>
      </p:pic>
      <p:pic>
        <p:nvPicPr>
          <p:cNvPr id="126" name="49C37D46-2C38-4939-B001-3287B0865967"/>
          <p:cNvPicPr>
            <a:picLocks noChangeAspect="1"/>
          </p:cNvPicPr>
          <p:nvPr/>
        </p:nvPicPr>
        <p:blipFill>
          <a:blip r:embed="rId57" cstate="print">
            <a:extLst>
              <a:ext uri="{8380FAA1-88EF-44F5-D13A-AAF2FCE66F2E}"/>
            </a:extLst>
          </a:blip>
          <a:srcRect/>
          <a:stretch>
            <a:fillRect/>
          </a:stretch>
        </p:blipFill>
        <p:spPr>
          <a:xfrm>
            <a:off x="2956255" y="8635010"/>
            <a:ext cx="95250" cy="161925"/>
          </a:xfrm>
          <a:prstGeom prst="rect">
            <a:avLst/>
          </a:prstGeom>
        </p:spPr>
      </p:pic>
      <p:pic>
        <p:nvPicPr>
          <p:cNvPr id="127" name="B82A5DCF-72D7-4469-6C00-6632869D1A4B"/>
          <p:cNvPicPr>
            <a:picLocks noChangeAspect="1"/>
          </p:cNvPicPr>
          <p:nvPr/>
        </p:nvPicPr>
        <p:blipFill>
          <a:blip r:embed="rId58" cstate="print">
            <a:extLst>
              <a:ext uri="{33D2BDDF-2E8B-4F31-7949-6D38B701C3B4}"/>
            </a:extLst>
          </a:blip>
          <a:srcRect/>
          <a:stretch>
            <a:fillRect/>
          </a:stretch>
        </p:blipFill>
        <p:spPr>
          <a:xfrm>
            <a:off x="3151315" y="8627390"/>
            <a:ext cx="2209800" cy="171450"/>
          </a:xfrm>
          <a:prstGeom prst="rect">
            <a:avLst/>
          </a:prstGeom>
        </p:spPr>
      </p:pic>
      <p:pic>
        <p:nvPicPr>
          <p:cNvPr id="128" name="7A0B0034-CAFD-4FD6-7AC4-8A0ADF455ED7"/>
          <p:cNvPicPr>
            <a:picLocks noChangeAspect="1"/>
          </p:cNvPicPr>
          <p:nvPr/>
        </p:nvPicPr>
        <p:blipFill>
          <a:blip r:embed="rId59" cstate="print">
            <a:extLst>
              <a:ext uri="{E6466077-7C93-4465-13C7-31B6B3F78A5C}"/>
            </a:extLst>
          </a:blip>
          <a:srcRect/>
          <a:stretch>
            <a:fillRect/>
          </a:stretch>
        </p:blipFill>
        <p:spPr>
          <a:xfrm>
            <a:off x="1322769" y="8928990"/>
            <a:ext cx="114300" cy="200025"/>
          </a:xfrm>
          <a:prstGeom prst="rect">
            <a:avLst/>
          </a:prstGeom>
        </p:spPr>
      </p:pic>
      <p:pic>
        <p:nvPicPr>
          <p:cNvPr id="129" name="1622DCB7-4730-458B-3664-1FB00C3B6611"/>
          <p:cNvPicPr>
            <a:picLocks noChangeAspect="1"/>
          </p:cNvPicPr>
          <p:nvPr/>
        </p:nvPicPr>
        <p:blipFill>
          <a:blip r:embed="rId60" cstate="print">
            <a:extLst>
              <a:ext uri="{78693B7A-C544-40D4-DD4A-5E3AED24D5D0}"/>
            </a:extLst>
          </a:blip>
          <a:srcRect/>
          <a:stretch>
            <a:fillRect/>
          </a:stretch>
        </p:blipFill>
        <p:spPr>
          <a:xfrm>
            <a:off x="2562543" y="8957958"/>
            <a:ext cx="76200" cy="171450"/>
          </a:xfrm>
          <a:prstGeom prst="rect">
            <a:avLst/>
          </a:prstGeom>
        </p:spPr>
      </p:pic>
      <p:pic>
        <p:nvPicPr>
          <p:cNvPr id="130" name="36CEC6D2-16A6-45A6-8657-61C8D52D7063"/>
          <p:cNvPicPr>
            <a:picLocks noChangeAspect="1"/>
          </p:cNvPicPr>
          <p:nvPr/>
        </p:nvPicPr>
        <p:blipFill>
          <a:blip r:embed="rId61" cstate="print">
            <a:extLst>
              <a:ext uri="{904D7D33-D501-4BFC-97B4-5BF98F2326CA}"/>
            </a:extLst>
          </a:blip>
          <a:srcRect/>
          <a:stretch>
            <a:fillRect/>
          </a:stretch>
        </p:blipFill>
        <p:spPr>
          <a:xfrm>
            <a:off x="2808669" y="8957958"/>
            <a:ext cx="114300" cy="171450"/>
          </a:xfrm>
          <a:prstGeom prst="rect">
            <a:avLst/>
          </a:prstGeom>
        </p:spPr>
      </p:pic>
      <p:pic>
        <p:nvPicPr>
          <p:cNvPr id="131" name="54F5F0BD-4543-4960-ADA3-C4C6FD7CD3F1"/>
          <p:cNvPicPr>
            <a:picLocks noChangeAspect="1"/>
          </p:cNvPicPr>
          <p:nvPr/>
        </p:nvPicPr>
        <p:blipFill>
          <a:blip r:embed="rId62" cstate="print">
            <a:extLst>
              <a:ext uri="{4E7DDF59-C4E5-48A9-7A81-7D06EE12EC27}"/>
            </a:extLst>
          </a:blip>
          <a:srcRect/>
          <a:stretch>
            <a:fillRect/>
          </a:stretch>
        </p:blipFill>
        <p:spPr>
          <a:xfrm>
            <a:off x="4808906" y="9071198"/>
            <a:ext cx="66675" cy="123825"/>
          </a:xfrm>
          <a:prstGeom prst="rect">
            <a:avLst/>
          </a:prstGeom>
        </p:spPr>
      </p:pic>
      <p:sp>
        <p:nvSpPr>
          <p:cNvPr id="132" name="TextBox132"/>
          <p:cNvSpPr txBox="1"/>
          <p:nvPr/>
        </p:nvSpPr>
        <p:spPr>
          <a:xfrm>
            <a:off x="1092391" y="8084402"/>
            <a:ext cx="5180324" cy="109832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2536"/>
              </a:lnSpc>
            </a:pPr>
            <a:r>
              <a:rPr lang="en-US" altLang="zh-CN" sz="1150" kern="0" spc="0" baseline="0" noProof="0" dirty="0" smtClean="0">
                <a:solidFill>
                  <a:srgbClr val="000000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五、</a:t>
            </a:r>
            <a:r>
              <a:rPr lang="en-US" altLang="zh-CN" sz="1150" kern="0" spc="0" baseline="0" b="1" noProof="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(15</a:t>
            </a:r>
            <a:r>
              <a:rPr baseline="0" lang="en-US" altLang="zh-CN" sz="1150" kern="0" spc="-15" b="1" noProof="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150" kern="0" spc="0" baseline="0" b="1" noProof="0" dirty="0" smtClean="0">
                <a:solidFill>
                  <a:srgbClr val="000000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分</a:t>
            </a:r>
            <a:r>
              <a:rPr lang="en-US" altLang="zh-CN" sz="1150" kern="0" spc="0" baseline="0" b="1" noProof="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)</a:t>
            </a:r>
          </a:p>
          <a:p>
            <a:pPr marL="0" marR="0" indent="0" eaLnBrk="0">
              <a:lnSpc>
                <a:spcPct val="60833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876300" marR="0" indent="0" eaLnBrk="0">
              <a:lnSpc>
                <a:spcPct val="93247"/>
              </a:lnSpc>
            </a:pPr>
            <a:r>
              <a:rPr lang="en-US" altLang="zh-CN" sz="1200" kern="0" spc="30" baseline="-15325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1</a:t>
            </a:r>
            <a:r>
              <a:rPr lang="en-US" altLang="zh-CN" sz="1725" kern="0" spc="95" baseline="1932" noProof="0" dirty="0" smtClean="0">
                <a:solidFill>
                  <a:srgbClr val="0000FF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法</a:t>
            </a:r>
            <a:r>
              <a:rPr lang="en-US" altLang="zh-CN" sz="1725" kern="0" spc="90" baseline="1932" noProof="0" dirty="0" smtClean="0">
                <a:solidFill>
                  <a:srgbClr val="0000FF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向</a:t>
            </a:r>
            <a:r>
              <a:rPr lang="en-US" altLang="zh-CN" sz="1725" kern="0" spc="80" baseline="1932" noProof="0" dirty="0" smtClean="0">
                <a:solidFill>
                  <a:srgbClr val="0000FF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量</a:t>
            </a:r>
            <a:r>
              <a:rPr lang="en-US" altLang="zh-CN" sz="1725" kern="0" spc="75" baseline="1932" noProof="0" dirty="0" smtClean="0">
                <a:solidFill>
                  <a:srgbClr val="0000FF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为</a:t>
            </a:r>
            <a:r>
              <a:rPr baseline="1932" lang="en-US" altLang="zh-CN" sz="1725" kern="0" spc="150" noProof="0" dirty="0" smtClean="0">
                <a:latin typeface="SimSun" pitchFamily="2" charset="0"/>
                <a:ea typeface="SimSun" pitchFamily="2" charset="0"/>
                <a:cs typeface="SimSun" pitchFamily="2" charset="0"/>
              </a:rPr>
              <a:t> </a:t>
            </a:r>
            <a:r>
              <a:rPr lang="en-US" altLang="zh-CN" sz="1200" kern="0" spc="35" baseline="-15325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1</a:t>
            </a:r>
            <a:r>
              <a:rPr baseline="-15325" lang="en-US" altLang="zh-CN" sz="1200" kern="0" spc="56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725" kern="0" spc="15" baseline="1932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=</a:t>
            </a:r>
            <a:r>
              <a:rPr baseline="1932" lang="en-US" altLang="zh-CN" sz="1725" kern="0" spc="56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725" kern="0" spc="0" baseline="1932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(1,1,1)</a:t>
            </a:r>
            <a:r>
              <a:rPr baseline="1932" lang="en-US" altLang="zh-CN" sz="1725" kern="0" spc="557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200" kern="0" spc="30" baseline="-15325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2</a:t>
            </a:r>
            <a:r>
              <a:rPr lang="en-US" altLang="zh-CN" sz="1725" kern="0" spc="75" baseline="-1694" noProof="0" dirty="0" smtClean="0">
                <a:solidFill>
                  <a:srgbClr val="0000FF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法</a:t>
            </a:r>
            <a:r>
              <a:rPr lang="en-US" altLang="zh-CN" sz="1725" kern="0" spc="65" baseline="-1694" noProof="0" dirty="0" smtClean="0">
                <a:solidFill>
                  <a:srgbClr val="0000FF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向</a:t>
            </a:r>
            <a:r>
              <a:rPr lang="en-US" altLang="zh-CN" sz="1725" kern="0" spc="50" baseline="-1694" noProof="0" dirty="0" smtClean="0">
                <a:solidFill>
                  <a:srgbClr val="0000FF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量为</a:t>
            </a:r>
            <a:r>
              <a:rPr baseline="-1694" lang="en-US" altLang="zh-CN" sz="1725" kern="0" spc="150" noProof="0" dirty="0" smtClean="0">
                <a:latin typeface="SimSun" pitchFamily="2" charset="0"/>
                <a:ea typeface="SimSun" pitchFamily="2" charset="0"/>
                <a:cs typeface="SimSun" pitchFamily="2" charset="0"/>
              </a:rPr>
              <a:t> </a:t>
            </a:r>
            <a:r>
              <a:rPr lang="en-US" altLang="zh-CN" sz="1200" kern="0" spc="35" baseline="-15325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2</a:t>
            </a:r>
            <a:r>
              <a:rPr baseline="-15325" lang="en-US" altLang="zh-CN" sz="1200" kern="0" spc="-2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725" kern="0" spc="0" baseline="1932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=</a:t>
            </a:r>
            <a:r>
              <a:rPr baseline="1932" lang="en-US" altLang="zh-CN" sz="1725" kern="0" spc="-2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725" kern="0" spc="0" baseline="1932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(0,1,</a:t>
            </a:r>
            <a:r>
              <a:rPr baseline="1932" lang="en-US" altLang="zh-CN" sz="1725" kern="0" spc="-2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725" kern="0" spc="0" baseline="1932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−</a:t>
            </a:r>
            <a:r>
              <a:rPr baseline="1932" lang="en-US" altLang="zh-CN" sz="1725" kern="0" spc="-2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725" kern="0" spc="0" baseline="1932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1)</a:t>
            </a:r>
          </a:p>
          <a:p>
            <a:pPr marL="0" marR="0" indent="0" eaLnBrk="0">
              <a:lnSpc>
                <a:spcPct val="61666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1377709" marR="0" indent="0" eaLnBrk="0">
              <a:lnSpc>
                <a:spcPct val="92388"/>
              </a:lnSpc>
              <a:tabLst>
                <a:tab pos="4461092" algn="l"/>
              </a:tabLst>
            </a:pPr>
            <a:r>
              <a:rPr lang="en-US" altLang="zh-CN" sz="1725" kern="0" spc="375" baseline="469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=</a:t>
            </a:r>
            <a:r>
              <a:rPr baseline="4690" lang="en-US" altLang="zh-CN" sz="1725" kern="0" spc="114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200" kern="0" spc="30" baseline="-11359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1</a:t>
            </a:r>
            <a:r>
              <a:rPr baseline="-11359" lang="en-US" altLang="zh-CN" sz="1200" kern="0" spc="52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725" kern="0" spc="0" baseline="469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×</a:t>
            </a:r>
            <a:r>
              <a:rPr baseline="4690" lang="en-US" altLang="zh-CN" sz="1725" kern="0" spc="82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200" kern="0" spc="30" baseline="-11359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2</a:t>
            </a:r>
            <a:r>
              <a:rPr baseline="-11359" lang="en-US" altLang="zh-CN" sz="1200" kern="0" spc="2620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200" kern="0" spc="0" baseline="-47837" u="sng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−2</a:t>
            </a:r>
            <a:r>
              <a:rPr baseline="-47837" sz="1200" kern="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	</a:t>
            </a:r>
            <a:r>
              <a:rPr lang="en-US" altLang="zh-CN" sz="1725" kern="0" spc="50" baseline="469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=</a:t>
            </a:r>
            <a:r>
              <a:rPr baseline="4690" lang="en-US" altLang="zh-CN" sz="1725" kern="0" spc="141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200" kern="0" spc="50" baseline="-47837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1</a:t>
            </a:r>
            <a:r>
              <a:rPr baseline="-47837" lang="en-US" altLang="zh-CN" sz="1200" kern="0" spc="120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725" kern="0" spc="50" baseline="469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=</a:t>
            </a:r>
            <a:r>
              <a:rPr baseline="4690" lang="en-US" altLang="zh-CN" sz="1725" kern="0" spc="140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200" kern="0" spc="50" baseline="-47837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1</a:t>
            </a:r>
          </a:p>
          <a:p>
            <a:pPr marL="0" marR="0" indent="0" eaLnBrk="0">
              <a:lnSpc>
                <a:spcPct val="43333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468884" marR="0" indent="-435864" eaLnBrk="0" lvl="0">
              <a:lnSpc>
                <a:spcPct val="106824"/>
              </a:lnSpc>
              <a:buAutoNum type="arabicParenBoth" startAt="2"/>
            </a:pPr>
            <a:r>
              <a:rPr lang="en-US" altLang="zh-CN" sz="1150" kern="0" spc="10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=</a:t>
            </a:r>
            <a:r>
              <a:rPr baseline="0" lang="en-US" altLang="zh-CN" sz="1150" kern="0" spc="22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150" kern="0" spc="5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(</a:t>
            </a:r>
            <a:r>
              <a:rPr baseline="0" lang="en-US" altLang="zh-CN" sz="1150" kern="0" spc="22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150" kern="0" spc="5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−</a:t>
            </a:r>
            <a:r>
              <a:rPr baseline="0" lang="en-US" altLang="zh-CN" sz="1150" kern="0" spc="22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150" kern="0" spc="5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2,</a:t>
            </a:r>
            <a:r>
              <a:rPr lang="en-US" altLang="zh-CN" sz="1150" kern="0" spc="0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1,</a:t>
            </a:r>
            <a:r>
              <a:rPr baseline="0" lang="en-US" altLang="zh-CN" sz="1150" kern="0" spc="22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150" kern="0" spc="0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−</a:t>
            </a:r>
            <a:r>
              <a:rPr baseline="0" lang="en-US" altLang="zh-CN" sz="1150" kern="0" spc="22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150" kern="0" spc="0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1)</a:t>
            </a:r>
            <a:r>
              <a:rPr lang="en-US" altLang="zh-CN" sz="1150" kern="0" spc="0" baseline="0" noProof="0" dirty="0" smtClean="0">
                <a:solidFill>
                  <a:srgbClr val="0000FF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,</a:t>
            </a:r>
            <a:r>
              <a:rPr baseline="0" lang="en-US" altLang="zh-CN" sz="1150" kern="0" spc="530" noProof="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150" kern="0" spc="210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×</a:t>
            </a:r>
            <a:r>
              <a:rPr baseline="0" lang="en-US" altLang="zh-CN" sz="1150" kern="0" spc="1746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150" kern="0" spc="10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=</a:t>
            </a:r>
            <a:r>
              <a:rPr baseline="0" lang="en-US" altLang="zh-CN" sz="1150" kern="0" spc="805" strike="sngStrike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200" kern="0" spc="5" baseline="-50000" strike="sngStrike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6</a:t>
            </a:r>
            <a:r>
              <a:rPr baseline="-50000" lang="en-US" altLang="zh-CN" sz="1200" kern="0" spc="120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150" kern="0" spc="5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=</a:t>
            </a:r>
            <a:r>
              <a:rPr baseline="0" lang="en-US" altLang="zh-CN" sz="1150" kern="0" spc="800" strike="sngStrike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200" kern="0" spc="5" baseline="-50000" strike="sngStrike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3</a:t>
            </a:r>
            <a:r>
              <a:rPr baseline="-50000" lang="en-US" altLang="zh-CN" sz="1200" kern="0" spc="570" strike="sngStrike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</a:p>
        </p:txBody>
      </p:sp>
      <p:pic>
        <p:nvPicPr>
          <p:cNvPr id="133" name="EC697D8F-10BF-4AD7-774C-AF8382F1B2EC"/>
          <p:cNvPicPr>
            <a:picLocks noChangeAspect="1"/>
          </p:cNvPicPr>
          <p:nvPr/>
        </p:nvPicPr>
        <p:blipFill>
          <a:blip r:embed="rId63" cstate="print">
            <a:extLst>
              <a:ext uri="{F70A4D4E-94DF-4076-F4FA-2EAEEAADD8A4}"/>
            </a:extLst>
          </a:blip>
          <a:srcRect/>
          <a:stretch>
            <a:fillRect/>
          </a:stretch>
        </p:blipFill>
        <p:spPr>
          <a:xfrm>
            <a:off x="2713787" y="8364360"/>
            <a:ext cx="57150" cy="133350"/>
          </a:xfrm>
          <a:prstGeom prst="rect">
            <a:avLst/>
          </a:prstGeom>
        </p:spPr>
      </p:pic>
      <p:pic>
        <p:nvPicPr>
          <p:cNvPr id="134" name="B3D42EDD-C4F1-402D-618F-5D6C8FDF3AEB"/>
          <p:cNvPicPr>
            <a:picLocks noChangeAspect="1"/>
          </p:cNvPicPr>
          <p:nvPr/>
        </p:nvPicPr>
        <p:blipFill>
          <a:blip r:embed="rId64" cstate="print">
            <a:extLst>
              <a:ext uri="{DBF8ED6D-B988-496C-A42A-247725933FEF}"/>
            </a:extLst>
          </a:blip>
          <a:srcRect/>
          <a:stretch>
            <a:fillRect/>
          </a:stretch>
        </p:blipFill>
        <p:spPr>
          <a:xfrm>
            <a:off x="4678985" y="8364766"/>
            <a:ext cx="85725" cy="161925"/>
          </a:xfrm>
          <a:prstGeom prst="rect">
            <a:avLst/>
          </a:prstGeom>
        </p:spPr>
      </p:pic>
      <p:pic>
        <p:nvPicPr>
          <p:cNvPr id="135" name="EA53FF37-40C8-4A6E-5F6B-E83598FC2C71"/>
          <p:cNvPicPr>
            <a:picLocks noChangeAspect="1"/>
          </p:cNvPicPr>
          <p:nvPr/>
        </p:nvPicPr>
        <p:blipFill>
          <a:blip r:embed="rId65" cstate="print">
            <a:extLst>
              <a:ext uri="{15DD6390-E64C-499A-8EFD-BF7ECA6C167E}"/>
            </a:extLst>
          </a:blip>
          <a:srcRect/>
          <a:stretch>
            <a:fillRect/>
          </a:stretch>
        </p:blipFill>
        <p:spPr>
          <a:xfrm>
            <a:off x="2343595" y="8635010"/>
            <a:ext cx="85725" cy="161925"/>
          </a:xfrm>
          <a:prstGeom prst="rect">
            <a:avLst/>
          </a:prstGeom>
        </p:spPr>
      </p:pic>
      <p:pic>
        <p:nvPicPr>
          <p:cNvPr id="136" name="1D0DBBF1-DAB5-4B90-89A5-29BF0531EA29"/>
          <p:cNvPicPr>
            <a:picLocks noChangeAspect="1"/>
          </p:cNvPicPr>
          <p:nvPr/>
        </p:nvPicPr>
        <p:blipFill>
          <a:blip r:embed="rId66" cstate="print">
            <a:extLst>
              <a:ext uri="{D0CC4E47-8ACB-4D73-A2E6-E4E7531247E9}"/>
            </a:extLst>
          </a:blip>
          <a:srcRect/>
          <a:stretch>
            <a:fillRect/>
          </a:stretch>
        </p:blipFill>
        <p:spPr>
          <a:xfrm>
            <a:off x="2697175" y="8635010"/>
            <a:ext cx="47625" cy="161925"/>
          </a:xfrm>
          <a:prstGeom prst="rect">
            <a:avLst/>
          </a:prstGeom>
        </p:spPr>
      </p:pic>
      <p:pic>
        <p:nvPicPr>
          <p:cNvPr id="137" name="CDE5EEFF-5A09-4A12-A5C2-4489D60D1A5B"/>
          <p:cNvPicPr>
            <a:picLocks noChangeAspect="1"/>
          </p:cNvPicPr>
          <p:nvPr/>
        </p:nvPicPr>
        <p:blipFill>
          <a:blip r:embed="rId67" cstate="print">
            <a:extLst>
              <a:ext uri="{AD0F80E1-43C3-48BF-D9E9-2457B3E0CF48}"/>
            </a:extLst>
          </a:blip>
          <a:srcRect/>
          <a:stretch>
            <a:fillRect/>
          </a:stretch>
        </p:blipFill>
        <p:spPr>
          <a:xfrm>
            <a:off x="3026347" y="8635010"/>
            <a:ext cx="95250" cy="161925"/>
          </a:xfrm>
          <a:prstGeom prst="rect">
            <a:avLst/>
          </a:prstGeom>
        </p:spPr>
      </p:pic>
      <p:pic>
        <p:nvPicPr>
          <p:cNvPr id="138" name="0757ACC6-FB7F-49D7-6C44-3882C6B58822"/>
          <p:cNvPicPr>
            <a:picLocks noChangeAspect="1"/>
          </p:cNvPicPr>
          <p:nvPr/>
        </p:nvPicPr>
        <p:blipFill>
          <a:blip r:embed="rId68" cstate="print">
            <a:extLst>
              <a:ext uri="{B5F60081-744D-437A-D1A5-7D0BBABB2109}"/>
            </a:extLst>
          </a:blip>
          <a:srcRect/>
          <a:stretch>
            <a:fillRect/>
          </a:stretch>
        </p:blipFill>
        <p:spPr>
          <a:xfrm>
            <a:off x="4700715" y="8902034"/>
            <a:ext cx="57150" cy="114300"/>
          </a:xfrm>
          <a:prstGeom prst="rect">
            <a:avLst/>
          </a:prstGeom>
        </p:spPr>
      </p:pic>
      <p:pic>
        <p:nvPicPr>
          <p:cNvPr id="139" name="82DFC189-062A-443D-B9F8-151B7ABA2ACF"/>
          <p:cNvPicPr>
            <a:picLocks noChangeAspect="1"/>
          </p:cNvPicPr>
          <p:nvPr/>
        </p:nvPicPr>
        <p:blipFill>
          <a:blip r:embed="rId69" cstate="print">
            <a:extLst>
              <a:ext uri="{5D92B672-D719-4414-DD9C-AFE4A74CBBF8}"/>
            </a:extLst>
          </a:blip>
          <a:srcRect/>
          <a:stretch>
            <a:fillRect/>
          </a:stretch>
        </p:blipFill>
        <p:spPr>
          <a:xfrm>
            <a:off x="4690047" y="8902034"/>
            <a:ext cx="66675" cy="114300"/>
          </a:xfrm>
          <a:prstGeom prst="rect">
            <a:avLst/>
          </a:prstGeom>
        </p:spPr>
      </p:pic>
      <p:sp>
        <p:nvSpPr>
          <p:cNvPr id="140" name="TextBox140"/>
          <p:cNvSpPr txBox="1"/>
          <p:nvPr/>
        </p:nvSpPr>
        <p:spPr>
          <a:xfrm>
            <a:off x="4751007" y="8889530"/>
            <a:ext cx="77076" cy="121853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200" kern="0" spc="225" baseline="773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×</a:t>
            </a:r>
          </a:p>
        </p:txBody>
      </p:sp>
      <p:pic>
        <p:nvPicPr>
          <p:cNvPr id="141" name="BB02E9B0-FE81-42DA-29D9-1A5F9EF1732F"/>
          <p:cNvPicPr>
            <a:picLocks noChangeAspect="1"/>
          </p:cNvPicPr>
          <p:nvPr/>
        </p:nvPicPr>
        <p:blipFill>
          <a:blip r:embed="rId70" cstate="print">
            <a:extLst>
              <a:ext uri="{C9E4B6E1-5CE7-4FF7-F2D5-1CF266A5D77D}"/>
            </a:extLst>
          </a:blip>
          <a:srcRect/>
          <a:stretch>
            <a:fillRect/>
          </a:stretch>
        </p:blipFill>
        <p:spPr>
          <a:xfrm>
            <a:off x="4826667" y="8902034"/>
            <a:ext cx="76200" cy="114300"/>
          </a:xfrm>
          <a:prstGeom prst="rect">
            <a:avLst/>
          </a:prstGeom>
        </p:spPr>
      </p:pic>
      <p:sp>
        <p:nvSpPr>
          <p:cNvPr id="142" name="TextBox142"/>
          <p:cNvSpPr txBox="1"/>
          <p:nvPr/>
        </p:nvSpPr>
        <p:spPr>
          <a:xfrm>
            <a:off x="4690047" y="8868194"/>
            <a:ext cx="990441" cy="135190"/>
          </a:xfrm>
          <a:prstGeom prst="rect">
            <a:avLst/>
          </a:prstGeom>
          <a:noFill/>
        </p:spPr>
        <p:txBody>
          <a:bodyPr wrap="square" lIns="0" rIns="0" bIns="0" tIns="23495" rtlCol="0">
            <a:spAutoFit/>
          </a:bodyPr>
          <a:lstStyle/>
          <a:p>
            <a:pPr marL="412584" marR="0" indent="0" eaLnBrk="0">
              <a:lnSpc>
                <a:spcPct val="90104"/>
              </a:lnSpc>
              <a:spcBef>
                <a:spcPts val="186"/>
              </a:spcBef>
            </a:pPr>
            <a:r>
              <a:rPr lang="en-US" altLang="zh-CN" sz="1200" kern="0" spc="5" baseline="-18827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2</a:t>
            </a:r>
            <a:r>
              <a:rPr baseline="-18827" lang="en-US" altLang="zh-CN" sz="1200" kern="0" spc="63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200" kern="0" spc="0" baseline="-18827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5</a:t>
            </a:r>
            <a:r>
              <a:rPr baseline="-18827" lang="en-US" altLang="zh-CN" sz="1200" kern="0" spc="291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200" kern="0" spc="35" baseline="-18827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30</a:t>
            </a:r>
          </a:p>
        </p:txBody>
      </p:sp>
      <p:pic>
        <p:nvPicPr>
          <p:cNvPr id="143" name="BD474890-D6FA-423F-AC77-B97BB7E2043C"/>
          <p:cNvPicPr>
            <a:picLocks noChangeAspect="1"/>
          </p:cNvPicPr>
          <p:nvPr/>
        </p:nvPicPr>
        <p:blipFill>
          <a:blip r:embed="rId71" cstate="print">
            <a:extLst>
              <a:ext uri="{B0FC3DD3-D173-4770-4D2C-A48755EDF034}"/>
            </a:extLst>
          </a:blip>
          <a:srcRect/>
          <a:stretch>
            <a:fillRect/>
          </a:stretch>
        </p:blipFill>
        <p:spPr>
          <a:xfrm>
            <a:off x="4827207" y="8880698"/>
            <a:ext cx="152400" cy="142875"/>
          </a:xfrm>
          <a:prstGeom prst="rect">
            <a:avLst/>
          </a:prstGeom>
        </p:spPr>
      </p:pic>
      <p:pic>
        <p:nvPicPr>
          <p:cNvPr id="144" name="940ED117-627F-4D70-50E2-251A60D5F569"/>
          <p:cNvPicPr>
            <a:picLocks noChangeAspect="1"/>
          </p:cNvPicPr>
          <p:nvPr/>
        </p:nvPicPr>
        <p:blipFill>
          <a:blip r:embed="rId72" cstate="print">
            <a:extLst>
              <a:ext uri="{2C2ED168-74C8-4662-E9AE-7E2C8E9F05F6}"/>
            </a:extLst>
          </a:blip>
          <a:srcRect/>
          <a:stretch>
            <a:fillRect/>
          </a:stretch>
        </p:blipFill>
        <p:spPr>
          <a:xfrm>
            <a:off x="1437831" y="8928990"/>
            <a:ext cx="57150" cy="171450"/>
          </a:xfrm>
          <a:prstGeom prst="rect">
            <a:avLst/>
          </a:prstGeom>
        </p:spPr>
      </p:pic>
      <p:pic>
        <p:nvPicPr>
          <p:cNvPr id="145" name="08A327DC-488B-4283-E349-E5DF51CB949D"/>
          <p:cNvPicPr>
            <a:picLocks noChangeAspect="1"/>
          </p:cNvPicPr>
          <p:nvPr/>
        </p:nvPicPr>
        <p:blipFill>
          <a:blip r:embed="rId73" cstate="print">
            <a:extLst>
              <a:ext uri="{24B51E1A-77E5-4CD3-C367-FAC68A7E61B8}"/>
            </a:extLst>
          </a:blip>
          <a:srcRect/>
          <a:stretch>
            <a:fillRect/>
          </a:stretch>
        </p:blipFill>
        <p:spPr>
          <a:xfrm>
            <a:off x="1411923" y="8928990"/>
            <a:ext cx="114300" cy="200025"/>
          </a:xfrm>
          <a:prstGeom prst="rect">
            <a:avLst/>
          </a:prstGeom>
        </p:spPr>
      </p:pic>
      <p:pic>
        <p:nvPicPr>
          <p:cNvPr id="146" name="8BE1AB0A-1565-47C4-25F9-15AB91F0BF5D"/>
          <p:cNvPicPr>
            <a:picLocks noChangeAspect="1"/>
          </p:cNvPicPr>
          <p:nvPr/>
        </p:nvPicPr>
        <p:blipFill>
          <a:blip r:embed="rId74" cstate="print">
            <a:extLst>
              <a:ext uri="{8D0D5BE8-70F7-4A66-18D2-7C57B013C15B}"/>
            </a:extLst>
          </a:blip>
          <a:srcRect/>
          <a:stretch>
            <a:fillRect/>
          </a:stretch>
        </p:blipFill>
        <p:spPr>
          <a:xfrm>
            <a:off x="2547303" y="8959482"/>
            <a:ext cx="95250" cy="161925"/>
          </a:xfrm>
          <a:prstGeom prst="rect">
            <a:avLst/>
          </a:prstGeom>
        </p:spPr>
      </p:pic>
      <p:pic>
        <p:nvPicPr>
          <p:cNvPr id="147" name="567DE4D7-C70F-4681-1CB8-C8BFAE36C209"/>
          <p:cNvPicPr>
            <a:picLocks noChangeAspect="1"/>
          </p:cNvPicPr>
          <p:nvPr/>
        </p:nvPicPr>
        <p:blipFill>
          <a:blip r:embed="rId75" cstate="print">
            <a:extLst>
              <a:ext uri="{CEC96484-3E56-4E89-CFC8-A29CF49A3144}"/>
            </a:extLst>
          </a:blip>
          <a:srcRect/>
          <a:stretch>
            <a:fillRect/>
          </a:stretch>
        </p:blipFill>
        <p:spPr>
          <a:xfrm>
            <a:off x="2809431" y="8924432"/>
            <a:ext cx="1828800" cy="209550"/>
          </a:xfrm>
          <a:prstGeom prst="rect">
            <a:avLst/>
          </a:prstGeom>
        </p:spPr>
      </p:pic>
      <p:pic>
        <p:nvPicPr>
          <p:cNvPr id="148" name="2591618E-C691-4E4A-4DCE-002C0C10B70A"/>
          <p:cNvPicPr>
            <a:picLocks noChangeAspect="1"/>
          </p:cNvPicPr>
          <p:nvPr/>
        </p:nvPicPr>
        <p:blipFill>
          <a:blip r:embed="rId76" cstate="print">
            <a:extLst>
              <a:ext uri="{93F89E93-9732-4FBE-A68C-6E2F7F183DB1}"/>
            </a:extLst>
          </a:blip>
          <a:srcRect/>
          <a:stretch>
            <a:fillRect/>
          </a:stretch>
        </p:blipFill>
        <p:spPr>
          <a:xfrm>
            <a:off x="4798238" y="9072722"/>
            <a:ext cx="76200" cy="123825"/>
          </a:xfrm>
          <a:prstGeom prst="rect">
            <a:avLst/>
          </a:prstGeom>
        </p:spPr>
      </p:pic>
      <p:sp>
        <p:nvSpPr>
          <p:cNvPr id="149" name="TextBox149"/>
          <p:cNvSpPr txBox="1"/>
          <p:nvPr/>
        </p:nvSpPr>
        <p:spPr>
          <a:xfrm>
            <a:off x="5066475" y="9282710"/>
            <a:ext cx="34112" cy="121853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200" kern="0" spc="0" baseline="773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|</a:t>
            </a:r>
          </a:p>
        </p:txBody>
      </p:sp>
      <p:pic>
        <p:nvPicPr>
          <p:cNvPr id="150" name="36A13210-412E-401F-BBC3-1CEB9E2F9378"/>
          <p:cNvPicPr>
            <a:picLocks noChangeAspect="1"/>
          </p:cNvPicPr>
          <p:nvPr/>
        </p:nvPicPr>
        <p:blipFill>
          <a:blip r:embed="rId77" cstate="print">
            <a:extLst>
              <a:ext uri="{73134AEE-FF40-4634-B0BD-7A2B72D66784}"/>
            </a:extLst>
          </a:blip>
          <a:srcRect/>
          <a:stretch>
            <a:fillRect/>
          </a:stretch>
        </p:blipFill>
        <p:spPr>
          <a:xfrm>
            <a:off x="5087811" y="9295214"/>
            <a:ext cx="66675" cy="123825"/>
          </a:xfrm>
          <a:prstGeom prst="rect">
            <a:avLst/>
          </a:prstGeom>
        </p:spPr>
      </p:pic>
      <p:sp>
        <p:nvSpPr>
          <p:cNvPr id="151" name="TextBox151"/>
          <p:cNvSpPr txBox="1"/>
          <p:nvPr/>
        </p:nvSpPr>
        <p:spPr>
          <a:xfrm>
            <a:off x="5148771" y="9282710"/>
            <a:ext cx="26663" cy="121853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200" kern="0" spc="-25" baseline="773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∙</a:t>
            </a:r>
          </a:p>
        </p:txBody>
      </p:sp>
      <p:pic>
        <p:nvPicPr>
          <p:cNvPr id="152" name="8F42DF1D-4281-47DA-05A2-8329417EC97D"/>
          <p:cNvPicPr>
            <a:picLocks noChangeAspect="1"/>
          </p:cNvPicPr>
          <p:nvPr/>
        </p:nvPicPr>
        <p:blipFill>
          <a:blip r:embed="rId78" cstate="print">
            <a:extLst>
              <a:ext uri="{F91BDCE2-06E0-4848-346B-78745234CF5D}"/>
            </a:extLst>
          </a:blip>
          <a:srcRect/>
          <a:stretch>
            <a:fillRect/>
          </a:stretch>
        </p:blipFill>
        <p:spPr>
          <a:xfrm>
            <a:off x="5176203" y="9295214"/>
            <a:ext cx="66675" cy="114300"/>
          </a:xfrm>
          <a:prstGeom prst="rect">
            <a:avLst/>
          </a:prstGeom>
        </p:spPr>
      </p:pic>
      <p:sp>
        <p:nvSpPr>
          <p:cNvPr id="153" name="TextBox153"/>
          <p:cNvSpPr txBox="1"/>
          <p:nvPr/>
        </p:nvSpPr>
        <p:spPr>
          <a:xfrm>
            <a:off x="5066475" y="9282710"/>
            <a:ext cx="204800" cy="112902"/>
          </a:xfrm>
          <a:prstGeom prst="rect">
            <a:avLst/>
          </a:prstGeom>
          <a:noFill/>
        </p:spPr>
        <p:txBody>
          <a:bodyPr wrap="square" lIns="0" rIns="0" bIns="0" tIns="1270" rtlCol="0">
            <a:spAutoFit/>
          </a:bodyPr>
          <a:lstStyle/>
          <a:p>
            <a:pPr marL="0" marR="0" indent="0" eaLnBrk="0">
              <a:lnSpc>
                <a:spcPct val="74166"/>
              </a:lnSpc>
              <a:spcBef>
                <a:spcPts val="10"/>
              </a:spcBef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pic>
        <p:nvPicPr>
          <p:cNvPr id="154" name="98DB482E-66AE-4725-FD04-30AFEB91E7CA"/>
          <p:cNvPicPr>
            <a:picLocks noChangeAspect="1"/>
          </p:cNvPicPr>
          <p:nvPr/>
        </p:nvPicPr>
        <p:blipFill>
          <a:blip r:embed="rId79" cstate="print">
            <a:extLst>
              <a:ext uri="{E80570F5-06CC-4D1C-DE0F-422424FCE332}"/>
            </a:extLst>
          </a:blip>
          <a:srcRect/>
          <a:stretch>
            <a:fillRect/>
          </a:stretch>
        </p:blipFill>
        <p:spPr>
          <a:xfrm>
            <a:off x="5170107" y="9296750"/>
            <a:ext cx="76200" cy="123825"/>
          </a:xfrm>
          <a:prstGeom prst="rect">
            <a:avLst/>
          </a:prstGeom>
        </p:spPr>
      </p:pic>
      <p:sp>
        <p:nvSpPr>
          <p:cNvPr id="155" name="TextBox155"/>
          <p:cNvSpPr txBox="1"/>
          <p:nvPr/>
        </p:nvSpPr>
        <p:spPr>
          <a:xfrm>
            <a:off x="5237163" y="9282710"/>
            <a:ext cx="34112" cy="121853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200" kern="0" spc="0" baseline="773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|</a:t>
            </a:r>
          </a:p>
        </p:txBody>
      </p:sp>
      <p:pic>
        <p:nvPicPr>
          <p:cNvPr id="156" name="C391D06E-A771-43B0-1B3B-DB401F26412C"/>
          <p:cNvPicPr>
            <a:picLocks noChangeAspect="1"/>
          </p:cNvPicPr>
          <p:nvPr/>
        </p:nvPicPr>
        <p:blipFill>
          <a:blip r:embed="rId80" cstate="print">
            <a:extLst>
              <a:ext uri="{609C5942-F0B8-4A80-7DF1-20BF015C7B4C}"/>
            </a:extLst>
          </a:blip>
          <a:srcRect/>
          <a:stretch>
            <a:fillRect/>
          </a:stretch>
        </p:blipFill>
        <p:spPr>
          <a:xfrm>
            <a:off x="1323531" y="9313050"/>
            <a:ext cx="2343150" cy="209550"/>
          </a:xfrm>
          <a:prstGeom prst="rect">
            <a:avLst/>
          </a:prstGeom>
        </p:spPr>
      </p:pic>
      <p:pic>
        <p:nvPicPr>
          <p:cNvPr id="157" name="DC4A7BC7-F7DC-4FD2-6546-B47915B51844"/>
          <p:cNvPicPr>
            <a:picLocks noChangeAspect="1"/>
          </p:cNvPicPr>
          <p:nvPr/>
        </p:nvPicPr>
        <p:blipFill>
          <a:blip r:embed="rId81" cstate="print">
            <a:extLst>
              <a:ext uri="{B3EBE945-C0E0-425B-5953-1DD6923E19F9}"/>
            </a:extLst>
          </a:blip>
          <a:srcRect/>
          <a:stretch>
            <a:fillRect/>
          </a:stretch>
        </p:blipFill>
        <p:spPr>
          <a:xfrm>
            <a:off x="3693351" y="9349626"/>
            <a:ext cx="1323975" cy="161925"/>
          </a:xfrm>
          <a:prstGeom prst="rect">
            <a:avLst/>
          </a:prstGeom>
        </p:spPr>
      </p:pic>
      <p:sp>
        <p:nvSpPr>
          <p:cNvPr id="158" name="TextBox158"/>
          <p:cNvSpPr txBox="1"/>
          <p:nvPr/>
        </p:nvSpPr>
        <p:spPr>
          <a:xfrm>
            <a:off x="5045126" y="9448838"/>
            <a:ext cx="34112" cy="121853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200" kern="0" spc="0" baseline="773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|</a:t>
            </a:r>
          </a:p>
        </p:txBody>
      </p:sp>
      <p:pic>
        <p:nvPicPr>
          <p:cNvPr id="159" name="FF3C874A-E703-407D-BBB1-2751B1019C0A"/>
          <p:cNvPicPr>
            <a:picLocks noChangeAspect="1"/>
          </p:cNvPicPr>
          <p:nvPr/>
        </p:nvPicPr>
        <p:blipFill>
          <a:blip r:embed="rId82" cstate="print">
            <a:extLst>
              <a:ext uri="{B5C3150F-20C7-4640-8F8A-50BC73D295DE}"/>
            </a:extLst>
          </a:blip>
          <a:srcRect/>
          <a:stretch>
            <a:fillRect/>
          </a:stretch>
        </p:blipFill>
        <p:spPr>
          <a:xfrm>
            <a:off x="5078667" y="9461342"/>
            <a:ext cx="57150" cy="123825"/>
          </a:xfrm>
          <a:prstGeom prst="rect">
            <a:avLst/>
          </a:prstGeom>
        </p:spPr>
      </p:pic>
      <p:pic>
        <p:nvPicPr>
          <p:cNvPr id="160" name="8A62279F-416D-48F2-7AD7-3E5B50E5CC4A"/>
          <p:cNvPicPr>
            <a:picLocks noChangeAspect="1"/>
          </p:cNvPicPr>
          <p:nvPr/>
        </p:nvPicPr>
        <p:blipFill>
          <a:blip r:embed="rId83" cstate="print">
            <a:extLst>
              <a:ext uri="{C84F13D2-E73C-4661-F154-DFE027E5EB95}"/>
            </a:extLst>
          </a:blip>
          <a:srcRect/>
          <a:stretch>
            <a:fillRect/>
          </a:stretch>
        </p:blipFill>
        <p:spPr>
          <a:xfrm>
            <a:off x="5196015" y="9461342"/>
            <a:ext cx="76200" cy="123825"/>
          </a:xfrm>
          <a:prstGeom prst="rect">
            <a:avLst/>
          </a:prstGeom>
        </p:spPr>
      </p:pic>
      <p:sp>
        <p:nvSpPr>
          <p:cNvPr id="161" name="TextBox161"/>
          <p:cNvSpPr txBox="1"/>
          <p:nvPr/>
        </p:nvSpPr>
        <p:spPr>
          <a:xfrm>
            <a:off x="1125411" y="9313050"/>
            <a:ext cx="4630369" cy="258293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3914699" marR="0" indent="-3914699" eaLnBrk="0" lvl="0">
              <a:lnSpc>
                <a:spcPct val="102777"/>
              </a:lnSpc>
              <a:buAutoNum type="arabicParenBoth" startAt="3"/>
              <a:tabLst>
                <a:tab pos="4628465" algn="l"/>
              </a:tabLst>
            </a:pPr>
            <a:r>
              <a:rPr lang="en-US" altLang="zh-CN" sz="800" kern="0" spc="-140" baseline="0" u="sng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����</a:t>
            </a:r>
            <a:r>
              <a:rPr lang="en-US" altLang="zh-CN" sz="800" kern="0" spc="-95" baseline="0" u="sng" noProof="0" dirty="0" smtClean="0">
                <a:solidFill>
                  <a:srgbClr val="0000FF"/>
                </a:solidFill>
                <a:latin typeface="Bodoni MT Condensed" pitchFamily="18" charset="0"/>
                <a:ea typeface="Bodoni MT Condensed" pitchFamily="18" charset="0"/>
                <a:cs typeface="Bodoni MT Condensed" pitchFamily="18" charset="0"/>
              </a:rPr>
              <a:t>||</a:t>
            </a:r>
            <a:r>
              <a:rPr lang="en-US" altLang="zh-CN" sz="800" kern="0" spc="-125" baseline="0" u="sng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����</a:t>
            </a:r>
            <a:r>
              <a:rPr lang="en-US" altLang="zh-CN" sz="800" kern="0" spc="-95" baseline="0" u="sng" noProof="0" dirty="0" smtClean="0">
                <a:solidFill>
                  <a:srgbClr val="0000FF"/>
                </a:solidFill>
                <a:latin typeface="Bodoni MT Condensed" pitchFamily="18" charset="0"/>
                <a:ea typeface="Bodoni MT Condensed" pitchFamily="18" charset="0"/>
                <a:cs typeface="Bodoni MT Condensed" pitchFamily="18" charset="0"/>
              </a:rPr>
              <a:t>|</a:t>
            </a:r>
            <a:r>
              <a:rPr baseline="0" lang="en-US" altLang="zh-CN" sz="800" kern="0" spc="-65" noProof="0" dirty="0" smtClean="0">
                <a:latin typeface="Bodoni MT Condensed" pitchFamily="18" charset="0"/>
                <a:ea typeface="Bodoni MT Condensed" pitchFamily="18" charset="0"/>
                <a:cs typeface="Bodoni MT Condensed" pitchFamily="18" charset="0"/>
              </a:rPr>
              <a:t> </a:t>
            </a:r>
            <a:r>
              <a:rPr lang="en-US" altLang="zh-CN" sz="1725" kern="0" spc="-375" baseline="34783" noProof="0" dirty="0" smtClean="0">
                <a:solidFill>
                  <a:srgbClr val="0000FF"/>
                </a:solidFill>
                <a:latin typeface="Bodoni MT Condensed" pitchFamily="18" charset="0"/>
                <a:ea typeface="Bodoni MT Condensed" pitchFamily="18" charset="0"/>
                <a:cs typeface="Bodoni MT Condensed" pitchFamily="18" charset="0"/>
              </a:rPr>
              <a:t>=</a:t>
            </a:r>
            <a:r>
              <a:rPr baseline="34783" lang="en-US" altLang="zh-CN" sz="1725" kern="0" spc="-100" noProof="0" dirty="0" smtClean="0">
                <a:latin typeface="Bodoni MT Condensed" pitchFamily="18" charset="0"/>
                <a:ea typeface="Bodoni MT Condensed" pitchFamily="18" charset="0"/>
                <a:cs typeface="Bodoni MT Condensed" pitchFamily="18" charset="0"/>
              </a:rPr>
              <a:t> </a:t>
            </a:r>
            <a:r>
              <a:rPr baseline="34783" lang="en-US" altLang="zh-CN" sz="1725" kern="0" spc="0" u="sng" noProof="0" dirty="0" smtClean="0">
                <a:latin typeface="Bodoni MT Condensed" pitchFamily="18" charset="0"/>
                <a:ea typeface="Bodoni MT Condensed" pitchFamily="18" charset="0"/>
                <a:cs typeface="Bodoni MT Condensed" pitchFamily="18" charset="0"/>
              </a:rPr>
              <a:t> </a:t>
            </a:r>
            <a:r>
              <a:rPr baseline="34783" sz="1725" kern="0" noProof="0" dirty="0" smtClean="0" u="sng">
                <a:latin typeface="Bodoni MT Condensed" pitchFamily="18" charset="0"/>
                <a:ea typeface="Bodoni MT Condensed" pitchFamily="18" charset="0"/>
                <a:cs typeface="Bodoni MT Condensed" pitchFamily="18" charset="0"/>
              </a:rPr>
              <a:t>	</a:t>
            </a:r>
          </a:p>
        </p:txBody>
      </p:sp>
      <p:pic>
        <p:nvPicPr>
          <p:cNvPr id="162" name="DAEC21AF-1A7B-4236-5395-385973E371FF"/>
          <p:cNvPicPr>
            <a:picLocks noChangeAspect="1"/>
          </p:cNvPicPr>
          <p:nvPr/>
        </p:nvPicPr>
        <p:blipFill>
          <a:blip r:embed="rId84" cstate="print">
            <a:extLst>
              <a:ext uri="{42D17957-16AD-4A4A-BE90-41D3C8FD4E22}"/>
            </a:extLst>
          </a:blip>
          <a:srcRect/>
          <a:stretch>
            <a:fillRect/>
          </a:stretch>
        </p:blipFill>
        <p:spPr>
          <a:xfrm>
            <a:off x="3557715" y="9349626"/>
            <a:ext cx="104775" cy="161925"/>
          </a:xfrm>
          <a:prstGeom prst="rect">
            <a:avLst/>
          </a:prstGeom>
        </p:spPr>
      </p:pic>
      <p:sp>
        <p:nvSpPr>
          <p:cNvPr id="163" name="TextBox163"/>
          <p:cNvSpPr txBox="1"/>
          <p:nvPr/>
        </p:nvSpPr>
        <p:spPr>
          <a:xfrm>
            <a:off x="5590731" y="9284246"/>
            <a:ext cx="59696" cy="121853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800" kern="0" spc="-15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2</a:t>
            </a:r>
          </a:p>
        </p:txBody>
      </p:sp>
      <p:sp>
        <p:nvSpPr>
          <p:cNvPr id="164" name="TextBox164"/>
          <p:cNvSpPr txBox="1"/>
          <p:nvPr/>
        </p:nvSpPr>
        <p:spPr>
          <a:xfrm>
            <a:off x="5793423" y="9329432"/>
            <a:ext cx="113843" cy="17516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150" kern="0" spc="-15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=</a:t>
            </a:r>
          </a:p>
        </p:txBody>
      </p:sp>
      <p:sp>
        <p:nvSpPr>
          <p:cNvPr id="165" name="TextBox165"/>
          <p:cNvSpPr txBox="1"/>
          <p:nvPr/>
        </p:nvSpPr>
        <p:spPr>
          <a:xfrm>
            <a:off x="5560238" y="9284246"/>
            <a:ext cx="347028" cy="286445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7916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800" kern="0" spc="0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6</a:t>
            </a:r>
            <a:r>
              <a:rPr baseline="0" lang="en-US" altLang="zh-CN" sz="800" kern="0" spc="-1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800" kern="0" spc="0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3</a:t>
            </a:r>
          </a:p>
        </p:txBody>
      </p:sp>
      <p:sp>
        <p:nvSpPr>
          <p:cNvPr id="166" name="VectorPath 166"/>
          <p:cNvSpPr/>
          <p:nvPr/>
        </p:nvSpPr>
        <p:spPr>
          <a:xfrm>
            <a:off x="5943842" y="9423058"/>
            <a:ext cx="141122" cy="10058"/>
          </a:xfrm>
          <a:custGeom>
            <a:rect l="l" t="t" r="r" b="b"/>
            <a:pathLst>
              <a:path w="141122" h="10058">
                <a:moveTo>
                  <a:pt x="5029" y="5029"/>
                </a:moveTo>
                <a:lnTo>
                  <a:pt x="136093" y="5029"/>
                </a:lnTo>
              </a:path>
            </a:pathLst>
          </a:custGeom>
          <a:ln w="10058" cap="sq" cmpd="sng">
            <a:solidFill>
              <a:srgbClr val="0000FF">
                <a:alpha val="100000"/>
              </a:srgbClr>
            </a:solidFill>
            <a:bevel/>
          </a:ln>
        </p:spPr>
      </p:sp>
      <p:sp>
        <p:nvSpPr>
          <p:cNvPr id="167" name="VectorPath 167"/>
          <p:cNvSpPr/>
          <p:nvPr/>
        </p:nvSpPr>
        <p:spPr>
          <a:xfrm>
            <a:off x="5741658" y="8709966"/>
            <a:ext cx="211226" cy="10058"/>
          </a:xfrm>
          <a:custGeom>
            <a:rect l="l" t="t" r="r" b="b"/>
            <a:pathLst>
              <a:path w="211226" h="10058">
                <a:moveTo>
                  <a:pt x="5029" y="5029"/>
                </a:moveTo>
                <a:lnTo>
                  <a:pt x="206197" y="5029"/>
                </a:lnTo>
              </a:path>
            </a:pathLst>
          </a:custGeom>
          <a:ln w="10058" cap="sq" cmpd="sng">
            <a:solidFill>
              <a:srgbClr val="0000FF">
                <a:alpha val="100000"/>
              </a:srgbClr>
            </a:solidFill>
            <a:bevel/>
          </a:ln>
        </p:spPr>
      </p:sp>
      <p:sp>
        <p:nvSpPr>
          <p:cNvPr id="168" name="TextBox168"/>
          <p:cNvSpPr txBox="1"/>
          <p:nvPr/>
        </p:nvSpPr>
        <p:spPr>
          <a:xfrm>
            <a:off x="6018975" y="9282710"/>
            <a:ext cx="99060" cy="221627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576"/>
              </a:lnSpc>
            </a:pPr>
            <a:r>
              <a:rPr lang="en-US" altLang="zh-CN" sz="800" kern="0" spc="-15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2</a:t>
            </a:r>
            <a:r>
              <a:rPr lang="en-US" altLang="zh-CN" sz="1725" kern="0" spc="0" baseline="-40580" noProof="0" dirty="0" smtClean="0">
                <a:solidFill>
                  <a:srgbClr val="0000FF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,</a:t>
            </a:r>
          </a:p>
        </p:txBody>
      </p:sp>
      <p:sp>
        <p:nvSpPr>
          <p:cNvPr id="169" name="TextBox169"/>
          <p:cNvSpPr txBox="1"/>
          <p:nvPr/>
        </p:nvSpPr>
        <p:spPr>
          <a:xfrm>
            <a:off x="5985447" y="9448838"/>
            <a:ext cx="59696" cy="121853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800" kern="0" spc="-15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3</a:t>
            </a:r>
          </a:p>
        </p:txBody>
      </p:sp>
      <p:sp>
        <p:nvSpPr>
          <p:cNvPr id="170" name="VectorPath 170"/>
          <p:cNvSpPr/>
          <p:nvPr/>
        </p:nvSpPr>
        <p:spPr>
          <a:xfrm>
            <a:off x="6140959" y="8709966"/>
            <a:ext cx="203606" cy="10058"/>
          </a:xfrm>
          <a:custGeom>
            <a:rect l="l" t="t" r="r" b="b"/>
            <a:pathLst>
              <a:path w="203606" h="10058">
                <a:moveTo>
                  <a:pt x="5029" y="5029"/>
                </a:moveTo>
                <a:lnTo>
                  <a:pt x="198577" y="5029"/>
                </a:lnTo>
              </a:path>
            </a:pathLst>
          </a:custGeom>
          <a:ln w="10058" cap="sq" cmpd="sng">
            <a:solidFill>
              <a:srgbClr val="0000FF">
                <a:alpha val="100000"/>
              </a:srgbClr>
            </a:solidFill>
            <a:bevel/>
          </a:ln>
        </p:spPr>
      </p:sp>
      <p:grpSp>
        <p:nvGrpSpPr>
          <p:cNvPr id="171" name="Combination 171"/>
          <p:cNvGrpSpPr/>
          <p:nvPr/>
        </p:nvGrpSpPr>
        <p:grpSpPr>
          <a:xfrm>
            <a:off x="5231651" y="8895258"/>
            <a:ext cx="158623" cy="271145"/>
            <a:chOff x="5231651" y="8895258"/>
            <a:chExt cx="158623" cy="271145"/>
          </a:xfrm>
        </p:grpSpPr>
        <p:sp>
          <p:nvSpPr>
            <p:cNvPr id="172" name="VectorPath 172"/>
            <p:cNvSpPr/>
            <p:nvPr/>
          </p:nvSpPr>
          <p:spPr>
            <a:xfrm>
              <a:off x="5261496" y="8895258"/>
              <a:ext cx="128778" cy="104140"/>
            </a:xfrm>
            <a:custGeom>
              <a:rect l="l" t="t" r="r" b="b"/>
              <a:pathLst>
                <a:path w="128778" h="104140">
                  <a:moveTo>
                    <a:pt x="17272" y="49149"/>
                  </a:moveTo>
                  <a:lnTo>
                    <a:pt x="35941" y="90170"/>
                  </a:lnTo>
                  <a:lnTo>
                    <a:pt x="61976" y="0"/>
                  </a:lnTo>
                  <a:lnTo>
                    <a:pt x="128778" y="0"/>
                  </a:lnTo>
                  <a:lnTo>
                    <a:pt x="128778" y="7112"/>
                  </a:lnTo>
                  <a:lnTo>
                    <a:pt x="69088" y="7112"/>
                  </a:lnTo>
                  <a:lnTo>
                    <a:pt x="69088" y="6985"/>
                  </a:lnTo>
                  <a:lnTo>
                    <a:pt x="65786" y="6985"/>
                  </a:lnTo>
                  <a:lnTo>
                    <a:pt x="37465" y="104140"/>
                  </a:lnTo>
                  <a:lnTo>
                    <a:pt x="32385" y="104140"/>
                  </a:lnTo>
                  <a:lnTo>
                    <a:pt x="10541" y="57023"/>
                  </a:lnTo>
                  <a:lnTo>
                    <a:pt x="1651" y="61087"/>
                  </a:lnTo>
                  <a:lnTo>
                    <a:pt x="0" y="57023"/>
                  </a:lnTo>
                  <a:lnTo>
                    <a:pt x="17272" y="49149"/>
                  </a:lnTo>
                </a:path>
              </a:pathLst>
            </a:custGeom>
            <a:solidFill>
              <a:srgbClr val="0000FF">
                <a:alpha val="100000"/>
              </a:srgbClr>
            </a:solidFill>
          </p:spPr>
        </p:sp>
        <p:sp>
          <p:nvSpPr>
            <p:cNvPr id="173" name="VectorPath 173"/>
            <p:cNvSpPr/>
            <p:nvPr/>
          </p:nvSpPr>
          <p:spPr>
            <a:xfrm>
              <a:off x="5231651" y="9062264"/>
              <a:ext cx="128778" cy="104140"/>
            </a:xfrm>
            <a:custGeom>
              <a:rect l="l" t="t" r="r" b="b"/>
              <a:pathLst>
                <a:path w="128778" h="104140">
                  <a:moveTo>
                    <a:pt x="17272" y="49149"/>
                  </a:moveTo>
                  <a:lnTo>
                    <a:pt x="35941" y="90170"/>
                  </a:lnTo>
                  <a:lnTo>
                    <a:pt x="61976" y="0"/>
                  </a:lnTo>
                  <a:lnTo>
                    <a:pt x="128778" y="0"/>
                  </a:lnTo>
                  <a:lnTo>
                    <a:pt x="128778" y="7112"/>
                  </a:lnTo>
                  <a:lnTo>
                    <a:pt x="69088" y="7112"/>
                  </a:lnTo>
                  <a:lnTo>
                    <a:pt x="69088" y="6985"/>
                  </a:lnTo>
                  <a:lnTo>
                    <a:pt x="65786" y="6985"/>
                  </a:lnTo>
                  <a:lnTo>
                    <a:pt x="37465" y="104140"/>
                  </a:lnTo>
                  <a:lnTo>
                    <a:pt x="32385" y="104140"/>
                  </a:lnTo>
                  <a:lnTo>
                    <a:pt x="10541" y="57023"/>
                  </a:lnTo>
                  <a:lnTo>
                    <a:pt x="1651" y="61087"/>
                  </a:lnTo>
                  <a:lnTo>
                    <a:pt x="0" y="57023"/>
                  </a:lnTo>
                  <a:lnTo>
                    <a:pt x="17272" y="49149"/>
                  </a:lnTo>
                </a:path>
              </a:pathLst>
            </a:custGeom>
            <a:solidFill>
              <a:srgbClr val="0000FF">
                <a:alpha val="100000"/>
              </a:srgbClr>
            </a:solidFill>
          </p:spPr>
        </p:sp>
      </p:grpSp>
      <p:grpSp>
        <p:nvGrpSpPr>
          <p:cNvPr id="174" name="Combination 174"/>
          <p:cNvGrpSpPr/>
          <p:nvPr/>
        </p:nvGrpSpPr>
        <p:grpSpPr>
          <a:xfrm>
            <a:off x="5492001" y="9452776"/>
            <a:ext cx="258953" cy="104140"/>
            <a:chOff x="5492001" y="9452776"/>
            <a:chExt cx="258953" cy="104140"/>
          </a:xfrm>
        </p:grpSpPr>
        <p:sp>
          <p:nvSpPr>
            <p:cNvPr id="175" name="VectorPath 175"/>
            <p:cNvSpPr/>
            <p:nvPr/>
          </p:nvSpPr>
          <p:spPr>
            <a:xfrm>
              <a:off x="5492001" y="9452776"/>
              <a:ext cx="128778" cy="104140"/>
            </a:xfrm>
            <a:custGeom>
              <a:rect l="l" t="t" r="r" b="b"/>
              <a:pathLst>
                <a:path w="128778" h="104140">
                  <a:moveTo>
                    <a:pt x="17272" y="49149"/>
                  </a:moveTo>
                  <a:lnTo>
                    <a:pt x="35941" y="90170"/>
                  </a:lnTo>
                  <a:lnTo>
                    <a:pt x="61976" y="0"/>
                  </a:lnTo>
                  <a:lnTo>
                    <a:pt x="128778" y="0"/>
                  </a:lnTo>
                  <a:lnTo>
                    <a:pt x="128778" y="7112"/>
                  </a:lnTo>
                  <a:lnTo>
                    <a:pt x="69088" y="7112"/>
                  </a:lnTo>
                  <a:lnTo>
                    <a:pt x="69088" y="6985"/>
                  </a:lnTo>
                  <a:lnTo>
                    <a:pt x="65786" y="6985"/>
                  </a:lnTo>
                  <a:lnTo>
                    <a:pt x="37465" y="104140"/>
                  </a:lnTo>
                  <a:lnTo>
                    <a:pt x="32385" y="104140"/>
                  </a:lnTo>
                  <a:lnTo>
                    <a:pt x="10541" y="57150"/>
                  </a:lnTo>
                  <a:lnTo>
                    <a:pt x="1651" y="61087"/>
                  </a:lnTo>
                  <a:lnTo>
                    <a:pt x="0" y="57150"/>
                  </a:lnTo>
                  <a:lnTo>
                    <a:pt x="17272" y="49149"/>
                  </a:lnTo>
                </a:path>
              </a:pathLst>
            </a:custGeom>
            <a:solidFill>
              <a:srgbClr val="0000FF">
                <a:alpha val="100000"/>
              </a:srgbClr>
            </a:solidFill>
          </p:spPr>
        </p:sp>
        <p:sp>
          <p:nvSpPr>
            <p:cNvPr id="176" name="VectorPath 176"/>
            <p:cNvSpPr/>
            <p:nvPr/>
          </p:nvSpPr>
          <p:spPr>
            <a:xfrm>
              <a:off x="5622176" y="9452776"/>
              <a:ext cx="128778" cy="104140"/>
            </a:xfrm>
            <a:custGeom>
              <a:rect l="l" t="t" r="r" b="b"/>
              <a:pathLst>
                <a:path w="128778" h="104140">
                  <a:moveTo>
                    <a:pt x="17272" y="49149"/>
                  </a:moveTo>
                  <a:lnTo>
                    <a:pt x="35941" y="90170"/>
                  </a:lnTo>
                  <a:lnTo>
                    <a:pt x="61976" y="0"/>
                  </a:lnTo>
                  <a:lnTo>
                    <a:pt x="128778" y="0"/>
                  </a:lnTo>
                  <a:lnTo>
                    <a:pt x="128778" y="7112"/>
                  </a:lnTo>
                  <a:lnTo>
                    <a:pt x="69088" y="7112"/>
                  </a:lnTo>
                  <a:lnTo>
                    <a:pt x="69088" y="6985"/>
                  </a:lnTo>
                  <a:lnTo>
                    <a:pt x="65786" y="6985"/>
                  </a:lnTo>
                  <a:lnTo>
                    <a:pt x="37465" y="104140"/>
                  </a:lnTo>
                  <a:lnTo>
                    <a:pt x="32385" y="104140"/>
                  </a:lnTo>
                  <a:lnTo>
                    <a:pt x="10541" y="57150"/>
                  </a:lnTo>
                  <a:lnTo>
                    <a:pt x="1651" y="61087"/>
                  </a:lnTo>
                  <a:lnTo>
                    <a:pt x="0" y="57150"/>
                  </a:lnTo>
                  <a:lnTo>
                    <a:pt x="17272" y="49149"/>
                  </a:lnTo>
                </a:path>
              </a:pathLst>
            </a:custGeom>
            <a:solidFill>
              <a:srgbClr val="0000FF">
                <a:alpha val="100000"/>
              </a:srgbClr>
            </a:solidFill>
          </p:spPr>
        </p:sp>
      </p:grpSp>
      <p:sp>
        <p:nvSpPr>
          <p:cNvPr id="177" name="VectorPath 177"/>
          <p:cNvSpPr/>
          <p:nvPr/>
        </p:nvSpPr>
        <p:spPr>
          <a:xfrm>
            <a:off x="5590426" y="8897164"/>
            <a:ext cx="188468" cy="104140"/>
          </a:xfrm>
          <a:custGeom>
            <a:rect l="l" t="t" r="r" b="b"/>
            <a:pathLst>
              <a:path w="188468" h="104140">
                <a:moveTo>
                  <a:pt x="17272" y="49149"/>
                </a:moveTo>
                <a:lnTo>
                  <a:pt x="35941" y="90170"/>
                </a:lnTo>
                <a:lnTo>
                  <a:pt x="61976" y="0"/>
                </a:lnTo>
                <a:lnTo>
                  <a:pt x="188468" y="0"/>
                </a:lnTo>
                <a:lnTo>
                  <a:pt x="188468" y="7112"/>
                </a:lnTo>
                <a:lnTo>
                  <a:pt x="69088" y="7112"/>
                </a:lnTo>
                <a:lnTo>
                  <a:pt x="69088" y="6985"/>
                </a:lnTo>
                <a:lnTo>
                  <a:pt x="65786" y="6985"/>
                </a:lnTo>
                <a:lnTo>
                  <a:pt x="37465" y="104140"/>
                </a:lnTo>
                <a:lnTo>
                  <a:pt x="32385" y="104140"/>
                </a:lnTo>
                <a:lnTo>
                  <a:pt x="10541" y="57023"/>
                </a:lnTo>
                <a:lnTo>
                  <a:pt x="1651" y="61087"/>
                </a:lnTo>
                <a:lnTo>
                  <a:pt x="0" y="57023"/>
                </a:lnTo>
                <a:lnTo>
                  <a:pt x="17272" y="49149"/>
                </a:lnTo>
              </a:path>
            </a:pathLst>
          </a:custGeom>
          <a:solidFill>
            <a:srgbClr val="0000FF">
              <a:alpha val="100000"/>
            </a:srgbClr>
          </a:solidFill>
        </p:spPr>
      </p:sp>
      <p:sp>
        <p:nvSpPr>
          <p:cNvPr id="178" name="VectorPath 178"/>
          <p:cNvSpPr/>
          <p:nvPr/>
        </p:nvSpPr>
        <p:spPr>
          <a:xfrm>
            <a:off x="5951106" y="9286406"/>
            <a:ext cx="128778" cy="104140"/>
          </a:xfrm>
          <a:custGeom>
            <a:rect l="l" t="t" r="r" b="b"/>
            <a:pathLst>
              <a:path w="128778" h="104140">
                <a:moveTo>
                  <a:pt x="17272" y="49149"/>
                </a:moveTo>
                <a:lnTo>
                  <a:pt x="35941" y="90170"/>
                </a:lnTo>
                <a:lnTo>
                  <a:pt x="61976" y="0"/>
                </a:lnTo>
                <a:lnTo>
                  <a:pt x="128778" y="0"/>
                </a:lnTo>
                <a:lnTo>
                  <a:pt x="128778" y="7112"/>
                </a:lnTo>
                <a:lnTo>
                  <a:pt x="69088" y="7112"/>
                </a:lnTo>
                <a:lnTo>
                  <a:pt x="69088" y="6985"/>
                </a:lnTo>
                <a:lnTo>
                  <a:pt x="65786" y="6985"/>
                </a:lnTo>
                <a:lnTo>
                  <a:pt x="37465" y="104140"/>
                </a:lnTo>
                <a:lnTo>
                  <a:pt x="32385" y="104140"/>
                </a:lnTo>
                <a:lnTo>
                  <a:pt x="10541" y="57150"/>
                </a:lnTo>
                <a:lnTo>
                  <a:pt x="1651" y="61087"/>
                </a:lnTo>
                <a:lnTo>
                  <a:pt x="0" y="57150"/>
                </a:lnTo>
                <a:lnTo>
                  <a:pt x="17272" y="49149"/>
                </a:lnTo>
              </a:path>
            </a:pathLst>
          </a:custGeom>
          <a:solidFill>
            <a:srgbClr val="0000FF">
              <a:alpha val="100000"/>
            </a:srgbClr>
          </a:solidFill>
        </p:spPr>
      </p:sp>
      <p:sp>
        <p:nvSpPr>
          <p:cNvPr id="179" name="VectorPath 179"/>
          <p:cNvSpPr/>
          <p:nvPr/>
        </p:nvSpPr>
        <p:spPr>
          <a:xfrm>
            <a:off x="2022996" y="9694076"/>
            <a:ext cx="128778" cy="104140"/>
          </a:xfrm>
          <a:custGeom>
            <a:rect l="l" t="t" r="r" b="b"/>
            <a:pathLst>
              <a:path w="128778" h="104140">
                <a:moveTo>
                  <a:pt x="17272" y="49149"/>
                </a:moveTo>
                <a:lnTo>
                  <a:pt x="35941" y="90170"/>
                </a:lnTo>
                <a:lnTo>
                  <a:pt x="61976" y="0"/>
                </a:lnTo>
                <a:lnTo>
                  <a:pt x="128778" y="0"/>
                </a:lnTo>
                <a:lnTo>
                  <a:pt x="128778" y="7112"/>
                </a:lnTo>
                <a:lnTo>
                  <a:pt x="69088" y="7112"/>
                </a:lnTo>
                <a:lnTo>
                  <a:pt x="69088" y="6985"/>
                </a:lnTo>
                <a:lnTo>
                  <a:pt x="65786" y="6985"/>
                </a:lnTo>
                <a:lnTo>
                  <a:pt x="37465" y="104140"/>
                </a:lnTo>
                <a:lnTo>
                  <a:pt x="32385" y="104140"/>
                </a:lnTo>
                <a:lnTo>
                  <a:pt x="10541" y="57150"/>
                </a:lnTo>
                <a:lnTo>
                  <a:pt x="1651" y="61087"/>
                </a:lnTo>
                <a:lnTo>
                  <a:pt x="0" y="57150"/>
                </a:lnTo>
                <a:lnTo>
                  <a:pt x="17272" y="49149"/>
                </a:lnTo>
              </a:path>
            </a:pathLst>
          </a:custGeom>
          <a:solidFill>
            <a:srgbClr val="0000FF">
              <a:alpha val="100000"/>
            </a:srgbClr>
          </a:solidFill>
        </p:spPr>
      </p:sp>
      <p:sp>
        <p:nvSpPr>
          <p:cNvPr id="180" name="TextBox180"/>
          <p:cNvSpPr txBox="1"/>
          <p:nvPr/>
        </p:nvSpPr>
        <p:spPr>
          <a:xfrm>
            <a:off x="2022996" y="9691142"/>
            <a:ext cx="128778" cy="121853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80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181" name="TextBox181"/>
          <p:cNvSpPr txBox="1"/>
          <p:nvPr/>
        </p:nvSpPr>
        <p:spPr>
          <a:xfrm>
            <a:off x="2091627" y="9691142"/>
            <a:ext cx="59696" cy="121853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200" kern="0" spc="20" baseline="773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2</a:t>
            </a:r>
          </a:p>
        </p:txBody>
      </p:sp>
      <p:pic>
        <p:nvPicPr>
          <p:cNvPr id="182" name="2595D7B1-F002-4106-CD83-A0F8881D70B5"/>
          <p:cNvPicPr>
            <a:picLocks noChangeAspect="1"/>
          </p:cNvPicPr>
          <p:nvPr/>
        </p:nvPicPr>
        <p:blipFill>
          <a:blip r:embed="rId85" cstate="print">
            <a:extLst>
              <a:ext uri="{05DC6D13-1588-4483-4FA3-307894DEF137}"/>
            </a:extLst>
          </a:blip>
          <a:srcRect/>
          <a:stretch>
            <a:fillRect/>
          </a:stretch>
        </p:blipFill>
        <p:spPr>
          <a:xfrm>
            <a:off x="1125411" y="9748914"/>
            <a:ext cx="876300" cy="180975"/>
          </a:xfrm>
          <a:prstGeom prst="rect">
            <a:avLst/>
          </a:prstGeom>
        </p:spPr>
      </p:pic>
      <p:sp>
        <p:nvSpPr>
          <p:cNvPr id="183" name="TextBox183"/>
          <p:cNvSpPr txBox="1"/>
          <p:nvPr/>
        </p:nvSpPr>
        <p:spPr>
          <a:xfrm>
            <a:off x="2016494" y="9831490"/>
            <a:ext cx="139471" cy="148285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21875"/>
              </a:lnSpc>
            </a:pPr>
            <a:r>
              <a:rPr lang="en-US" altLang="zh-CN" sz="1200" kern="0" spc="-25" baseline="-5800" strike="sngStrike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3</a:t>
            </a:r>
          </a:p>
        </p:txBody>
      </p:sp>
      <p:sp>
        <p:nvSpPr>
          <p:cNvPr id="184" name="TextBox184"/>
          <p:cNvSpPr txBox="1"/>
          <p:nvPr/>
        </p:nvSpPr>
        <p:spPr>
          <a:xfrm rot="16200000">
            <a:off x="669825" y="10840834"/>
            <a:ext cx="451104" cy="101600"/>
          </a:xfrm>
          <a:prstGeom prst="rect">
            <a:avLst/>
          </a:prstGeom>
          <a:noFill/>
        </p:spPr>
        <p:txBody>
          <a:bodyPr wrap="square" lIns="0" rIns="0" bIns="0" tIns="0" rtlCol="0"/>
          <a:lstStyle/>
          <a:p>
            <a:pPr marL="0" marR="0" indent="0" eaLnBrk="0">
              <a:lnSpc>
                <a:spcPct val="66666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185" name="TextBox185"/>
          <p:cNvSpPr txBox="1"/>
          <p:nvPr/>
        </p:nvSpPr>
        <p:spPr>
          <a:xfrm rot="16200000">
            <a:off x="665405" y="10830708"/>
            <a:ext cx="451104" cy="121853"/>
          </a:xfrm>
          <a:prstGeom prst="rect">
            <a:avLst/>
          </a:prstGeom>
          <a:noFill/>
        </p:spPr>
        <p:txBody>
          <a:bodyPr wrap="square" lIns="0" rIns="0" bIns="0" tIns="0" rtlCol="0"/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200" kern="0" spc="5" baseline="1814" noProof="0" dirty="0" smtClean="0">
                <a:solidFill>
                  <a:srgbClr val="000000">
                    <a:alpha val="0"/>
                  </a:srgbClr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…</a:t>
            </a:r>
            <a:r>
              <a:rPr baseline="1814" lang="en-US" altLang="zh-CN" sz="1200" kern="0" spc="240" noProof="0" dirty="0" smtClean="0">
                <a:latin typeface="SimSun" pitchFamily="2" charset="0"/>
                <a:ea typeface="SimSun" pitchFamily="2" charset="0"/>
                <a:cs typeface="SimSun" pitchFamily="2" charset="0"/>
              </a:rPr>
              <a:t> </a:t>
            </a:r>
            <a:r>
              <a:rPr lang="en-US" altLang="zh-CN" sz="1200" kern="0" spc="5" baseline="1814" noProof="0" dirty="0" smtClean="0">
                <a:solidFill>
                  <a:srgbClr val="000000">
                    <a:alpha val="0"/>
                  </a:srgbClr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…</a:t>
            </a:r>
            <a:r>
              <a:rPr baseline="1814" lang="en-US" altLang="zh-CN" sz="1200" kern="0" spc="240" noProof="0" dirty="0" smtClean="0">
                <a:latin typeface="SimSun" pitchFamily="2" charset="0"/>
                <a:ea typeface="SimSun" pitchFamily="2" charset="0"/>
                <a:cs typeface="SimSun" pitchFamily="2" charset="0"/>
              </a:rPr>
              <a:t> </a:t>
            </a:r>
            <a:r>
              <a:rPr lang="en-US" altLang="zh-CN" sz="1200" kern="0" spc="0" baseline="1814" noProof="0" dirty="0" smtClean="0">
                <a:solidFill>
                  <a:srgbClr val="000000">
                    <a:alpha val="0"/>
                  </a:srgbClr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…</a:t>
            </a:r>
          </a:p>
        </p:txBody>
      </p:sp>
    </p:spTree>
    <p:extLst>
      <p:ext uri="{3DE59137-953D-4EBA-852F-F58ADC80F91C}"/>
    </p:extLst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89BBD5E7-799F-4D26-86BB-B3B763969857"/>
          <p:cNvPicPr>
            <a:picLocks noChangeAspect="1"/>
          </p:cNvPicPr>
          <p:nvPr/>
        </p:nvPicPr>
        <p:blipFill>
          <a:blip r:embed="rId2" cstate="print">
            <a:extLst>
              <a:ext uri="{E695255F-8FBF-4CFE-AA8C-5C55E72F61B3}"/>
            </a:extLst>
          </a:blip>
          <a:srcRect/>
          <a:stretch>
            <a:fillRect/>
          </a:stretch>
        </p:blipFill>
        <p:spPr>
          <a:xfrm>
            <a:off x="1102627" y="1128344"/>
            <a:ext cx="1190625" cy="219075"/>
          </a:xfrm>
          <a:prstGeom prst="rect">
            <a:avLst/>
          </a:prstGeom>
        </p:spPr>
      </p:pic>
      <p:sp>
        <p:nvSpPr>
          <p:cNvPr id="187" name="VectorPath 187"/>
          <p:cNvSpPr/>
          <p:nvPr/>
        </p:nvSpPr>
        <p:spPr>
          <a:xfrm>
            <a:off x="2295533" y="1172413"/>
            <a:ext cx="46850" cy="140970"/>
          </a:xfrm>
          <a:custGeom>
            <a:rect l="l" t="t" r="r" b="b"/>
            <a:pathLst>
              <a:path w="46850" h="140970">
                <a:moveTo>
                  <a:pt x="12700" y="69786"/>
                </a:moveTo>
                <a:cubicBezTo>
                  <a:pt x="12700" y="87123"/>
                  <a:pt x="15494" y="101409"/>
                  <a:pt x="21069" y="112650"/>
                </a:cubicBezTo>
                <a:cubicBezTo>
                  <a:pt x="26645" y="123889"/>
                  <a:pt x="35166" y="131421"/>
                  <a:pt x="46634" y="135244"/>
                </a:cubicBezTo>
                <a:lnTo>
                  <a:pt x="44844" y="140970"/>
                </a:lnTo>
                <a:cubicBezTo>
                  <a:pt x="30302" y="137160"/>
                  <a:pt x="19202" y="128943"/>
                  <a:pt x="11519" y="116346"/>
                </a:cubicBezTo>
                <a:cubicBezTo>
                  <a:pt x="3835" y="103735"/>
                  <a:pt x="0" y="88455"/>
                  <a:pt x="0" y="70536"/>
                </a:cubicBezTo>
                <a:cubicBezTo>
                  <a:pt x="0" y="52642"/>
                  <a:pt x="3848" y="37376"/>
                  <a:pt x="11557" y="24714"/>
                </a:cubicBezTo>
                <a:cubicBezTo>
                  <a:pt x="19266" y="12052"/>
                  <a:pt x="30366" y="3822"/>
                  <a:pt x="44844" y="0"/>
                </a:cubicBezTo>
                <a:lnTo>
                  <a:pt x="46850" y="5740"/>
                </a:lnTo>
                <a:cubicBezTo>
                  <a:pt x="35242" y="9551"/>
                  <a:pt x="26645" y="16994"/>
                  <a:pt x="21069" y="28067"/>
                </a:cubicBezTo>
                <a:cubicBezTo>
                  <a:pt x="15494" y="39141"/>
                  <a:pt x="12700" y="53048"/>
                  <a:pt x="12700" y="69786"/>
                </a:cubicBezTo>
              </a:path>
            </a:pathLst>
          </a:custGeom>
          <a:solidFill>
            <a:srgbClr val="0000FF">
              <a:alpha val="100000"/>
            </a:srgbClr>
          </a:solidFill>
        </p:spPr>
      </p:sp>
      <p:pic>
        <p:nvPicPr>
          <p:cNvPr id="188" name="B2D334D3-A186-4EC5-8240-7C01D0D2185D"/>
          <p:cNvPicPr>
            <a:picLocks noChangeAspect="1"/>
          </p:cNvPicPr>
          <p:nvPr/>
        </p:nvPicPr>
        <p:blipFill>
          <a:blip r:embed="rId3" cstate="print">
            <a:extLst>
              <a:ext uri="{8F3A6A11-CA46-41F6-7006-3BA66F7B51EC}"/>
            </a:extLst>
          </a:blip>
          <a:srcRect/>
          <a:stretch>
            <a:fillRect/>
          </a:stretch>
        </p:blipFill>
        <p:spPr>
          <a:xfrm>
            <a:off x="2344687" y="1176820"/>
            <a:ext cx="161925" cy="171450"/>
          </a:xfrm>
          <a:prstGeom prst="rect">
            <a:avLst/>
          </a:prstGeom>
        </p:spPr>
      </p:pic>
      <p:pic>
        <p:nvPicPr>
          <p:cNvPr id="189" name="AD65CF61-7A4A-4F62-161C-B6AB62D9F096"/>
          <p:cNvPicPr>
            <a:picLocks noChangeAspect="1"/>
          </p:cNvPicPr>
          <p:nvPr/>
        </p:nvPicPr>
        <p:blipFill>
          <a:blip r:embed="rId4" cstate="print">
            <a:extLst>
              <a:ext uri="{94E068D8-7579-4BAE-738E-2C8D95CFE79C}"/>
            </a:extLst>
          </a:blip>
          <a:srcRect/>
          <a:stretch>
            <a:fillRect/>
          </a:stretch>
        </p:blipFill>
        <p:spPr>
          <a:xfrm>
            <a:off x="2716543" y="1176820"/>
            <a:ext cx="152400" cy="142875"/>
          </a:xfrm>
          <a:prstGeom prst="rect">
            <a:avLst/>
          </a:prstGeom>
        </p:spPr>
      </p:pic>
      <p:sp>
        <p:nvSpPr>
          <p:cNvPr id="190" name="TextBox190"/>
          <p:cNvSpPr txBox="1"/>
          <p:nvPr/>
        </p:nvSpPr>
        <p:spPr>
          <a:xfrm>
            <a:off x="1102627" y="843471"/>
            <a:ext cx="1823250" cy="49561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150" kern="0" spc="0" baseline="0" noProof="0" dirty="0" smtClean="0">
                <a:solidFill>
                  <a:srgbClr val="000000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六、</a:t>
            </a:r>
            <a:r>
              <a:rPr lang="en-US" altLang="zh-CN" sz="1150" kern="0" spc="0" baseline="0" b="1" noProof="0" dirty="0" smtClean="0">
                <a:solidFill>
                  <a:srgbClr val="000000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（15</a:t>
            </a:r>
            <a:r>
              <a:rPr baseline="0" lang="en-US" altLang="zh-CN" sz="1150" kern="0" spc="-15" b="1" noProof="0" dirty="0" smtClean="0">
                <a:latin typeface="SimSun" pitchFamily="2" charset="0"/>
                <a:ea typeface="SimSun" pitchFamily="2" charset="0"/>
                <a:cs typeface="SimSun" pitchFamily="2" charset="0"/>
              </a:rPr>
              <a:t> </a:t>
            </a:r>
            <a:r>
              <a:rPr lang="en-US" altLang="zh-CN" sz="1150" kern="0" spc="0" baseline="0" b="1" noProof="0" dirty="0" smtClean="0">
                <a:solidFill>
                  <a:srgbClr val="000000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分）</a:t>
            </a:r>
          </a:p>
          <a:p>
            <a:pPr marL="0" marR="0" indent="0" eaLnBrk="0">
              <a:lnSpc>
                <a:spcPct val="72083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38333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pic>
        <p:nvPicPr>
          <p:cNvPr id="191" name="AE914AF6-F868-4B7A-7761-3067EF51EFB5"/>
          <p:cNvPicPr>
            <a:picLocks noChangeAspect="1"/>
          </p:cNvPicPr>
          <p:nvPr/>
        </p:nvPicPr>
        <p:blipFill>
          <a:blip r:embed="rId5" cstate="print">
            <a:extLst>
              <a:ext uri="{7F37A40E-4EE5-4916-D589-9307A840197B}"/>
            </a:extLst>
          </a:blip>
          <a:srcRect/>
          <a:stretch>
            <a:fillRect/>
          </a:stretch>
        </p:blipFill>
        <p:spPr>
          <a:xfrm>
            <a:off x="2503183" y="1176820"/>
            <a:ext cx="219075" cy="171450"/>
          </a:xfrm>
          <a:prstGeom prst="rect">
            <a:avLst/>
          </a:prstGeom>
        </p:spPr>
      </p:pic>
      <p:pic>
        <p:nvPicPr>
          <p:cNvPr id="192" name="C1511DA0-9AFB-42FA-F1E7-3C291217AF5A"/>
          <p:cNvPicPr>
            <a:picLocks noChangeAspect="1"/>
          </p:cNvPicPr>
          <p:nvPr/>
        </p:nvPicPr>
        <p:blipFill>
          <a:blip r:embed="rId6" cstate="print">
            <a:extLst>
              <a:ext uri="{744BB44C-5C27-4C8E-AB0F-39B34A9E4ABD}"/>
            </a:extLst>
          </a:blip>
          <a:srcRect/>
          <a:stretch>
            <a:fillRect/>
          </a:stretch>
        </p:blipFill>
        <p:spPr>
          <a:xfrm>
            <a:off x="2861323" y="1238904"/>
            <a:ext cx="76200" cy="114300"/>
          </a:xfrm>
          <a:prstGeom prst="rect">
            <a:avLst/>
          </a:prstGeom>
        </p:spPr>
      </p:pic>
      <p:pic>
        <p:nvPicPr>
          <p:cNvPr id="193" name="05E35B12-795D-4D76-AE2A-F516B63298E7"/>
          <p:cNvPicPr>
            <a:picLocks noChangeAspect="1"/>
          </p:cNvPicPr>
          <p:nvPr/>
        </p:nvPicPr>
        <p:blipFill>
          <a:blip r:embed="rId7" cstate="print">
            <a:extLst>
              <a:ext uri="{2A862736-7427-458D-363F-548BBFC5F31A}"/>
            </a:extLst>
          </a:blip>
          <a:srcRect/>
          <a:stretch>
            <a:fillRect/>
          </a:stretch>
        </p:blipFill>
        <p:spPr>
          <a:xfrm>
            <a:off x="3036583" y="1176820"/>
            <a:ext cx="276225" cy="142875"/>
          </a:xfrm>
          <a:prstGeom prst="rect">
            <a:avLst/>
          </a:prstGeom>
        </p:spPr>
      </p:pic>
      <p:sp>
        <p:nvSpPr>
          <p:cNvPr id="194" name="TextBox194"/>
          <p:cNvSpPr txBox="1"/>
          <p:nvPr/>
        </p:nvSpPr>
        <p:spPr>
          <a:xfrm>
            <a:off x="3298711" y="1153560"/>
            <a:ext cx="25476" cy="100178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82291"/>
              </a:lnSpc>
            </a:pPr>
            <a:r>
              <a:rPr lang="en-US" altLang="zh-CN" sz="1200" kern="0" spc="0" baseline="1122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'</a:t>
            </a:r>
          </a:p>
        </p:txBody>
      </p:sp>
      <p:pic>
        <p:nvPicPr>
          <p:cNvPr id="195" name="133A83A4-A125-4102-4594-F9C4367766AD"/>
          <p:cNvPicPr>
            <a:picLocks noChangeAspect="1"/>
          </p:cNvPicPr>
          <p:nvPr/>
        </p:nvPicPr>
        <p:blipFill>
          <a:blip r:embed="rId8" cstate="print">
            <a:extLst>
              <a:ext uri="{0FA4F1CA-466F-402B-A89A-D66E7D5EC72C}"/>
            </a:extLst>
          </a:blip>
          <a:srcRect/>
          <a:stretch>
            <a:fillRect/>
          </a:stretch>
        </p:blipFill>
        <p:spPr>
          <a:xfrm>
            <a:off x="3329940" y="1155777"/>
            <a:ext cx="1143000" cy="171450"/>
          </a:xfrm>
          <a:prstGeom prst="rect">
            <a:avLst/>
          </a:prstGeom>
        </p:spPr>
      </p:pic>
      <p:pic>
        <p:nvPicPr>
          <p:cNvPr id="196" name="187A3C12-5508-42D6-7594-7E653C06C5E0"/>
          <p:cNvPicPr>
            <a:picLocks noChangeAspect="1"/>
          </p:cNvPicPr>
          <p:nvPr/>
        </p:nvPicPr>
        <p:blipFill>
          <a:blip r:embed="rId9" cstate="print">
            <a:extLst>
              <a:ext uri="{070E1ADB-9F2C-47F5-2834-721DBE100F00}"/>
            </a:extLst>
          </a:blip>
          <a:srcRect/>
          <a:stretch>
            <a:fillRect/>
          </a:stretch>
        </p:blipFill>
        <p:spPr>
          <a:xfrm>
            <a:off x="4655071" y="1006121"/>
            <a:ext cx="104775" cy="142875"/>
          </a:xfrm>
          <a:prstGeom prst="rect">
            <a:avLst/>
          </a:prstGeom>
        </p:spPr>
      </p:pic>
      <p:pic>
        <p:nvPicPr>
          <p:cNvPr id="197" name="62DC5277-4181-42E1-7DEC-E60BB5372809"/>
          <p:cNvPicPr>
            <a:picLocks noChangeAspect="1"/>
          </p:cNvPicPr>
          <p:nvPr/>
        </p:nvPicPr>
        <p:blipFill>
          <a:blip r:embed="rId10" cstate="print">
            <a:extLst>
              <a:ext uri="{07D28895-BDA8-4A8D-5D8B-D976F6188232}"/>
            </a:extLst>
          </a:blip>
          <a:srcRect/>
          <a:stretch>
            <a:fillRect/>
          </a:stretch>
        </p:blipFill>
        <p:spPr>
          <a:xfrm>
            <a:off x="5011687" y="1006121"/>
            <a:ext cx="95250" cy="142875"/>
          </a:xfrm>
          <a:prstGeom prst="rect">
            <a:avLst/>
          </a:prstGeom>
        </p:spPr>
      </p:pic>
      <p:pic>
        <p:nvPicPr>
          <p:cNvPr id="198" name="C9B3C6DE-5479-4FB0-C287-DE76B1206108"/>
          <p:cNvPicPr>
            <a:picLocks noChangeAspect="1"/>
          </p:cNvPicPr>
          <p:nvPr/>
        </p:nvPicPr>
        <p:blipFill>
          <a:blip r:embed="rId11" cstate="print">
            <a:extLst>
              <a:ext uri="{323F64A1-44D4-46A3-757D-1C70660E6E4D}"/>
            </a:extLst>
          </a:blip>
          <a:srcRect/>
          <a:stretch>
            <a:fillRect/>
          </a:stretch>
        </p:blipFill>
        <p:spPr>
          <a:xfrm>
            <a:off x="4655071" y="1184441"/>
            <a:ext cx="104775" cy="152400"/>
          </a:xfrm>
          <a:prstGeom prst="rect">
            <a:avLst/>
          </a:prstGeom>
        </p:spPr>
      </p:pic>
      <p:sp>
        <p:nvSpPr>
          <p:cNvPr id="199" name="TextBox199"/>
          <p:cNvSpPr txBox="1"/>
          <p:nvPr/>
        </p:nvSpPr>
        <p:spPr>
          <a:xfrm>
            <a:off x="4598683" y="1006121"/>
            <a:ext cx="560514" cy="498055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3703"/>
              </a:lnSpc>
            </a:pPr>
            <a:r>
              <a:rPr baseline="0" lang="en-US" altLang="zh-CN" sz="10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br>
              <a:rPr lang="en-US" altLang="zh-CN" dirty="0" smtClean="0" sz="1050" kern="0">
                <a:latin typeface="Arial" pitchFamily="34" charset="0"/>
                <a:ea typeface="Arial" pitchFamily="34" charset="0"/>
                <a:cs typeface="Arial" pitchFamily="34" charset="0"/>
              </a:rPr>
            </a:br>
            <a:r>
              <a:rPr baseline="0" lang="en-US" altLang="zh-CN" sz="10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br>
              <a:rPr lang="en-US" altLang="zh-CN" dirty="0" smtClean="0" sz="1050" kern="0">
                <a:latin typeface="Arial" pitchFamily="34" charset="0"/>
                <a:ea typeface="Arial" pitchFamily="34" charset="0"/>
                <a:cs typeface="Arial" pitchFamily="34" charset="0"/>
              </a:rPr>
            </a:br>
            <a:r>
              <a:rPr baseline="0" lang="en-US" altLang="zh-CN" sz="10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</a:p>
        </p:txBody>
      </p:sp>
      <p:pic>
        <p:nvPicPr>
          <p:cNvPr id="200" name="BFEB1657-5DDC-4E52-190E-575369F956EE"/>
          <p:cNvPicPr>
            <a:picLocks noChangeAspect="1"/>
          </p:cNvPicPr>
          <p:nvPr/>
        </p:nvPicPr>
        <p:blipFill>
          <a:blip r:embed="rId12" cstate="print">
            <a:extLst>
              <a:ext uri="{D7E36A80-4A23-4E6E-B370-6E393E1D4B02}"/>
            </a:extLst>
          </a:blip>
          <a:srcRect/>
          <a:stretch>
            <a:fillRect/>
          </a:stretch>
        </p:blipFill>
        <p:spPr>
          <a:xfrm>
            <a:off x="5011687" y="1184441"/>
            <a:ext cx="95250" cy="152400"/>
          </a:xfrm>
          <a:prstGeom prst="rect">
            <a:avLst/>
          </a:prstGeom>
        </p:spPr>
      </p:pic>
      <p:pic>
        <p:nvPicPr>
          <p:cNvPr id="201" name="6B3B6ECF-9413-4FBB-C6E1-56984B6C4A2D"/>
          <p:cNvPicPr>
            <a:picLocks noChangeAspect="1"/>
          </p:cNvPicPr>
          <p:nvPr/>
        </p:nvPicPr>
        <p:blipFill>
          <a:blip r:embed="rId13" cstate="print">
            <a:extLst>
              <a:ext uri="{1CCDC101-869F-4358-3DF2-CB3344E5FAB3}"/>
            </a:extLst>
          </a:blip>
          <a:srcRect/>
          <a:stretch>
            <a:fillRect/>
          </a:stretch>
        </p:blipFill>
        <p:spPr>
          <a:xfrm>
            <a:off x="4598683" y="1362749"/>
            <a:ext cx="219075" cy="152400"/>
          </a:xfrm>
          <a:prstGeom prst="rect">
            <a:avLst/>
          </a:prstGeom>
        </p:spPr>
      </p:pic>
      <p:pic>
        <p:nvPicPr>
          <p:cNvPr id="202" name="275D506F-DA27-4D66-7FE1-DDABE8601A74"/>
          <p:cNvPicPr>
            <a:picLocks noChangeAspect="1"/>
          </p:cNvPicPr>
          <p:nvPr/>
        </p:nvPicPr>
        <p:blipFill>
          <a:blip r:embed="rId14" cstate="print">
            <a:extLst>
              <a:ext uri="{F4B6A419-F709-4F45-2988-D9A01892589E}"/>
            </a:extLst>
          </a:blip>
          <a:srcRect/>
          <a:stretch>
            <a:fillRect/>
          </a:stretch>
        </p:blipFill>
        <p:spPr>
          <a:xfrm>
            <a:off x="4955299" y="1362749"/>
            <a:ext cx="209550" cy="152400"/>
          </a:xfrm>
          <a:prstGeom prst="rect">
            <a:avLst/>
          </a:prstGeom>
        </p:spPr>
      </p:pic>
      <p:pic>
        <p:nvPicPr>
          <p:cNvPr id="203" name="DB286563-72D2-4BAB-DF04-CA423FE571D0"/>
          <p:cNvPicPr>
            <a:picLocks noChangeAspect="1"/>
          </p:cNvPicPr>
          <p:nvPr/>
        </p:nvPicPr>
        <p:blipFill>
          <a:blip r:embed="rId15" cstate="print">
            <a:extLst>
              <a:ext uri="{301B4892-964F-4863-3127-9BF829AEE26C}"/>
            </a:extLst>
          </a:blip>
          <a:srcRect/>
          <a:stretch>
            <a:fillRect/>
          </a:stretch>
        </p:blipFill>
        <p:spPr>
          <a:xfrm>
            <a:off x="5311902" y="1006121"/>
            <a:ext cx="219075" cy="142875"/>
          </a:xfrm>
          <a:prstGeom prst="rect">
            <a:avLst/>
          </a:prstGeom>
        </p:spPr>
      </p:pic>
      <p:sp>
        <p:nvSpPr>
          <p:cNvPr id="204" name="TextBox204"/>
          <p:cNvSpPr txBox="1"/>
          <p:nvPr/>
        </p:nvSpPr>
        <p:spPr>
          <a:xfrm>
            <a:off x="5311902" y="1006121"/>
            <a:ext cx="203924" cy="498055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3703"/>
              </a:lnSpc>
            </a:pPr>
            <a:r>
              <a:rPr baseline="0" lang="en-US" altLang="zh-CN" sz="10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br>
              <a:rPr lang="en-US" altLang="zh-CN" dirty="0" smtClean="0" sz="1050" kern="0">
                <a:latin typeface="Arial" pitchFamily="34" charset="0"/>
                <a:ea typeface="Arial" pitchFamily="34" charset="0"/>
                <a:cs typeface="Arial" pitchFamily="34" charset="0"/>
              </a:rPr>
            </a:br>
            <a:r>
              <a:rPr baseline="0" lang="en-US" altLang="zh-CN" sz="10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br>
              <a:rPr lang="en-US" altLang="zh-CN" dirty="0" smtClean="0" sz="1050" kern="0">
                <a:latin typeface="Arial" pitchFamily="34" charset="0"/>
                <a:ea typeface="Arial" pitchFamily="34" charset="0"/>
                <a:cs typeface="Arial" pitchFamily="34" charset="0"/>
              </a:rPr>
            </a:br>
            <a:r>
              <a:rPr baseline="0" lang="en-US" altLang="zh-CN" sz="10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</a:p>
        </p:txBody>
      </p:sp>
      <p:pic>
        <p:nvPicPr>
          <p:cNvPr id="205" name="63F583EE-64C3-44FE-A081-C38D3664DCEF"/>
          <p:cNvPicPr>
            <a:picLocks noChangeAspect="1"/>
          </p:cNvPicPr>
          <p:nvPr/>
        </p:nvPicPr>
        <p:blipFill>
          <a:blip r:embed="rId16" cstate="print">
            <a:extLst>
              <a:ext uri="{58B76117-D824-494E-AB96-0EC239E72EBD}"/>
            </a:extLst>
          </a:blip>
          <a:srcRect/>
          <a:stretch>
            <a:fillRect/>
          </a:stretch>
        </p:blipFill>
        <p:spPr>
          <a:xfrm>
            <a:off x="5311902" y="1184441"/>
            <a:ext cx="219075" cy="152400"/>
          </a:xfrm>
          <a:prstGeom prst="rect">
            <a:avLst/>
          </a:prstGeom>
        </p:spPr>
      </p:pic>
      <p:pic>
        <p:nvPicPr>
          <p:cNvPr id="206" name="895197AA-C3C6-4EE1-B2FC-3AB051E8AB52"/>
          <p:cNvPicPr>
            <a:picLocks noChangeAspect="1"/>
          </p:cNvPicPr>
          <p:nvPr/>
        </p:nvPicPr>
        <p:blipFill>
          <a:blip r:embed="rId17" cstate="print">
            <a:extLst>
              <a:ext uri="{27920927-55E7-439E-00AF-95AA91029FEB}"/>
            </a:extLst>
          </a:blip>
          <a:srcRect/>
          <a:stretch>
            <a:fillRect/>
          </a:stretch>
        </p:blipFill>
        <p:spPr>
          <a:xfrm>
            <a:off x="5368303" y="1362749"/>
            <a:ext cx="104775" cy="152400"/>
          </a:xfrm>
          <a:prstGeom prst="rect">
            <a:avLst/>
          </a:prstGeom>
        </p:spPr>
      </p:pic>
      <p:sp>
        <p:nvSpPr>
          <p:cNvPr id="207" name="VectorPath 207"/>
          <p:cNvSpPr/>
          <p:nvPr/>
        </p:nvSpPr>
        <p:spPr>
          <a:xfrm>
            <a:off x="2934343" y="1172413"/>
            <a:ext cx="46863" cy="140970"/>
          </a:xfrm>
          <a:custGeom>
            <a:rect l="l" t="t" r="r" b="b"/>
            <a:pathLst>
              <a:path w="46863" h="140970">
                <a:moveTo>
                  <a:pt x="34163" y="69786"/>
                </a:moveTo>
                <a:cubicBezTo>
                  <a:pt x="34163" y="53048"/>
                  <a:pt x="31382" y="39141"/>
                  <a:pt x="25819" y="28067"/>
                </a:cubicBezTo>
                <a:cubicBezTo>
                  <a:pt x="20269" y="16994"/>
                  <a:pt x="11659" y="9551"/>
                  <a:pt x="0" y="5740"/>
                </a:cubicBezTo>
                <a:lnTo>
                  <a:pt x="2007" y="0"/>
                </a:lnTo>
                <a:cubicBezTo>
                  <a:pt x="16497" y="3822"/>
                  <a:pt x="27597" y="12052"/>
                  <a:pt x="35293" y="24714"/>
                </a:cubicBezTo>
                <a:cubicBezTo>
                  <a:pt x="43002" y="37376"/>
                  <a:pt x="46863" y="52642"/>
                  <a:pt x="46863" y="70536"/>
                </a:cubicBezTo>
                <a:cubicBezTo>
                  <a:pt x="46863" y="88455"/>
                  <a:pt x="43015" y="103735"/>
                  <a:pt x="35331" y="116346"/>
                </a:cubicBezTo>
                <a:cubicBezTo>
                  <a:pt x="27648" y="128943"/>
                  <a:pt x="16548" y="137160"/>
                  <a:pt x="2007" y="140970"/>
                </a:cubicBezTo>
                <a:lnTo>
                  <a:pt x="229" y="135244"/>
                </a:lnTo>
                <a:cubicBezTo>
                  <a:pt x="11684" y="131421"/>
                  <a:pt x="20206" y="123889"/>
                  <a:pt x="25781" y="112650"/>
                </a:cubicBezTo>
                <a:cubicBezTo>
                  <a:pt x="31369" y="101409"/>
                  <a:pt x="34163" y="87123"/>
                  <a:pt x="34163" y="69786"/>
                </a:cubicBezTo>
              </a:path>
            </a:pathLst>
          </a:custGeom>
          <a:solidFill>
            <a:srgbClr val="0000FF">
              <a:alpha val="100000"/>
            </a:srgbClr>
          </a:solidFill>
        </p:spPr>
      </p:sp>
      <p:sp>
        <p:nvSpPr>
          <p:cNvPr id="208" name="VectorPath 208"/>
          <p:cNvSpPr/>
          <p:nvPr/>
        </p:nvSpPr>
        <p:spPr>
          <a:xfrm>
            <a:off x="4517779" y="1017981"/>
            <a:ext cx="76187" cy="450215"/>
          </a:xfrm>
          <a:custGeom>
            <a:rect l="l" t="t" r="r" b="b"/>
            <a:pathLst>
              <a:path w="76187" h="450215">
                <a:moveTo>
                  <a:pt x="76187" y="5296"/>
                </a:moveTo>
                <a:cubicBezTo>
                  <a:pt x="56096" y="27749"/>
                  <a:pt x="40907" y="57938"/>
                  <a:pt x="30645" y="95859"/>
                </a:cubicBezTo>
                <a:cubicBezTo>
                  <a:pt x="20371" y="133769"/>
                  <a:pt x="15240" y="176809"/>
                  <a:pt x="15240" y="224968"/>
                </a:cubicBezTo>
                <a:cubicBezTo>
                  <a:pt x="15240" y="273367"/>
                  <a:pt x="20371" y="316509"/>
                  <a:pt x="30645" y="354406"/>
                </a:cubicBezTo>
                <a:cubicBezTo>
                  <a:pt x="40907" y="392303"/>
                  <a:pt x="56096" y="422478"/>
                  <a:pt x="76187" y="444944"/>
                </a:cubicBezTo>
                <a:lnTo>
                  <a:pt x="71425" y="450215"/>
                </a:lnTo>
                <a:cubicBezTo>
                  <a:pt x="49009" y="428257"/>
                  <a:pt x="31496" y="398120"/>
                  <a:pt x="18898" y="359829"/>
                </a:cubicBezTo>
                <a:cubicBezTo>
                  <a:pt x="6299" y="321551"/>
                  <a:pt x="0" y="276542"/>
                  <a:pt x="0" y="224815"/>
                </a:cubicBezTo>
                <a:cubicBezTo>
                  <a:pt x="0" y="173482"/>
                  <a:pt x="6299" y="128677"/>
                  <a:pt x="18898" y="90373"/>
                </a:cubicBezTo>
                <a:cubicBezTo>
                  <a:pt x="31496" y="52108"/>
                  <a:pt x="49009" y="21971"/>
                  <a:pt x="71425" y="0"/>
                </a:cubicBezTo>
                <a:lnTo>
                  <a:pt x="76187" y="5296"/>
                </a:lnTo>
              </a:path>
            </a:pathLst>
          </a:custGeom>
          <a:solidFill>
            <a:srgbClr val="0000FF">
              <a:alpha val="100000"/>
            </a:srgbClr>
          </a:solidFill>
        </p:spPr>
      </p:sp>
      <p:sp>
        <p:nvSpPr>
          <p:cNvPr id="209" name="VectorPath 209"/>
          <p:cNvSpPr/>
          <p:nvPr/>
        </p:nvSpPr>
        <p:spPr>
          <a:xfrm>
            <a:off x="5521829" y="1017981"/>
            <a:ext cx="76174" cy="450215"/>
          </a:xfrm>
          <a:custGeom>
            <a:rect l="l" t="t" r="r" b="b"/>
            <a:pathLst>
              <a:path w="76174" h="450215">
                <a:moveTo>
                  <a:pt x="4763" y="0"/>
                </a:moveTo>
                <a:cubicBezTo>
                  <a:pt x="27191" y="21971"/>
                  <a:pt x="44691" y="52108"/>
                  <a:pt x="57290" y="90386"/>
                </a:cubicBezTo>
                <a:cubicBezTo>
                  <a:pt x="69888" y="128677"/>
                  <a:pt x="76174" y="173482"/>
                  <a:pt x="76174" y="224816"/>
                </a:cubicBezTo>
                <a:cubicBezTo>
                  <a:pt x="76174" y="276543"/>
                  <a:pt x="69888" y="321551"/>
                  <a:pt x="57290" y="359829"/>
                </a:cubicBezTo>
                <a:cubicBezTo>
                  <a:pt x="44691" y="398120"/>
                  <a:pt x="27191" y="428257"/>
                  <a:pt x="4763" y="450215"/>
                </a:cubicBezTo>
                <a:lnTo>
                  <a:pt x="0" y="444944"/>
                </a:lnTo>
                <a:cubicBezTo>
                  <a:pt x="20091" y="422478"/>
                  <a:pt x="35268" y="392303"/>
                  <a:pt x="45542" y="354406"/>
                </a:cubicBezTo>
                <a:cubicBezTo>
                  <a:pt x="55804" y="316509"/>
                  <a:pt x="60935" y="273368"/>
                  <a:pt x="60935" y="224968"/>
                </a:cubicBezTo>
                <a:cubicBezTo>
                  <a:pt x="60935" y="176809"/>
                  <a:pt x="55804" y="133769"/>
                  <a:pt x="45542" y="95859"/>
                </a:cubicBezTo>
                <a:cubicBezTo>
                  <a:pt x="35268" y="57938"/>
                  <a:pt x="20091" y="27749"/>
                  <a:pt x="0" y="5296"/>
                </a:cubicBezTo>
                <a:lnTo>
                  <a:pt x="4763" y="0"/>
                </a:lnTo>
              </a:path>
            </a:pathLst>
          </a:custGeom>
          <a:solidFill>
            <a:srgbClr val="0000FF">
              <a:alpha val="100000"/>
            </a:srgbClr>
          </a:solidFill>
        </p:spPr>
      </p:sp>
      <p:sp>
        <p:nvSpPr>
          <p:cNvPr id="210" name="VectorPath 210"/>
          <p:cNvSpPr/>
          <p:nvPr/>
        </p:nvSpPr>
        <p:spPr>
          <a:xfrm>
            <a:off x="1690281" y="1768399"/>
            <a:ext cx="10795" cy="138303"/>
          </a:xfrm>
          <a:custGeom>
            <a:rect l="l" t="t" r="r" b="b"/>
            <a:pathLst>
              <a:path w="10795" h="138303">
                <a:moveTo>
                  <a:pt x="10795" y="138303"/>
                </a:moveTo>
                <a:lnTo>
                  <a:pt x="0" y="138303"/>
                </a:lnTo>
                <a:lnTo>
                  <a:pt x="0" y="0"/>
                </a:lnTo>
                <a:lnTo>
                  <a:pt x="10795" y="0"/>
                </a:lnTo>
                <a:lnTo>
                  <a:pt x="10795" y="138303"/>
                </a:lnTo>
              </a:path>
            </a:pathLst>
          </a:custGeom>
          <a:solidFill>
            <a:srgbClr val="0000FF">
              <a:alpha val="100000"/>
            </a:srgbClr>
          </a:solidFill>
        </p:spPr>
      </p:sp>
      <p:sp>
        <p:nvSpPr>
          <p:cNvPr id="211" name="TextBox211"/>
          <p:cNvSpPr txBox="1"/>
          <p:nvPr/>
        </p:nvSpPr>
        <p:spPr>
          <a:xfrm>
            <a:off x="1690281" y="1768399"/>
            <a:ext cx="497091" cy="144208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94583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pic>
        <p:nvPicPr>
          <p:cNvPr id="212" name="D0E46BB0-9CF0-4B6A-6FFB-EF29E97A6D32"/>
          <p:cNvPicPr>
            <a:picLocks noChangeAspect="1"/>
          </p:cNvPicPr>
          <p:nvPr/>
        </p:nvPicPr>
        <p:blipFill>
          <a:blip r:embed="rId18" cstate="print">
            <a:extLst>
              <a:ext uri="{B4BCF205-47D7-431E-165F-92D9279A06D1}"/>
            </a:extLst>
          </a:blip>
          <a:srcRect/>
          <a:stretch>
            <a:fillRect/>
          </a:stretch>
        </p:blipFill>
        <p:spPr>
          <a:xfrm>
            <a:off x="1719364" y="1771028"/>
            <a:ext cx="476250" cy="152400"/>
          </a:xfrm>
          <a:prstGeom prst="rect">
            <a:avLst/>
          </a:prstGeom>
        </p:spPr>
      </p:pic>
      <p:sp>
        <p:nvSpPr>
          <p:cNvPr id="213" name="VectorPath 213"/>
          <p:cNvSpPr/>
          <p:nvPr/>
        </p:nvSpPr>
        <p:spPr>
          <a:xfrm>
            <a:off x="2454059" y="1611923"/>
            <a:ext cx="13843" cy="451485"/>
          </a:xfrm>
          <a:custGeom>
            <a:rect l="l" t="t" r="r" b="b"/>
            <a:pathLst>
              <a:path w="13843" h="451485">
                <a:moveTo>
                  <a:pt x="13843" y="451485"/>
                </a:moveTo>
                <a:lnTo>
                  <a:pt x="0" y="451485"/>
                </a:lnTo>
                <a:lnTo>
                  <a:pt x="0" y="0"/>
                </a:lnTo>
                <a:lnTo>
                  <a:pt x="13843" y="0"/>
                </a:lnTo>
                <a:lnTo>
                  <a:pt x="13843" y="451485"/>
                </a:lnTo>
              </a:path>
            </a:pathLst>
          </a:custGeom>
          <a:solidFill>
            <a:srgbClr val="0000FF">
              <a:alpha val="100000"/>
            </a:srgbClr>
          </a:solidFill>
        </p:spPr>
      </p:sp>
      <p:pic>
        <p:nvPicPr>
          <p:cNvPr id="214" name="0D6E189D-3F02-4221-CF90-E512306751F0"/>
          <p:cNvPicPr>
            <a:picLocks noChangeAspect="1"/>
          </p:cNvPicPr>
          <p:nvPr/>
        </p:nvPicPr>
        <p:blipFill>
          <a:blip r:embed="rId19" cstate="print">
            <a:extLst>
              <a:ext uri="{01B0646C-D973-4525-D224-17F9110299DD}"/>
            </a:extLst>
          </a:blip>
          <a:srcRect/>
          <a:stretch>
            <a:fillRect/>
          </a:stretch>
        </p:blipFill>
        <p:spPr>
          <a:xfrm>
            <a:off x="2485936" y="1603388"/>
            <a:ext cx="371475" cy="152400"/>
          </a:xfrm>
          <a:prstGeom prst="rect">
            <a:avLst/>
          </a:prstGeom>
        </p:spPr>
      </p:pic>
      <p:sp>
        <p:nvSpPr>
          <p:cNvPr id="215" name="VectorPath 215"/>
          <p:cNvSpPr/>
          <p:nvPr/>
        </p:nvSpPr>
        <p:spPr>
          <a:xfrm>
            <a:off x="2206829" y="1768399"/>
            <a:ext cx="10795" cy="138303"/>
          </a:xfrm>
          <a:custGeom>
            <a:rect l="l" t="t" r="r" b="b"/>
            <a:pathLst>
              <a:path w="10795" h="138303">
                <a:moveTo>
                  <a:pt x="10795" y="138303"/>
                </a:moveTo>
                <a:lnTo>
                  <a:pt x="0" y="138303"/>
                </a:lnTo>
                <a:lnTo>
                  <a:pt x="0" y="0"/>
                </a:lnTo>
                <a:lnTo>
                  <a:pt x="10795" y="0"/>
                </a:lnTo>
                <a:lnTo>
                  <a:pt x="10795" y="138303"/>
                </a:lnTo>
              </a:path>
            </a:pathLst>
          </a:custGeom>
          <a:solidFill>
            <a:srgbClr val="0000FF">
              <a:alpha val="100000"/>
            </a:srgbClr>
          </a:solidFill>
        </p:spPr>
      </p:sp>
      <p:sp>
        <p:nvSpPr>
          <p:cNvPr id="216" name="TextBox216"/>
          <p:cNvSpPr txBox="1"/>
          <p:nvPr/>
        </p:nvSpPr>
        <p:spPr>
          <a:xfrm>
            <a:off x="2278672" y="1603388"/>
            <a:ext cx="566623" cy="498195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207264" marR="0" indent="0" eaLnBrk="0">
              <a:lnSpc>
                <a:spcPct val="94166"/>
              </a:lnSpc>
              <a:spcAft>
                <a:spcPts val="217"/>
              </a:spcAft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225260" indent="0" eaLnBrk="0">
              <a:lnSpc>
                <a:spcPct val="98106"/>
              </a:lnSpc>
            </a:pPr>
            <a:r>
              <a:rPr lang="en-US" altLang="zh-CN" sz="1725" kern="0" spc="3060" baseline="17977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=</a:t>
            </a:r>
            <a:r>
              <a:rPr baseline="17977" lang="en-US" altLang="zh-CN" sz="1725" kern="0" spc="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br>
              <a:rPr lang="en-US" altLang="zh-CN" dirty="0" smtClean="0" sz="1725" kern="0" baseline="17977">
                <a:latin typeface="Cambria Math" pitchFamily="18" charset="0"/>
                <a:ea typeface="Cambria Math" pitchFamily="18" charset="0"/>
                <a:cs typeface="Cambria Math" pitchFamily="18" charset="0"/>
              </a:rPr>
            </a:br>
            <a:r>
              <a:rPr baseline="0" lang="en-US" altLang="zh-CN" sz="1050" kern="0" spc="238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</a:p>
        </p:txBody>
      </p:sp>
      <p:pic>
        <p:nvPicPr>
          <p:cNvPr id="217" name="71DD82A8-DFE1-406D-131C-3845EF376117"/>
          <p:cNvPicPr>
            <a:picLocks noChangeAspect="1"/>
          </p:cNvPicPr>
          <p:nvPr/>
        </p:nvPicPr>
        <p:blipFill>
          <a:blip r:embed="rId20" cstate="print">
            <a:extLst>
              <a:ext uri="{F1FD06F0-108E-4CE6-0504-4CB0DCD59AF7}"/>
            </a:extLst>
          </a:blip>
          <a:srcRect/>
          <a:stretch>
            <a:fillRect/>
          </a:stretch>
        </p:blipFill>
        <p:spPr>
          <a:xfrm>
            <a:off x="2563660" y="1781696"/>
            <a:ext cx="209550" cy="152400"/>
          </a:xfrm>
          <a:prstGeom prst="rect">
            <a:avLst/>
          </a:prstGeom>
        </p:spPr>
      </p:pic>
      <p:pic>
        <p:nvPicPr>
          <p:cNvPr id="218" name="8AA5D030-5CC5-424F-A89C-BA7C200C2104"/>
          <p:cNvPicPr>
            <a:picLocks noChangeAspect="1"/>
          </p:cNvPicPr>
          <p:nvPr/>
        </p:nvPicPr>
        <p:blipFill>
          <a:blip r:embed="rId21" cstate="print">
            <a:extLst>
              <a:ext uri="{D563C235-8ECA-446C-1FCD-FC488904C0CC}"/>
            </a:extLst>
          </a:blip>
          <a:srcRect/>
          <a:stretch>
            <a:fillRect/>
          </a:stretch>
        </p:blipFill>
        <p:spPr>
          <a:xfrm>
            <a:off x="2620036" y="1960004"/>
            <a:ext cx="95250" cy="152400"/>
          </a:xfrm>
          <a:prstGeom prst="rect">
            <a:avLst/>
          </a:prstGeom>
        </p:spPr>
      </p:pic>
      <p:pic>
        <p:nvPicPr>
          <p:cNvPr id="219" name="C570184B-0329-4A8D-6D71-910531DFAAA9"/>
          <p:cNvPicPr>
            <a:picLocks noChangeAspect="1"/>
          </p:cNvPicPr>
          <p:nvPr/>
        </p:nvPicPr>
        <p:blipFill>
          <a:blip r:embed="rId22" cstate="print">
            <a:extLst>
              <a:ext uri="{6D99C216-9DF0-4905-48F7-46C5A7A33DFE}"/>
            </a:extLst>
          </a:blip>
          <a:srcRect/>
          <a:stretch>
            <a:fillRect/>
          </a:stretch>
        </p:blipFill>
        <p:spPr>
          <a:xfrm>
            <a:off x="3075724" y="1601863"/>
            <a:ext cx="219075" cy="152400"/>
          </a:xfrm>
          <a:prstGeom prst="rect">
            <a:avLst/>
          </a:prstGeom>
        </p:spPr>
      </p:pic>
      <p:sp>
        <p:nvSpPr>
          <p:cNvPr id="220" name="TextBox220"/>
          <p:cNvSpPr txBox="1"/>
          <p:nvPr/>
        </p:nvSpPr>
        <p:spPr>
          <a:xfrm>
            <a:off x="2998000" y="1601863"/>
            <a:ext cx="359359" cy="499720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4100"/>
              </a:lnSpc>
            </a:pPr>
            <a:r>
              <a:rPr baseline="0" lang="en-US" altLang="zh-CN" sz="10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br>
              <a:rPr lang="en-US" altLang="zh-CN" dirty="0" smtClean="0" sz="1050" kern="0">
                <a:latin typeface="Arial" pitchFamily="34" charset="0"/>
                <a:ea typeface="Arial" pitchFamily="34" charset="0"/>
                <a:cs typeface="Arial" pitchFamily="34" charset="0"/>
              </a:rPr>
            </a:br>
            <a:r>
              <a:rPr baseline="0" lang="en-US" altLang="zh-CN" sz="10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br>
              <a:rPr lang="en-US" altLang="zh-CN" dirty="0" smtClean="0" sz="1050" kern="0">
                <a:latin typeface="Arial" pitchFamily="34" charset="0"/>
                <a:ea typeface="Arial" pitchFamily="34" charset="0"/>
                <a:cs typeface="Arial" pitchFamily="34" charset="0"/>
              </a:rPr>
            </a:br>
            <a:r>
              <a:rPr baseline="0" lang="en-US" altLang="zh-CN" sz="10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</a:p>
        </p:txBody>
      </p:sp>
      <p:pic>
        <p:nvPicPr>
          <p:cNvPr id="221" name="8586136D-4FB1-41CC-83FD-1AAF8E3DA0D8"/>
          <p:cNvPicPr>
            <a:picLocks noChangeAspect="1"/>
          </p:cNvPicPr>
          <p:nvPr/>
        </p:nvPicPr>
        <p:blipFill>
          <a:blip r:embed="rId23" cstate="print">
            <a:extLst>
              <a:ext uri="{4735D04D-18B3-4D83-3C46-DFE11333C352}"/>
            </a:extLst>
          </a:blip>
          <a:srcRect/>
          <a:stretch>
            <a:fillRect/>
          </a:stretch>
        </p:blipFill>
        <p:spPr>
          <a:xfrm>
            <a:off x="2998000" y="1781696"/>
            <a:ext cx="371475" cy="152400"/>
          </a:xfrm>
          <a:prstGeom prst="rect">
            <a:avLst/>
          </a:prstGeom>
        </p:spPr>
      </p:pic>
      <p:pic>
        <p:nvPicPr>
          <p:cNvPr id="222" name="76B2451E-BC5D-441E-7904-A3E2D346BE5A"/>
          <p:cNvPicPr>
            <a:picLocks noChangeAspect="1"/>
          </p:cNvPicPr>
          <p:nvPr/>
        </p:nvPicPr>
        <p:blipFill>
          <a:blip r:embed="rId24" cstate="print">
            <a:extLst>
              <a:ext uri="{60A50019-F6AD-4733-B042-B42057D1AC9D}"/>
            </a:extLst>
          </a:blip>
          <a:srcRect/>
          <a:stretch>
            <a:fillRect/>
          </a:stretch>
        </p:blipFill>
        <p:spPr>
          <a:xfrm>
            <a:off x="3132112" y="1960004"/>
            <a:ext cx="104775" cy="152400"/>
          </a:xfrm>
          <a:prstGeom prst="rect">
            <a:avLst/>
          </a:prstGeom>
        </p:spPr>
      </p:pic>
      <p:pic>
        <p:nvPicPr>
          <p:cNvPr id="223" name="606B3501-FB65-4D2F-4BBE-EB459F34508C"/>
          <p:cNvPicPr>
            <a:picLocks noChangeAspect="1"/>
          </p:cNvPicPr>
          <p:nvPr/>
        </p:nvPicPr>
        <p:blipFill>
          <a:blip r:embed="rId25" cstate="print">
            <a:extLst>
              <a:ext uri="{06000006-E445-419C-B865-250A0F2012AA}"/>
            </a:extLst>
          </a:blip>
          <a:srcRect/>
          <a:stretch>
            <a:fillRect/>
          </a:stretch>
        </p:blipFill>
        <p:spPr>
          <a:xfrm>
            <a:off x="3644176" y="1601863"/>
            <a:ext cx="104775" cy="152400"/>
          </a:xfrm>
          <a:prstGeom prst="rect">
            <a:avLst/>
          </a:prstGeom>
        </p:spPr>
      </p:pic>
      <p:pic>
        <p:nvPicPr>
          <p:cNvPr id="224" name="ED80576D-6D83-4235-3B39-1149BF031B8A"/>
          <p:cNvPicPr>
            <a:picLocks noChangeAspect="1"/>
          </p:cNvPicPr>
          <p:nvPr/>
        </p:nvPicPr>
        <p:blipFill>
          <a:blip r:embed="rId26" cstate="print">
            <a:extLst>
              <a:ext uri="{733F8A74-55D8-4F0E-EB1C-189504C4AD1E}"/>
            </a:extLst>
          </a:blip>
          <a:srcRect/>
          <a:stretch>
            <a:fillRect/>
          </a:stretch>
        </p:blipFill>
        <p:spPr>
          <a:xfrm>
            <a:off x="3644176" y="1781696"/>
            <a:ext cx="104775" cy="152400"/>
          </a:xfrm>
          <a:prstGeom prst="rect">
            <a:avLst/>
          </a:prstGeom>
        </p:spPr>
      </p:pic>
      <p:pic>
        <p:nvPicPr>
          <p:cNvPr id="225" name="AA95AE72-4125-44E8-5DFD-DF74EA5CAA2C"/>
          <p:cNvPicPr>
            <a:picLocks noChangeAspect="1"/>
          </p:cNvPicPr>
          <p:nvPr/>
        </p:nvPicPr>
        <p:blipFill>
          <a:blip r:embed="rId27" cstate="print">
            <a:extLst>
              <a:ext uri="{A1CABB96-4B5D-4E2F-0B84-CD9502C29D48}"/>
            </a:extLst>
          </a:blip>
          <a:srcRect/>
          <a:stretch>
            <a:fillRect/>
          </a:stretch>
        </p:blipFill>
        <p:spPr>
          <a:xfrm>
            <a:off x="3510064" y="1960004"/>
            <a:ext cx="95250" cy="152400"/>
          </a:xfrm>
          <a:prstGeom prst="rect">
            <a:avLst/>
          </a:prstGeom>
        </p:spPr>
      </p:pic>
      <p:sp>
        <p:nvSpPr>
          <p:cNvPr id="226" name="TextBox226"/>
          <p:cNvSpPr txBox="1"/>
          <p:nvPr/>
        </p:nvSpPr>
        <p:spPr>
          <a:xfrm>
            <a:off x="3510064" y="1811617"/>
            <a:ext cx="357835" cy="289966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90674"/>
              </a:lnSpc>
            </a:pPr>
            <a:r>
              <a:rPr baseline="0" lang="en-US" altLang="zh-CN" sz="10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br>
              <a:rPr lang="en-US" altLang="zh-CN" dirty="0" smtClean="0" sz="1050" kern="0">
                <a:latin typeface="Arial" pitchFamily="34" charset="0"/>
                <a:ea typeface="Arial" pitchFamily="34" charset="0"/>
                <a:cs typeface="Arial" pitchFamily="34" charset="0"/>
              </a:rPr>
            </a:br>
            <a:r>
              <a:rPr baseline="0" lang="en-US" altLang="zh-CN" sz="10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</a:p>
        </p:txBody>
      </p:sp>
      <p:sp>
        <p:nvSpPr>
          <p:cNvPr id="227" name="TextBox227"/>
          <p:cNvSpPr txBox="1"/>
          <p:nvPr/>
        </p:nvSpPr>
        <p:spPr>
          <a:xfrm>
            <a:off x="3628936" y="1778164"/>
            <a:ext cx="113843" cy="175165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 algn="just">
              <a:lnSpc>
                <a:spcPct val="100000"/>
              </a:lnSpc>
            </a:pPr>
            <a:r>
              <a:rPr lang="en-US" altLang="zh-CN" sz="1150" kern="0" spc="-65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−</a:t>
            </a:r>
          </a:p>
        </p:txBody>
      </p:sp>
      <p:pic>
        <p:nvPicPr>
          <p:cNvPr id="228" name="C5E7DA5F-72A8-48AE-5C0F-1BBC775BF9F3"/>
          <p:cNvPicPr>
            <a:picLocks noChangeAspect="1"/>
          </p:cNvPicPr>
          <p:nvPr/>
        </p:nvPicPr>
        <p:blipFill>
          <a:blip r:embed="rId28" cstate="print">
            <a:extLst>
              <a:ext uri="{FF52E0EB-9B81-4FC2-2AAF-FB3EF604BEF9}"/>
            </a:extLst>
          </a:blip>
          <a:srcRect/>
          <a:stretch>
            <a:fillRect/>
          </a:stretch>
        </p:blipFill>
        <p:spPr>
          <a:xfrm>
            <a:off x="3776764" y="1960004"/>
            <a:ext cx="104775" cy="152400"/>
          </a:xfrm>
          <a:prstGeom prst="rect">
            <a:avLst/>
          </a:prstGeom>
        </p:spPr>
      </p:pic>
      <p:sp>
        <p:nvSpPr>
          <p:cNvPr id="229" name="VectorPath 229"/>
          <p:cNvSpPr/>
          <p:nvPr/>
        </p:nvSpPr>
        <p:spPr>
          <a:xfrm>
            <a:off x="3887140" y="1611923"/>
            <a:ext cx="13843" cy="451485"/>
          </a:xfrm>
          <a:custGeom>
            <a:rect l="l" t="t" r="r" b="b"/>
            <a:pathLst>
              <a:path w="13843" h="451485">
                <a:moveTo>
                  <a:pt x="13843" y="451485"/>
                </a:moveTo>
                <a:lnTo>
                  <a:pt x="0" y="451485"/>
                </a:lnTo>
                <a:lnTo>
                  <a:pt x="0" y="0"/>
                </a:lnTo>
                <a:lnTo>
                  <a:pt x="13843" y="0"/>
                </a:lnTo>
                <a:lnTo>
                  <a:pt x="13843" y="451485"/>
                </a:lnTo>
              </a:path>
            </a:pathLst>
          </a:custGeom>
          <a:solidFill>
            <a:srgbClr val="0000FF">
              <a:alpha val="100000"/>
            </a:srgbClr>
          </a:solidFill>
        </p:spPr>
      </p:sp>
      <p:sp>
        <p:nvSpPr>
          <p:cNvPr id="230" name="TextBox230"/>
          <p:cNvSpPr txBox="1"/>
          <p:nvPr/>
        </p:nvSpPr>
        <p:spPr>
          <a:xfrm>
            <a:off x="3918496" y="1738826"/>
            <a:ext cx="86716" cy="17516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150" kern="0" spc="-15" baseline="0" b="1" noProof="0" dirty="0" smtClean="0">
                <a:solidFill>
                  <a:srgbClr val="0000FF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=</a:t>
            </a:r>
          </a:p>
        </p:txBody>
      </p:sp>
      <p:pic>
        <p:nvPicPr>
          <p:cNvPr id="231" name="E099DF71-BB38-4F21-5D58-8114373E175D"/>
          <p:cNvPicPr>
            <a:picLocks noChangeAspect="1"/>
          </p:cNvPicPr>
          <p:nvPr/>
        </p:nvPicPr>
        <p:blipFill>
          <a:blip r:embed="rId29" cstate="print">
            <a:extLst>
              <a:ext uri="{4B3595F1-CCAC-42FF-9CCD-241563ECC87B}"/>
            </a:extLst>
          </a:blip>
          <a:srcRect/>
          <a:stretch>
            <a:fillRect/>
          </a:stretch>
        </p:blipFill>
        <p:spPr>
          <a:xfrm>
            <a:off x="4067836" y="1771028"/>
            <a:ext cx="361950" cy="152400"/>
          </a:xfrm>
          <a:prstGeom prst="rect">
            <a:avLst/>
          </a:prstGeom>
        </p:spPr>
      </p:pic>
      <p:sp>
        <p:nvSpPr>
          <p:cNvPr id="232" name="VectorPath 232"/>
          <p:cNvSpPr/>
          <p:nvPr/>
        </p:nvSpPr>
        <p:spPr>
          <a:xfrm>
            <a:off x="4430687" y="1766138"/>
            <a:ext cx="46863" cy="140970"/>
          </a:xfrm>
          <a:custGeom>
            <a:rect l="l" t="t" r="r" b="b"/>
            <a:pathLst>
              <a:path w="46863" h="140970">
                <a:moveTo>
                  <a:pt x="34163" y="69786"/>
                </a:moveTo>
                <a:cubicBezTo>
                  <a:pt x="34163" y="53049"/>
                  <a:pt x="31382" y="39142"/>
                  <a:pt x="25819" y="28067"/>
                </a:cubicBezTo>
                <a:cubicBezTo>
                  <a:pt x="20269" y="16993"/>
                  <a:pt x="11659" y="9551"/>
                  <a:pt x="0" y="5741"/>
                </a:cubicBezTo>
                <a:lnTo>
                  <a:pt x="2006" y="0"/>
                </a:lnTo>
                <a:cubicBezTo>
                  <a:pt x="16497" y="3823"/>
                  <a:pt x="27597" y="12053"/>
                  <a:pt x="35294" y="24715"/>
                </a:cubicBezTo>
                <a:cubicBezTo>
                  <a:pt x="43002" y="37376"/>
                  <a:pt x="46863" y="52642"/>
                  <a:pt x="46863" y="70536"/>
                </a:cubicBezTo>
                <a:cubicBezTo>
                  <a:pt x="46863" y="88456"/>
                  <a:pt x="43015" y="103735"/>
                  <a:pt x="35332" y="116346"/>
                </a:cubicBezTo>
                <a:cubicBezTo>
                  <a:pt x="27648" y="128943"/>
                  <a:pt x="16548" y="137160"/>
                  <a:pt x="2006" y="140970"/>
                </a:cubicBezTo>
                <a:lnTo>
                  <a:pt x="229" y="135243"/>
                </a:lnTo>
                <a:cubicBezTo>
                  <a:pt x="11684" y="131420"/>
                  <a:pt x="20206" y="123889"/>
                  <a:pt x="25781" y="112649"/>
                </a:cubicBezTo>
                <a:cubicBezTo>
                  <a:pt x="31369" y="101409"/>
                  <a:pt x="34163" y="87122"/>
                  <a:pt x="34163" y="69786"/>
                </a:cubicBezTo>
              </a:path>
            </a:pathLst>
          </a:custGeom>
          <a:solidFill>
            <a:srgbClr val="0000FF">
              <a:alpha val="100000"/>
            </a:srgbClr>
          </a:solidFill>
        </p:spPr>
      </p:sp>
      <p:pic>
        <p:nvPicPr>
          <p:cNvPr id="233" name="662295EB-7BBC-4BDF-3936-6FC7BC80A0B6"/>
          <p:cNvPicPr>
            <a:picLocks noChangeAspect="1"/>
          </p:cNvPicPr>
          <p:nvPr/>
        </p:nvPicPr>
        <p:blipFill>
          <a:blip r:embed="rId30" cstate="print">
            <a:extLst>
              <a:ext uri="{CDCFB62B-5C7C-45C2-A028-EC074DDF3ABF}"/>
            </a:extLst>
          </a:blip>
          <a:srcRect/>
          <a:stretch>
            <a:fillRect/>
          </a:stretch>
        </p:blipFill>
        <p:spPr>
          <a:xfrm>
            <a:off x="4491520" y="1747812"/>
            <a:ext cx="76200" cy="114300"/>
          </a:xfrm>
          <a:prstGeom prst="rect">
            <a:avLst/>
          </a:prstGeom>
        </p:spPr>
      </p:pic>
      <p:sp>
        <p:nvSpPr>
          <p:cNvPr id="234" name="TextBox234"/>
          <p:cNvSpPr txBox="1"/>
          <p:nvPr/>
        </p:nvSpPr>
        <p:spPr>
          <a:xfrm>
            <a:off x="4067836" y="1747812"/>
            <a:ext cx="1222261" cy="165253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8333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pic>
        <p:nvPicPr>
          <p:cNvPr id="235" name="A3CC1877-9C70-41D3-173C-C867C3ED4AEE"/>
          <p:cNvPicPr>
            <a:picLocks noChangeAspect="1"/>
          </p:cNvPicPr>
          <p:nvPr/>
        </p:nvPicPr>
        <p:blipFill>
          <a:blip r:embed="rId31" cstate="print">
            <a:extLst>
              <a:ext uri="{7174FC16-F35C-4F8D-2AD1-C29AB57D2E62}"/>
            </a:extLst>
          </a:blip>
          <a:srcRect/>
          <a:stretch>
            <a:fillRect/>
          </a:stretch>
        </p:blipFill>
        <p:spPr>
          <a:xfrm>
            <a:off x="4561624" y="1751674"/>
            <a:ext cx="742950" cy="171450"/>
          </a:xfrm>
          <a:prstGeom prst="rect">
            <a:avLst/>
          </a:prstGeom>
        </p:spPr>
      </p:pic>
      <p:sp>
        <p:nvSpPr>
          <p:cNvPr id="236" name="VectorPath 236"/>
          <p:cNvSpPr/>
          <p:nvPr/>
        </p:nvSpPr>
        <p:spPr>
          <a:xfrm>
            <a:off x="4018826" y="1766138"/>
            <a:ext cx="46850" cy="140970"/>
          </a:xfrm>
          <a:custGeom>
            <a:rect l="l" t="t" r="r" b="b"/>
            <a:pathLst>
              <a:path w="46850" h="140970">
                <a:moveTo>
                  <a:pt x="12700" y="69786"/>
                </a:moveTo>
                <a:cubicBezTo>
                  <a:pt x="12700" y="87122"/>
                  <a:pt x="15494" y="101409"/>
                  <a:pt x="21069" y="112649"/>
                </a:cubicBezTo>
                <a:cubicBezTo>
                  <a:pt x="26644" y="123889"/>
                  <a:pt x="35166" y="131420"/>
                  <a:pt x="46635" y="135243"/>
                </a:cubicBezTo>
                <a:lnTo>
                  <a:pt x="44844" y="140970"/>
                </a:lnTo>
                <a:cubicBezTo>
                  <a:pt x="30302" y="137160"/>
                  <a:pt x="19203" y="128943"/>
                  <a:pt x="11519" y="116346"/>
                </a:cubicBezTo>
                <a:cubicBezTo>
                  <a:pt x="3835" y="103735"/>
                  <a:pt x="0" y="88456"/>
                  <a:pt x="0" y="70536"/>
                </a:cubicBezTo>
                <a:cubicBezTo>
                  <a:pt x="0" y="52642"/>
                  <a:pt x="3848" y="37376"/>
                  <a:pt x="11557" y="24715"/>
                </a:cubicBezTo>
                <a:cubicBezTo>
                  <a:pt x="19266" y="12053"/>
                  <a:pt x="30366" y="3823"/>
                  <a:pt x="44844" y="0"/>
                </a:cubicBezTo>
                <a:lnTo>
                  <a:pt x="46850" y="5741"/>
                </a:lnTo>
                <a:cubicBezTo>
                  <a:pt x="35243" y="9551"/>
                  <a:pt x="26644" y="16993"/>
                  <a:pt x="21069" y="28067"/>
                </a:cubicBezTo>
                <a:cubicBezTo>
                  <a:pt x="15494" y="39142"/>
                  <a:pt x="12700" y="53049"/>
                  <a:pt x="12700" y="69786"/>
                </a:cubicBezTo>
              </a:path>
            </a:pathLst>
          </a:custGeom>
          <a:solidFill>
            <a:srgbClr val="0000FF">
              <a:alpha val="100000"/>
            </a:srgbClr>
          </a:solidFill>
        </p:spPr>
      </p:sp>
      <p:pic>
        <p:nvPicPr>
          <p:cNvPr id="237" name="964100A8-3F75-440E-8A1F-3B6A68E03A74"/>
          <p:cNvPicPr>
            <a:picLocks noChangeAspect="1"/>
          </p:cNvPicPr>
          <p:nvPr/>
        </p:nvPicPr>
        <p:blipFill>
          <a:blip r:embed="rId32" cstate="print">
            <a:extLst>
              <a:ext uri="{FD4A720B-B573-4C90-70DC-C31EE284983B}"/>
            </a:extLst>
          </a:blip>
          <a:srcRect/>
          <a:stretch>
            <a:fillRect/>
          </a:stretch>
        </p:blipFill>
        <p:spPr>
          <a:xfrm>
            <a:off x="1664081" y="2174215"/>
            <a:ext cx="1114425" cy="161925"/>
          </a:xfrm>
          <a:prstGeom prst="rect">
            <a:avLst/>
          </a:prstGeom>
        </p:spPr>
      </p:pic>
      <p:pic>
        <p:nvPicPr>
          <p:cNvPr id="238" name="3CD3127A-EEE6-4305-C714-3511C6E342D6"/>
          <p:cNvPicPr>
            <a:picLocks noChangeAspect="1"/>
          </p:cNvPicPr>
          <p:nvPr/>
        </p:nvPicPr>
        <p:blipFill>
          <a:blip r:embed="rId33" cstate="print">
            <a:extLst>
              <a:ext uri="{D3B19198-611A-4B9F-833B-DC575F979CB4}"/>
            </a:extLst>
          </a:blip>
          <a:srcRect/>
          <a:stretch>
            <a:fillRect/>
          </a:stretch>
        </p:blipFill>
        <p:spPr>
          <a:xfrm>
            <a:off x="2880233" y="2195093"/>
            <a:ext cx="257175" cy="123825"/>
          </a:xfrm>
          <a:prstGeom prst="rect">
            <a:avLst/>
          </a:prstGeom>
        </p:spPr>
      </p:pic>
      <p:sp>
        <p:nvSpPr>
          <p:cNvPr id="239" name="VectorPath 239"/>
          <p:cNvSpPr/>
          <p:nvPr/>
        </p:nvSpPr>
        <p:spPr>
          <a:xfrm>
            <a:off x="3140837" y="2168106"/>
            <a:ext cx="50508" cy="184150"/>
          </a:xfrm>
          <a:custGeom>
            <a:rect l="l" t="t" r="r" b="b"/>
            <a:pathLst>
              <a:path w="50508" h="184150">
                <a:moveTo>
                  <a:pt x="50508" y="6096"/>
                </a:moveTo>
                <a:cubicBezTo>
                  <a:pt x="38506" y="10617"/>
                  <a:pt x="29413" y="20472"/>
                  <a:pt x="23241" y="35649"/>
                </a:cubicBezTo>
                <a:cubicBezTo>
                  <a:pt x="17056" y="50838"/>
                  <a:pt x="13970" y="69672"/>
                  <a:pt x="13970" y="92151"/>
                </a:cubicBezTo>
                <a:cubicBezTo>
                  <a:pt x="13970" y="114579"/>
                  <a:pt x="17056" y="133362"/>
                  <a:pt x="23241" y="148527"/>
                </a:cubicBezTo>
                <a:cubicBezTo>
                  <a:pt x="29413" y="163690"/>
                  <a:pt x="38506" y="173533"/>
                  <a:pt x="50508" y="178041"/>
                </a:cubicBezTo>
                <a:lnTo>
                  <a:pt x="48641" y="184150"/>
                </a:lnTo>
                <a:cubicBezTo>
                  <a:pt x="33172" y="180073"/>
                  <a:pt x="21196" y="169532"/>
                  <a:pt x="12713" y="152514"/>
                </a:cubicBezTo>
                <a:cubicBezTo>
                  <a:pt x="4242" y="135483"/>
                  <a:pt x="0" y="115341"/>
                  <a:pt x="0" y="92075"/>
                </a:cubicBezTo>
                <a:cubicBezTo>
                  <a:pt x="0" y="68796"/>
                  <a:pt x="4242" y="48654"/>
                  <a:pt x="12713" y="31635"/>
                </a:cubicBezTo>
                <a:cubicBezTo>
                  <a:pt x="21196" y="14605"/>
                  <a:pt x="33172" y="4064"/>
                  <a:pt x="48641" y="0"/>
                </a:cubicBezTo>
                <a:lnTo>
                  <a:pt x="50508" y="6096"/>
                </a:lnTo>
              </a:path>
            </a:pathLst>
          </a:custGeom>
          <a:solidFill>
            <a:srgbClr val="0000FF">
              <a:alpha val="100000"/>
            </a:srgbClr>
          </a:solidFill>
        </p:spPr>
      </p:sp>
      <p:pic>
        <p:nvPicPr>
          <p:cNvPr id="240" name="3C06411E-4C69-4594-F404-FFFF1F57E1C3"/>
          <p:cNvPicPr>
            <a:picLocks noChangeAspect="1"/>
          </p:cNvPicPr>
          <p:nvPr/>
        </p:nvPicPr>
        <p:blipFill>
          <a:blip r:embed="rId34" cstate="print">
            <a:extLst>
              <a:ext uri="{7C94B429-62A8-4D7C-2980-9A790E40C18A}"/>
            </a:extLst>
          </a:blip>
          <a:srcRect/>
          <a:stretch>
            <a:fillRect/>
          </a:stretch>
        </p:blipFill>
        <p:spPr>
          <a:xfrm>
            <a:off x="3569081" y="2172691"/>
            <a:ext cx="247650" cy="161925"/>
          </a:xfrm>
          <a:prstGeom prst="rect">
            <a:avLst/>
          </a:prstGeom>
        </p:spPr>
      </p:pic>
      <p:sp>
        <p:nvSpPr>
          <p:cNvPr id="241" name="TextBox241"/>
          <p:cNvSpPr txBox="1"/>
          <p:nvPr/>
        </p:nvSpPr>
        <p:spPr>
          <a:xfrm>
            <a:off x="3195701" y="2144344"/>
            <a:ext cx="986015" cy="210617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20289"/>
              </a:lnSpc>
            </a:pPr>
            <a:r>
              <a:rPr lang="en-US" altLang="zh-CN" sz="1725" kern="0" spc="75" baseline="4425" b="1" noProof="0" dirty="0" smtClean="0">
                <a:solidFill>
                  <a:srgbClr val="0000FF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二重</a:t>
            </a:r>
            <a:r>
              <a:rPr baseline="4425" lang="en-US" altLang="zh-CN" sz="1725" kern="0" spc="3575" b="1" noProof="0" dirty="0" smtClean="0">
                <a:latin typeface="SimSun" pitchFamily="2" charset="0"/>
                <a:ea typeface="SimSun" pitchFamily="2" charset="0"/>
                <a:cs typeface="SimSun" pitchFamily="2" charset="0"/>
              </a:rPr>
              <a:t> </a:t>
            </a:r>
            <a:r>
              <a:rPr lang="en-US" altLang="zh-CN" sz="1725" kern="0" spc="-25" baseline="4425" b="1" noProof="0" dirty="0" smtClean="0">
                <a:solidFill>
                  <a:srgbClr val="0000FF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＝</a:t>
            </a:r>
            <a:r>
              <a:rPr lang="en-US" altLang="zh-CN" sz="1725" kern="0" spc="0" baseline="4425" b="1" noProof="0" dirty="0" smtClean="0">
                <a:solidFill>
                  <a:srgbClr val="0000FF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10</a:t>
            </a:r>
          </a:p>
        </p:txBody>
      </p:sp>
      <p:pic>
        <p:nvPicPr>
          <p:cNvPr id="242" name="BDCE6711-389D-4904-7B1E-F0D8C55CCBD4"/>
          <p:cNvPicPr>
            <a:picLocks noChangeAspect="1"/>
          </p:cNvPicPr>
          <p:nvPr/>
        </p:nvPicPr>
        <p:blipFill>
          <a:blip r:embed="rId35" cstate="print">
            <a:extLst>
              <a:ext uri="{FD46FEC0-EA64-4D33-00E2-0B9E81F7BA7D}"/>
            </a:extLst>
          </a:blip>
          <a:srcRect/>
          <a:stretch>
            <a:fillRect/>
          </a:stretch>
        </p:blipFill>
        <p:spPr>
          <a:xfrm>
            <a:off x="2767457" y="2257222"/>
            <a:ext cx="76200" cy="85725"/>
          </a:xfrm>
          <a:prstGeom prst="rect">
            <a:avLst/>
          </a:prstGeom>
        </p:spPr>
      </p:pic>
      <p:sp>
        <p:nvSpPr>
          <p:cNvPr id="243" name="VectorPath 243"/>
          <p:cNvSpPr/>
          <p:nvPr/>
        </p:nvSpPr>
        <p:spPr>
          <a:xfrm>
            <a:off x="3505747" y="2168106"/>
            <a:ext cx="50495" cy="184148"/>
          </a:xfrm>
          <a:custGeom>
            <a:rect l="l" t="t" r="r" b="b"/>
            <a:pathLst>
              <a:path w="50495" h="184148">
                <a:moveTo>
                  <a:pt x="1854" y="0"/>
                </a:moveTo>
                <a:cubicBezTo>
                  <a:pt x="17335" y="4064"/>
                  <a:pt x="29311" y="14605"/>
                  <a:pt x="37783" y="31636"/>
                </a:cubicBezTo>
                <a:cubicBezTo>
                  <a:pt x="46266" y="48654"/>
                  <a:pt x="50495" y="68796"/>
                  <a:pt x="50495" y="92075"/>
                </a:cubicBezTo>
                <a:cubicBezTo>
                  <a:pt x="50495" y="115341"/>
                  <a:pt x="46266" y="135484"/>
                  <a:pt x="37783" y="152514"/>
                </a:cubicBezTo>
                <a:cubicBezTo>
                  <a:pt x="29311" y="169532"/>
                  <a:pt x="17335" y="180074"/>
                  <a:pt x="1854" y="184148"/>
                </a:cubicBezTo>
                <a:lnTo>
                  <a:pt x="0" y="178041"/>
                </a:lnTo>
                <a:cubicBezTo>
                  <a:pt x="12002" y="173533"/>
                  <a:pt x="21095" y="163690"/>
                  <a:pt x="27267" y="148527"/>
                </a:cubicBezTo>
                <a:cubicBezTo>
                  <a:pt x="33439" y="133362"/>
                  <a:pt x="36525" y="114579"/>
                  <a:pt x="36525" y="92151"/>
                </a:cubicBezTo>
                <a:cubicBezTo>
                  <a:pt x="36525" y="69672"/>
                  <a:pt x="33439" y="50838"/>
                  <a:pt x="27267" y="35649"/>
                </a:cubicBezTo>
                <a:cubicBezTo>
                  <a:pt x="21095" y="20472"/>
                  <a:pt x="12002" y="10617"/>
                  <a:pt x="0" y="6096"/>
                </a:cubicBezTo>
                <a:lnTo>
                  <a:pt x="1854" y="0"/>
                </a:lnTo>
              </a:path>
            </a:pathLst>
          </a:custGeom>
          <a:solidFill>
            <a:srgbClr val="0000FF">
              <a:alpha val="100000"/>
            </a:srgbClr>
          </a:solidFill>
        </p:spPr>
      </p:sp>
      <p:pic>
        <p:nvPicPr>
          <p:cNvPr id="244" name="E21856CE-FDCD-4BC5-66CE-C96BE653AFEB"/>
          <p:cNvPicPr>
            <a:picLocks noChangeAspect="1"/>
          </p:cNvPicPr>
          <p:nvPr/>
        </p:nvPicPr>
        <p:blipFill>
          <a:blip r:embed="rId36" cstate="print">
            <a:extLst>
              <a:ext uri="{CCF3BEDE-C984-448A-99A7-2E360362546E}"/>
            </a:extLst>
          </a:blip>
          <a:srcRect/>
          <a:stretch>
            <a:fillRect/>
          </a:stretch>
        </p:blipFill>
        <p:spPr>
          <a:xfrm>
            <a:off x="3806825" y="2257222"/>
            <a:ext cx="76200" cy="85725"/>
          </a:xfrm>
          <a:prstGeom prst="rect">
            <a:avLst/>
          </a:prstGeom>
        </p:spPr>
      </p:pic>
      <p:sp>
        <p:nvSpPr>
          <p:cNvPr id="245" name="TextBox245"/>
          <p:cNvSpPr txBox="1"/>
          <p:nvPr/>
        </p:nvSpPr>
        <p:spPr>
          <a:xfrm>
            <a:off x="1664081" y="2548066"/>
            <a:ext cx="1162355" cy="210617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38333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pic>
        <p:nvPicPr>
          <p:cNvPr id="246" name="9F14BFE8-24E2-412E-6184-43B99A0E59E9"/>
          <p:cNvPicPr>
            <a:picLocks noChangeAspect="1"/>
          </p:cNvPicPr>
          <p:nvPr/>
        </p:nvPicPr>
        <p:blipFill>
          <a:blip r:embed="rId37" cstate="print">
            <a:extLst>
              <a:ext uri="{26C074C8-1779-4404-406A-6D637BDBADFD}"/>
            </a:extLst>
          </a:blip>
          <a:srcRect/>
          <a:stretch>
            <a:fillRect/>
          </a:stretch>
        </p:blipFill>
        <p:spPr>
          <a:xfrm>
            <a:off x="1664081" y="2548066"/>
            <a:ext cx="1171575" cy="228600"/>
          </a:xfrm>
          <a:prstGeom prst="rect">
            <a:avLst/>
          </a:prstGeom>
        </p:spPr>
      </p:pic>
      <p:pic>
        <p:nvPicPr>
          <p:cNvPr id="247" name="A3D24006-B386-49CE-721E-87A0DF15C77C"/>
          <p:cNvPicPr>
            <a:picLocks noChangeAspect="1"/>
          </p:cNvPicPr>
          <p:nvPr/>
        </p:nvPicPr>
        <p:blipFill>
          <a:blip r:embed="rId38" cstate="print">
            <a:extLst>
              <a:ext uri="{A10BF208-5295-4F9E-C7A8-11058FA3EE2B}"/>
            </a:extLst>
          </a:blip>
          <a:srcRect/>
          <a:stretch>
            <a:fillRect/>
          </a:stretch>
        </p:blipFill>
        <p:spPr>
          <a:xfrm>
            <a:off x="2961005" y="2428114"/>
            <a:ext cx="219075" cy="114300"/>
          </a:xfrm>
          <a:prstGeom prst="rect">
            <a:avLst/>
          </a:prstGeom>
        </p:spPr>
      </p:pic>
      <p:pic>
        <p:nvPicPr>
          <p:cNvPr id="248" name="4939A047-18EC-44FB-CA17-D57AB3187F80"/>
          <p:cNvPicPr>
            <a:picLocks noChangeAspect="1"/>
          </p:cNvPicPr>
          <p:nvPr/>
        </p:nvPicPr>
        <p:blipFill>
          <a:blip r:embed="rId39" cstate="print">
            <a:extLst>
              <a:ext uri="{0F6290DA-8768-4550-673F-D57FA8BAC86B}"/>
            </a:extLst>
          </a:blip>
          <a:srcRect/>
          <a:stretch>
            <a:fillRect/>
          </a:stretch>
        </p:blipFill>
        <p:spPr>
          <a:xfrm>
            <a:off x="3317621" y="2428114"/>
            <a:ext cx="209550" cy="114300"/>
          </a:xfrm>
          <a:prstGeom prst="rect">
            <a:avLst/>
          </a:prstGeom>
        </p:spPr>
      </p:pic>
      <p:pic>
        <p:nvPicPr>
          <p:cNvPr id="249" name="93DAC351-3BAC-4E6A-403A-7A8D50E07596"/>
          <p:cNvPicPr>
            <a:picLocks noChangeAspect="1"/>
          </p:cNvPicPr>
          <p:nvPr/>
        </p:nvPicPr>
        <p:blipFill>
          <a:blip r:embed="rId40" cstate="print">
            <a:extLst>
              <a:ext uri="{C775179A-ADC2-4272-10A8-2C8F52490D39}"/>
            </a:extLst>
          </a:blip>
          <a:srcRect/>
          <a:stretch>
            <a:fillRect/>
          </a:stretch>
        </p:blipFill>
        <p:spPr>
          <a:xfrm>
            <a:off x="3730625" y="2428114"/>
            <a:ext cx="104775" cy="114300"/>
          </a:xfrm>
          <a:prstGeom prst="rect">
            <a:avLst/>
          </a:prstGeom>
        </p:spPr>
      </p:pic>
      <p:graphicFrame>
        <p:nvGraphicFramePr>
          <p:cNvPr id="250" name="Table250"/>
          <p:cNvGraphicFramePr>
            <a:graphicFrameLocks noGrp="1"/>
          </p:cNvGraphicFramePr>
          <p:nvPr/>
        </p:nvGraphicFramePr>
        <p:xfrm>
          <a:off x="2961005" y="2428114"/>
          <a:ext cx="860755" cy="287896"/>
        </p:xfrm>
        <a:graphic>
          <a:graphicData uri="http://schemas.openxmlformats.org/drawingml/2006/table">
            <a:tbl>
              <a:tblPr firstRow="1" bandRow="1">
                <a:tableStyleId>{5830F7DB-67E0-44BD-F04F-F22A60CEB628}</a:tableStyleId>
              </a:tblPr>
              <a:tblGrid>
                <a:gridCol w="304800"/>
                <a:gridCol w="355600"/>
                <a:gridCol w="203200"/>
              </a:tblGrid>
              <a:tr h="143948">
                <a:tc>
                  <a:txBody>
                    <a:bodyPr/>
                    <a:lstStyle/>
                    <a:p>
                      <a:pPr marL="0" marR="0" indent="0" eaLnBrk="0">
                        <a:lnSpc>
                          <a:spcPct val="69583"/>
                        </a:lnSpc>
                        <a:spcAft>
                          <a:spcPts val="270"/>
                        </a:spcAf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1816" marR="0" indent="0" eaLnBrk="0">
                        <a:lnSpc>
                          <a:spcPct val="69583"/>
                        </a:lnSpc>
                        <a:spcAft>
                          <a:spcPts val="270"/>
                        </a:spcAf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9220" marR="0" indent="0" eaLnBrk="0" algn="just">
                        <a:lnSpc>
                          <a:spcPct val="94583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43948">
                <a:tc>
                  <a:txBody>
                    <a:bodyPr/>
                    <a:lstStyle/>
                    <a:p>
                      <a:pPr marL="0" marR="0" indent="0" eaLnBrk="0">
                        <a:lnSpc>
                          <a:spcPct val="69583"/>
                        </a:lnSpc>
                        <a:spcBef>
                          <a:spcPts val="270"/>
                        </a:spcBef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0" marR="0" marT="3429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1816" marR="0" indent="0" eaLnBrk="0">
                        <a:lnSpc>
                          <a:spcPct val="69583"/>
                        </a:lnSpc>
                        <a:spcBef>
                          <a:spcPts val="270"/>
                        </a:spcBef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0" marR="0" marT="3429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9220" marR="0" indent="0" eaLnBrk="0" algn="just">
                        <a:lnSpc>
                          <a:spcPct val="94583"/>
                        </a:lnSpc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251" name="590DF270-73D6-422B-46D7-6866DF0F10DE"/>
          <p:cNvPicPr>
            <a:picLocks noChangeAspect="1"/>
          </p:cNvPicPr>
          <p:nvPr/>
        </p:nvPicPr>
        <p:blipFill>
          <a:blip r:embed="rId41" cstate="print">
            <a:extLst>
              <a:ext uri="{0D6B0788-66BD-47AD-FC0F-5BA797D67207}"/>
            </a:extLst>
          </a:blip>
          <a:srcRect/>
          <a:stretch>
            <a:fillRect/>
          </a:stretch>
        </p:blipFill>
        <p:spPr>
          <a:xfrm>
            <a:off x="2961005" y="2606434"/>
            <a:ext cx="219075" cy="114300"/>
          </a:xfrm>
          <a:prstGeom prst="rect">
            <a:avLst/>
          </a:prstGeom>
        </p:spPr>
      </p:pic>
      <p:pic>
        <p:nvPicPr>
          <p:cNvPr id="252" name="EFDB1C41-12C6-4ADD-BEE0-DBB58C622209"/>
          <p:cNvPicPr>
            <a:picLocks noChangeAspect="1"/>
          </p:cNvPicPr>
          <p:nvPr/>
        </p:nvPicPr>
        <p:blipFill>
          <a:blip r:embed="rId42" cstate="print">
            <a:extLst>
              <a:ext uri="{0D5B83E5-12FA-4841-1EC9-9D6C5D1B0F7E}"/>
            </a:extLst>
          </a:blip>
          <a:srcRect/>
          <a:stretch>
            <a:fillRect/>
          </a:stretch>
        </p:blipFill>
        <p:spPr>
          <a:xfrm>
            <a:off x="3317621" y="2606434"/>
            <a:ext cx="209550" cy="114300"/>
          </a:xfrm>
          <a:prstGeom prst="rect">
            <a:avLst/>
          </a:prstGeom>
        </p:spPr>
      </p:pic>
      <p:pic>
        <p:nvPicPr>
          <p:cNvPr id="253" name="1A53F4AC-0242-42AD-4B0E-9002CC6F6A25"/>
          <p:cNvPicPr>
            <a:picLocks noChangeAspect="1"/>
          </p:cNvPicPr>
          <p:nvPr/>
        </p:nvPicPr>
        <p:blipFill>
          <a:blip r:embed="rId43" cstate="print">
            <a:extLst>
              <a:ext uri="{11B8E961-1077-4EE6-D69D-328717215246}"/>
            </a:extLst>
          </a:blip>
          <a:srcRect/>
          <a:stretch>
            <a:fillRect/>
          </a:stretch>
        </p:blipFill>
        <p:spPr>
          <a:xfrm>
            <a:off x="3730625" y="2606434"/>
            <a:ext cx="104775" cy="114300"/>
          </a:xfrm>
          <a:prstGeom prst="rect">
            <a:avLst/>
          </a:prstGeom>
        </p:spPr>
      </p:pic>
      <p:pic>
        <p:nvPicPr>
          <p:cNvPr id="254" name="492C7387-0840-40AB-5C79-D8B0263BD417"/>
          <p:cNvPicPr>
            <a:picLocks noChangeAspect="1"/>
          </p:cNvPicPr>
          <p:nvPr/>
        </p:nvPicPr>
        <p:blipFill>
          <a:blip r:embed="rId44" cstate="print">
            <a:extLst>
              <a:ext uri="{46CBC027-D088-4AFB-B4D9-1F28986CE321}"/>
            </a:extLst>
          </a:blip>
          <a:srcRect/>
          <a:stretch>
            <a:fillRect/>
          </a:stretch>
        </p:blipFill>
        <p:spPr>
          <a:xfrm>
            <a:off x="3017393" y="2784742"/>
            <a:ext cx="104775" cy="123825"/>
          </a:xfrm>
          <a:prstGeom prst="rect">
            <a:avLst/>
          </a:prstGeom>
        </p:spPr>
      </p:pic>
      <p:pic>
        <p:nvPicPr>
          <p:cNvPr id="255" name="1B56272A-48CD-4B5C-9C35-968E0A058A65"/>
          <p:cNvPicPr>
            <a:picLocks noChangeAspect="1"/>
          </p:cNvPicPr>
          <p:nvPr/>
        </p:nvPicPr>
        <p:blipFill>
          <a:blip r:embed="rId45" cstate="print">
            <a:extLst>
              <a:ext uri="{CAFEE210-8C4F-4990-74C5-CB9CF1D3E584}"/>
            </a:extLst>
          </a:blip>
          <a:srcRect/>
          <a:stretch>
            <a:fillRect/>
          </a:stretch>
        </p:blipFill>
        <p:spPr>
          <a:xfrm>
            <a:off x="3373996" y="2784742"/>
            <a:ext cx="95250" cy="123825"/>
          </a:xfrm>
          <a:prstGeom prst="rect">
            <a:avLst/>
          </a:prstGeom>
        </p:spPr>
      </p:pic>
      <p:sp>
        <p:nvSpPr>
          <p:cNvPr id="256" name="TextBox256"/>
          <p:cNvSpPr txBox="1"/>
          <p:nvPr/>
        </p:nvSpPr>
        <p:spPr>
          <a:xfrm>
            <a:off x="3017393" y="2784742"/>
            <a:ext cx="862279" cy="109575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72083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pic>
        <p:nvPicPr>
          <p:cNvPr id="257" name="E75D12B3-4E75-4F5F-ABE8-B4198D7CD9E1"/>
          <p:cNvPicPr>
            <a:picLocks noChangeAspect="1"/>
          </p:cNvPicPr>
          <p:nvPr/>
        </p:nvPicPr>
        <p:blipFill>
          <a:blip r:embed="rId46" cstate="print">
            <a:extLst>
              <a:ext uri="{43A4A279-1688-4318-2949-3649DEADAA00}"/>
            </a:extLst>
          </a:blip>
          <a:srcRect/>
          <a:stretch>
            <a:fillRect/>
          </a:stretch>
        </p:blipFill>
        <p:spPr>
          <a:xfrm>
            <a:off x="3674237" y="2784742"/>
            <a:ext cx="219075" cy="123825"/>
          </a:xfrm>
          <a:prstGeom prst="rect">
            <a:avLst/>
          </a:prstGeom>
        </p:spPr>
      </p:pic>
      <p:sp>
        <p:nvSpPr>
          <p:cNvPr id="258" name="VectorPath 258"/>
          <p:cNvSpPr/>
          <p:nvPr/>
        </p:nvSpPr>
        <p:spPr>
          <a:xfrm>
            <a:off x="4197224" y="2440064"/>
            <a:ext cx="76187" cy="450215"/>
          </a:xfrm>
          <a:custGeom>
            <a:rect l="l" t="t" r="r" b="b"/>
            <a:pathLst>
              <a:path w="76187" h="450215">
                <a:moveTo>
                  <a:pt x="76187" y="5296"/>
                </a:moveTo>
                <a:cubicBezTo>
                  <a:pt x="56096" y="27749"/>
                  <a:pt x="40906" y="57938"/>
                  <a:pt x="30645" y="95859"/>
                </a:cubicBezTo>
                <a:cubicBezTo>
                  <a:pt x="20371" y="133769"/>
                  <a:pt x="15240" y="176809"/>
                  <a:pt x="15240" y="224968"/>
                </a:cubicBezTo>
                <a:cubicBezTo>
                  <a:pt x="15240" y="273367"/>
                  <a:pt x="20371" y="316522"/>
                  <a:pt x="30645" y="354406"/>
                </a:cubicBezTo>
                <a:cubicBezTo>
                  <a:pt x="40906" y="392303"/>
                  <a:pt x="56096" y="422478"/>
                  <a:pt x="76187" y="444944"/>
                </a:cubicBezTo>
                <a:lnTo>
                  <a:pt x="71425" y="450215"/>
                </a:lnTo>
                <a:cubicBezTo>
                  <a:pt x="49009" y="428257"/>
                  <a:pt x="31496" y="398119"/>
                  <a:pt x="18898" y="359829"/>
                </a:cubicBezTo>
                <a:cubicBezTo>
                  <a:pt x="6299" y="321551"/>
                  <a:pt x="0" y="276542"/>
                  <a:pt x="0" y="224815"/>
                </a:cubicBezTo>
                <a:cubicBezTo>
                  <a:pt x="0" y="173482"/>
                  <a:pt x="6299" y="128677"/>
                  <a:pt x="18898" y="90373"/>
                </a:cubicBezTo>
                <a:cubicBezTo>
                  <a:pt x="31496" y="52108"/>
                  <a:pt x="49009" y="21971"/>
                  <a:pt x="71425" y="0"/>
                </a:cubicBezTo>
                <a:lnTo>
                  <a:pt x="76187" y="5296"/>
                </a:lnTo>
              </a:path>
            </a:pathLst>
          </a:custGeom>
          <a:solidFill>
            <a:srgbClr val="0000FF">
              <a:alpha val="100000"/>
            </a:srgbClr>
          </a:solidFill>
        </p:spPr>
      </p:sp>
      <p:pic>
        <p:nvPicPr>
          <p:cNvPr id="259" name="819A8E2D-A4F4-42F4-7BCD-EE7A8755B642"/>
          <p:cNvPicPr>
            <a:picLocks noChangeAspect="1"/>
          </p:cNvPicPr>
          <p:nvPr/>
        </p:nvPicPr>
        <p:blipFill>
          <a:blip r:embed="rId47" cstate="print">
            <a:extLst>
              <a:ext uri="{EB4A380E-4DEF-4A28-3F6B-DB483D4DCFA6}"/>
            </a:extLst>
          </a:blip>
          <a:srcRect/>
          <a:stretch>
            <a:fillRect/>
          </a:stretch>
        </p:blipFill>
        <p:spPr>
          <a:xfrm>
            <a:off x="4277741" y="2428114"/>
            <a:ext cx="95250" cy="114300"/>
          </a:xfrm>
          <a:prstGeom prst="rect">
            <a:avLst/>
          </a:prstGeom>
        </p:spPr>
      </p:pic>
      <p:pic>
        <p:nvPicPr>
          <p:cNvPr id="260" name="349B9DDB-34C9-4DC6-9784-D0FE0102B20B"/>
          <p:cNvPicPr>
            <a:picLocks noChangeAspect="1"/>
          </p:cNvPicPr>
          <p:nvPr/>
        </p:nvPicPr>
        <p:blipFill>
          <a:blip r:embed="rId48" cstate="print">
            <a:extLst>
              <a:ext uri="{54EE60BA-027F-4749-4B20-24D6563D7A97}"/>
            </a:extLst>
          </a:blip>
          <a:srcRect/>
          <a:stretch>
            <a:fillRect/>
          </a:stretch>
        </p:blipFill>
        <p:spPr>
          <a:xfrm>
            <a:off x="4520057" y="2428114"/>
            <a:ext cx="104775" cy="114300"/>
          </a:xfrm>
          <a:prstGeom prst="rect">
            <a:avLst/>
          </a:prstGeom>
        </p:spPr>
      </p:pic>
      <p:pic>
        <p:nvPicPr>
          <p:cNvPr id="261" name="D93A84F7-30C1-4617-56E0-FB0DFC749354"/>
          <p:cNvPicPr>
            <a:picLocks noChangeAspect="1"/>
          </p:cNvPicPr>
          <p:nvPr/>
        </p:nvPicPr>
        <p:blipFill>
          <a:blip r:embed="rId49" cstate="print">
            <a:extLst>
              <a:ext uri="{C77790AE-8878-4D81-B625-E514F7A0DFB2}"/>
            </a:extLst>
          </a:blip>
          <a:srcRect/>
          <a:stretch>
            <a:fillRect/>
          </a:stretch>
        </p:blipFill>
        <p:spPr>
          <a:xfrm>
            <a:off x="4763897" y="2428114"/>
            <a:ext cx="209550" cy="114300"/>
          </a:xfrm>
          <a:prstGeom prst="rect">
            <a:avLst/>
          </a:prstGeom>
        </p:spPr>
      </p:pic>
      <p:sp>
        <p:nvSpPr>
          <p:cNvPr id="262" name="TextBox262"/>
          <p:cNvSpPr txBox="1"/>
          <p:nvPr/>
        </p:nvSpPr>
        <p:spPr>
          <a:xfrm>
            <a:off x="4014076" y="2428114"/>
            <a:ext cx="955256" cy="280275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263665" marR="0" indent="0" eaLnBrk="0">
              <a:lnSpc>
                <a:spcPct val="70416"/>
              </a:lnSpc>
              <a:spcAft>
                <a:spcPts val="481"/>
              </a:spcAft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62681"/>
              </a:lnSpc>
            </a:pPr>
            <a:r>
              <a:rPr lang="en-US" altLang="zh-CN" sz="1725" kern="0" spc="-25" baseline="-17448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→</a:t>
            </a:r>
          </a:p>
        </p:txBody>
      </p:sp>
      <p:pic>
        <p:nvPicPr>
          <p:cNvPr id="263" name="445263FC-F89A-441A-19E4-2135C9F9BA3C"/>
          <p:cNvPicPr>
            <a:picLocks noChangeAspect="1"/>
          </p:cNvPicPr>
          <p:nvPr/>
        </p:nvPicPr>
        <p:blipFill>
          <a:blip r:embed="rId50" cstate="print">
            <a:extLst>
              <a:ext uri="{833DF9FF-DAB5-4722-2462-A2FB30A7567D}"/>
            </a:extLst>
          </a:blip>
          <a:srcRect/>
          <a:stretch>
            <a:fillRect/>
          </a:stretch>
        </p:blipFill>
        <p:spPr>
          <a:xfrm>
            <a:off x="4277741" y="2606434"/>
            <a:ext cx="95250" cy="114300"/>
          </a:xfrm>
          <a:prstGeom prst="rect">
            <a:avLst/>
          </a:prstGeom>
        </p:spPr>
      </p:pic>
      <p:pic>
        <p:nvPicPr>
          <p:cNvPr id="264" name="282D517B-44AC-4B93-AE43-20637EE46F2F"/>
          <p:cNvPicPr>
            <a:picLocks noChangeAspect="1"/>
          </p:cNvPicPr>
          <p:nvPr/>
        </p:nvPicPr>
        <p:blipFill>
          <a:blip r:embed="rId51" cstate="print">
            <a:extLst>
              <a:ext uri="{68521663-1709-453F-4712-BCC50726B147}"/>
            </a:extLst>
          </a:blip>
          <a:srcRect/>
          <a:stretch>
            <a:fillRect/>
          </a:stretch>
        </p:blipFill>
        <p:spPr>
          <a:xfrm>
            <a:off x="4520057" y="2606434"/>
            <a:ext cx="104775" cy="114300"/>
          </a:xfrm>
          <a:prstGeom prst="rect">
            <a:avLst/>
          </a:prstGeom>
        </p:spPr>
      </p:pic>
      <p:pic>
        <p:nvPicPr>
          <p:cNvPr id="265" name="616EF914-6295-44E4-444D-F3E8692C67C1"/>
          <p:cNvPicPr>
            <a:picLocks noChangeAspect="1"/>
          </p:cNvPicPr>
          <p:nvPr/>
        </p:nvPicPr>
        <p:blipFill>
          <a:blip r:embed="rId52" cstate="print">
            <a:extLst>
              <a:ext uri="{01875361-634A-46E9-2AAC-9A2064BEE5B9}"/>
            </a:extLst>
          </a:blip>
          <a:srcRect/>
          <a:stretch>
            <a:fillRect/>
          </a:stretch>
        </p:blipFill>
        <p:spPr>
          <a:xfrm>
            <a:off x="4820285" y="2606434"/>
            <a:ext cx="95250" cy="114300"/>
          </a:xfrm>
          <a:prstGeom prst="rect">
            <a:avLst/>
          </a:prstGeom>
        </p:spPr>
      </p:pic>
      <p:pic>
        <p:nvPicPr>
          <p:cNvPr id="266" name="06C59875-8888-4B18-2093-A08740A40C3C"/>
          <p:cNvPicPr>
            <a:picLocks noChangeAspect="1"/>
          </p:cNvPicPr>
          <p:nvPr/>
        </p:nvPicPr>
        <p:blipFill>
          <a:blip r:embed="rId53" cstate="print">
            <a:extLst>
              <a:ext uri="{2B986C41-5A2C-4ADB-BFC2-340A372DBBAA}"/>
            </a:extLst>
          </a:blip>
          <a:srcRect/>
          <a:stretch>
            <a:fillRect/>
          </a:stretch>
        </p:blipFill>
        <p:spPr>
          <a:xfrm>
            <a:off x="4277741" y="2784742"/>
            <a:ext cx="638175" cy="123825"/>
          </a:xfrm>
          <a:prstGeom prst="rect">
            <a:avLst/>
          </a:prstGeom>
        </p:spPr>
      </p:pic>
      <p:sp>
        <p:nvSpPr>
          <p:cNvPr id="267" name="VectorPath 267"/>
          <p:cNvSpPr/>
          <p:nvPr/>
        </p:nvSpPr>
        <p:spPr>
          <a:xfrm>
            <a:off x="2880868" y="2440102"/>
            <a:ext cx="76187" cy="450215"/>
          </a:xfrm>
          <a:custGeom>
            <a:rect l="l" t="t" r="r" b="b"/>
            <a:pathLst>
              <a:path w="76187" h="450215">
                <a:moveTo>
                  <a:pt x="76187" y="5296"/>
                </a:moveTo>
                <a:cubicBezTo>
                  <a:pt x="56096" y="27762"/>
                  <a:pt x="40907" y="57950"/>
                  <a:pt x="30645" y="95859"/>
                </a:cubicBezTo>
                <a:cubicBezTo>
                  <a:pt x="20371" y="133769"/>
                  <a:pt x="15240" y="176809"/>
                  <a:pt x="15240" y="224968"/>
                </a:cubicBezTo>
                <a:cubicBezTo>
                  <a:pt x="15240" y="273367"/>
                  <a:pt x="20371" y="316522"/>
                  <a:pt x="30645" y="354406"/>
                </a:cubicBezTo>
                <a:cubicBezTo>
                  <a:pt x="40907" y="392303"/>
                  <a:pt x="56096" y="422478"/>
                  <a:pt x="76187" y="444944"/>
                </a:cubicBezTo>
                <a:lnTo>
                  <a:pt x="71425" y="450215"/>
                </a:lnTo>
                <a:cubicBezTo>
                  <a:pt x="49009" y="428257"/>
                  <a:pt x="31496" y="398120"/>
                  <a:pt x="18897" y="359842"/>
                </a:cubicBezTo>
                <a:cubicBezTo>
                  <a:pt x="6299" y="321551"/>
                  <a:pt x="0" y="276542"/>
                  <a:pt x="0" y="224815"/>
                </a:cubicBezTo>
                <a:cubicBezTo>
                  <a:pt x="0" y="173482"/>
                  <a:pt x="6299" y="128677"/>
                  <a:pt x="18897" y="90398"/>
                </a:cubicBezTo>
                <a:cubicBezTo>
                  <a:pt x="31496" y="52108"/>
                  <a:pt x="49009" y="21984"/>
                  <a:pt x="71425" y="0"/>
                </a:cubicBezTo>
                <a:lnTo>
                  <a:pt x="76187" y="5296"/>
                </a:lnTo>
              </a:path>
            </a:pathLst>
          </a:custGeom>
          <a:solidFill>
            <a:srgbClr val="0000FF">
              <a:alpha val="100000"/>
            </a:srgbClr>
          </a:solidFill>
        </p:spPr>
      </p:sp>
      <p:sp>
        <p:nvSpPr>
          <p:cNvPr id="268" name="VectorPath 268"/>
          <p:cNvSpPr/>
          <p:nvPr/>
        </p:nvSpPr>
        <p:spPr>
          <a:xfrm>
            <a:off x="3884536" y="2440102"/>
            <a:ext cx="76174" cy="450215"/>
          </a:xfrm>
          <a:custGeom>
            <a:rect l="l" t="t" r="r" b="b"/>
            <a:pathLst>
              <a:path w="76174" h="450215">
                <a:moveTo>
                  <a:pt x="4763" y="0"/>
                </a:moveTo>
                <a:cubicBezTo>
                  <a:pt x="27191" y="21984"/>
                  <a:pt x="44691" y="52108"/>
                  <a:pt x="57290" y="90398"/>
                </a:cubicBezTo>
                <a:cubicBezTo>
                  <a:pt x="69888" y="128677"/>
                  <a:pt x="76174" y="173482"/>
                  <a:pt x="76174" y="224816"/>
                </a:cubicBezTo>
                <a:cubicBezTo>
                  <a:pt x="76174" y="276543"/>
                  <a:pt x="69888" y="321551"/>
                  <a:pt x="57290" y="359842"/>
                </a:cubicBezTo>
                <a:cubicBezTo>
                  <a:pt x="44691" y="398120"/>
                  <a:pt x="27191" y="428257"/>
                  <a:pt x="4763" y="450215"/>
                </a:cubicBezTo>
                <a:lnTo>
                  <a:pt x="0" y="444944"/>
                </a:lnTo>
                <a:cubicBezTo>
                  <a:pt x="20091" y="422478"/>
                  <a:pt x="35268" y="392303"/>
                  <a:pt x="45542" y="354406"/>
                </a:cubicBezTo>
                <a:cubicBezTo>
                  <a:pt x="55804" y="316522"/>
                  <a:pt x="60935" y="273368"/>
                  <a:pt x="60935" y="224968"/>
                </a:cubicBezTo>
                <a:cubicBezTo>
                  <a:pt x="60935" y="176809"/>
                  <a:pt x="55804" y="133769"/>
                  <a:pt x="45542" y="95859"/>
                </a:cubicBezTo>
                <a:cubicBezTo>
                  <a:pt x="35268" y="57950"/>
                  <a:pt x="20091" y="27762"/>
                  <a:pt x="0" y="5296"/>
                </a:cubicBezTo>
                <a:lnTo>
                  <a:pt x="4763" y="0"/>
                </a:lnTo>
              </a:path>
            </a:pathLst>
          </a:custGeom>
          <a:solidFill>
            <a:srgbClr val="0000FF">
              <a:alpha val="100000"/>
            </a:srgbClr>
          </a:solidFill>
        </p:spPr>
      </p:sp>
      <p:sp>
        <p:nvSpPr>
          <p:cNvPr id="269" name="VectorPath 269"/>
          <p:cNvSpPr/>
          <p:nvPr/>
        </p:nvSpPr>
        <p:spPr>
          <a:xfrm>
            <a:off x="4973943" y="2440064"/>
            <a:ext cx="76174" cy="450215"/>
          </a:xfrm>
          <a:custGeom>
            <a:rect l="l" t="t" r="r" b="b"/>
            <a:pathLst>
              <a:path w="76174" h="450215">
                <a:moveTo>
                  <a:pt x="4763" y="0"/>
                </a:moveTo>
                <a:cubicBezTo>
                  <a:pt x="27191" y="21971"/>
                  <a:pt x="44691" y="52108"/>
                  <a:pt x="57290" y="90386"/>
                </a:cubicBezTo>
                <a:cubicBezTo>
                  <a:pt x="69888" y="128677"/>
                  <a:pt x="76174" y="173482"/>
                  <a:pt x="76174" y="224816"/>
                </a:cubicBezTo>
                <a:cubicBezTo>
                  <a:pt x="76174" y="276543"/>
                  <a:pt x="69888" y="321552"/>
                  <a:pt x="57290" y="359829"/>
                </a:cubicBezTo>
                <a:cubicBezTo>
                  <a:pt x="44691" y="398120"/>
                  <a:pt x="27191" y="428257"/>
                  <a:pt x="4763" y="450215"/>
                </a:cubicBezTo>
                <a:lnTo>
                  <a:pt x="0" y="444944"/>
                </a:lnTo>
                <a:cubicBezTo>
                  <a:pt x="20091" y="422478"/>
                  <a:pt x="35268" y="392303"/>
                  <a:pt x="45542" y="354406"/>
                </a:cubicBezTo>
                <a:cubicBezTo>
                  <a:pt x="55804" y="316522"/>
                  <a:pt x="60935" y="273368"/>
                  <a:pt x="60935" y="224968"/>
                </a:cubicBezTo>
                <a:cubicBezTo>
                  <a:pt x="60935" y="176809"/>
                  <a:pt x="55804" y="133769"/>
                  <a:pt x="45542" y="95859"/>
                </a:cubicBezTo>
                <a:cubicBezTo>
                  <a:pt x="35268" y="57938"/>
                  <a:pt x="20091" y="27749"/>
                  <a:pt x="0" y="5296"/>
                </a:cubicBezTo>
                <a:lnTo>
                  <a:pt x="4763" y="0"/>
                </a:lnTo>
              </a:path>
            </a:pathLst>
          </a:custGeom>
          <a:solidFill>
            <a:srgbClr val="0000FF">
              <a:alpha val="100000"/>
            </a:srgbClr>
          </a:solidFill>
        </p:spPr>
      </p:sp>
      <p:pic>
        <p:nvPicPr>
          <p:cNvPr id="270" name="9E5C60FF-00A2-4C62-ADD0-7AD5FCB802B6"/>
          <p:cNvPicPr>
            <a:picLocks noChangeAspect="1"/>
          </p:cNvPicPr>
          <p:nvPr/>
        </p:nvPicPr>
        <p:blipFill>
          <a:blip r:embed="rId54" cstate="print">
            <a:extLst>
              <a:ext uri="{31005266-3D95-4479-ED9A-D646BF9E19A5}"/>
            </a:extLst>
          </a:blip>
          <a:srcRect/>
          <a:stretch>
            <a:fillRect/>
          </a:stretch>
        </p:blipFill>
        <p:spPr>
          <a:xfrm>
            <a:off x="1664081" y="3085428"/>
            <a:ext cx="247650" cy="161925"/>
          </a:xfrm>
          <a:prstGeom prst="rect">
            <a:avLst/>
          </a:prstGeom>
        </p:spPr>
      </p:pic>
      <p:pic>
        <p:nvPicPr>
          <p:cNvPr id="271" name="A6FF2FEE-FD3C-4DBF-467E-88E4C4A578FA"/>
          <p:cNvPicPr>
            <a:picLocks noChangeAspect="1"/>
          </p:cNvPicPr>
          <p:nvPr/>
        </p:nvPicPr>
        <p:blipFill>
          <a:blip r:embed="rId55" cstate="print">
            <a:extLst>
              <a:ext uri="{F25A3461-F981-4AF8-C3D8-7A1371F96AC4}"/>
            </a:extLst>
          </a:blip>
          <a:srcRect/>
          <a:stretch>
            <a:fillRect/>
          </a:stretch>
        </p:blipFill>
        <p:spPr>
          <a:xfrm>
            <a:off x="2016125" y="3104782"/>
            <a:ext cx="457200" cy="123825"/>
          </a:xfrm>
          <a:prstGeom prst="rect">
            <a:avLst/>
          </a:prstGeom>
        </p:spPr>
      </p:pic>
      <p:pic>
        <p:nvPicPr>
          <p:cNvPr id="272" name="1128842E-4FE6-4C81-1B4F-3700EF0B13D9"/>
          <p:cNvPicPr>
            <a:picLocks noChangeAspect="1"/>
          </p:cNvPicPr>
          <p:nvPr/>
        </p:nvPicPr>
        <p:blipFill>
          <a:blip r:embed="rId56" cstate="print">
            <a:extLst>
              <a:ext uri="{86C4099B-47A7-4580-B9E8-A40957D604B9}"/>
            </a:extLst>
          </a:blip>
          <a:srcRect/>
          <a:stretch>
            <a:fillRect/>
          </a:stretch>
        </p:blipFill>
        <p:spPr>
          <a:xfrm>
            <a:off x="2561717" y="3104782"/>
            <a:ext cx="400050" cy="152400"/>
          </a:xfrm>
          <a:prstGeom prst="rect">
            <a:avLst/>
          </a:prstGeom>
        </p:spPr>
      </p:pic>
      <p:sp>
        <p:nvSpPr>
          <p:cNvPr id="273" name="TextBox273"/>
          <p:cNvSpPr txBox="1"/>
          <p:nvPr/>
        </p:nvSpPr>
        <p:spPr>
          <a:xfrm>
            <a:off x="3700145" y="3085428"/>
            <a:ext cx="1069835" cy="152247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86956"/>
              </a:lnSpc>
            </a:pPr>
            <a:r>
              <a:rPr lang="en-US" altLang="zh-CN" sz="1725" kern="0" spc="-25" baseline="-5962" b="1" noProof="0" dirty="0" smtClean="0">
                <a:solidFill>
                  <a:srgbClr val="0000FF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为</a:t>
            </a:r>
            <a:r>
              <a:rPr lang="en-US" altLang="zh-CN" sz="1725" kern="0" spc="0" baseline="-5962" b="1" noProof="0" dirty="0" smtClean="0">
                <a:solidFill>
                  <a:srgbClr val="0000FF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自由未知量，</a:t>
            </a:r>
          </a:p>
        </p:txBody>
      </p:sp>
      <p:pic>
        <p:nvPicPr>
          <p:cNvPr id="274" name="15F4F392-B3F1-475E-123A-AFACEC2D1432"/>
          <p:cNvPicPr>
            <a:picLocks noChangeAspect="1"/>
          </p:cNvPicPr>
          <p:nvPr/>
        </p:nvPicPr>
        <p:blipFill>
          <a:blip r:embed="rId57" cstate="print">
            <a:extLst>
              <a:ext uri="{DAB9E871-CBB3-4F95-96CE-2BB642F5F2D6}"/>
            </a:extLst>
          </a:blip>
          <a:srcRect/>
          <a:stretch>
            <a:fillRect/>
          </a:stretch>
        </p:blipFill>
        <p:spPr>
          <a:xfrm>
            <a:off x="1903336" y="3168422"/>
            <a:ext cx="76200" cy="85725"/>
          </a:xfrm>
          <a:prstGeom prst="rect">
            <a:avLst/>
          </a:prstGeom>
        </p:spPr>
      </p:pic>
      <p:pic>
        <p:nvPicPr>
          <p:cNvPr id="275" name="D8388A97-A7D1-446D-EE4B-18AD2D7305F6"/>
          <p:cNvPicPr>
            <a:picLocks noChangeAspect="1"/>
          </p:cNvPicPr>
          <p:nvPr/>
        </p:nvPicPr>
        <p:blipFill>
          <a:blip r:embed="rId58" cstate="print">
            <a:extLst>
              <a:ext uri="{9ED70D07-7B0A-4836-0AF0-1A38CAB180AF}"/>
            </a:extLst>
          </a:blip>
          <a:srcRect/>
          <a:stretch>
            <a:fillRect/>
          </a:stretch>
        </p:blipFill>
        <p:spPr>
          <a:xfrm>
            <a:off x="2456561" y="3168422"/>
            <a:ext cx="76200" cy="85725"/>
          </a:xfrm>
          <a:prstGeom prst="rect">
            <a:avLst/>
          </a:prstGeom>
        </p:spPr>
      </p:pic>
      <p:pic>
        <p:nvPicPr>
          <p:cNvPr id="276" name="02EF7DCA-6ACE-49E3-5B4F-731816CD21AA"/>
          <p:cNvPicPr>
            <a:picLocks noChangeAspect="1"/>
          </p:cNvPicPr>
          <p:nvPr/>
        </p:nvPicPr>
        <p:blipFill>
          <a:blip r:embed="rId59" cstate="print">
            <a:extLst>
              <a:ext uri="{C2FD5F65-CF19-4463-B664-E814F30CEEF5}"/>
            </a:extLst>
          </a:blip>
          <a:srcRect/>
          <a:stretch>
            <a:fillRect/>
          </a:stretch>
        </p:blipFill>
        <p:spPr>
          <a:xfrm>
            <a:off x="2957957" y="3083891"/>
            <a:ext cx="742950" cy="180975"/>
          </a:xfrm>
          <a:prstGeom prst="rect">
            <a:avLst/>
          </a:prstGeom>
        </p:spPr>
      </p:pic>
      <p:sp>
        <p:nvSpPr>
          <p:cNvPr id="277" name="VectorPath 277"/>
          <p:cNvSpPr/>
          <p:nvPr/>
        </p:nvSpPr>
        <p:spPr>
          <a:xfrm>
            <a:off x="1982597" y="3386976"/>
            <a:ext cx="46850" cy="140970"/>
          </a:xfrm>
          <a:custGeom>
            <a:rect l="l" t="t" r="r" b="b"/>
            <a:pathLst>
              <a:path w="46850" h="140970">
                <a:moveTo>
                  <a:pt x="12700" y="69786"/>
                </a:moveTo>
                <a:cubicBezTo>
                  <a:pt x="12700" y="87122"/>
                  <a:pt x="15494" y="101409"/>
                  <a:pt x="21069" y="112649"/>
                </a:cubicBezTo>
                <a:cubicBezTo>
                  <a:pt x="26645" y="123889"/>
                  <a:pt x="35166" y="131419"/>
                  <a:pt x="46634" y="135242"/>
                </a:cubicBezTo>
                <a:lnTo>
                  <a:pt x="44844" y="140970"/>
                </a:lnTo>
                <a:cubicBezTo>
                  <a:pt x="30302" y="137160"/>
                  <a:pt x="19202" y="128943"/>
                  <a:pt x="11519" y="116345"/>
                </a:cubicBezTo>
                <a:cubicBezTo>
                  <a:pt x="3835" y="103733"/>
                  <a:pt x="0" y="88468"/>
                  <a:pt x="0" y="70535"/>
                </a:cubicBezTo>
                <a:cubicBezTo>
                  <a:pt x="0" y="52641"/>
                  <a:pt x="3848" y="37376"/>
                  <a:pt x="11557" y="24714"/>
                </a:cubicBezTo>
                <a:cubicBezTo>
                  <a:pt x="19266" y="12052"/>
                  <a:pt x="30366" y="3822"/>
                  <a:pt x="44844" y="0"/>
                </a:cubicBezTo>
                <a:lnTo>
                  <a:pt x="46850" y="5740"/>
                </a:lnTo>
                <a:cubicBezTo>
                  <a:pt x="35242" y="9550"/>
                  <a:pt x="26645" y="17005"/>
                  <a:pt x="21069" y="28067"/>
                </a:cubicBezTo>
                <a:cubicBezTo>
                  <a:pt x="15494" y="39141"/>
                  <a:pt x="12700" y="53048"/>
                  <a:pt x="12700" y="69786"/>
                </a:cubicBezTo>
              </a:path>
            </a:pathLst>
          </a:custGeom>
          <a:solidFill>
            <a:srgbClr val="0000FF">
              <a:alpha val="100000"/>
            </a:srgbClr>
          </a:solidFill>
        </p:spPr>
      </p:sp>
      <p:pic>
        <p:nvPicPr>
          <p:cNvPr id="278" name="23B12EF5-FC30-42F2-CF70-A1E267F434F0"/>
          <p:cNvPicPr>
            <a:picLocks noChangeAspect="1"/>
          </p:cNvPicPr>
          <p:nvPr/>
        </p:nvPicPr>
        <p:blipFill>
          <a:blip r:embed="rId60" cstate="print">
            <a:extLst>
              <a:ext uri="{E20B648C-4F38-4823-E442-B9D14200DD22}"/>
            </a:extLst>
          </a:blip>
          <a:srcRect/>
          <a:stretch>
            <a:fillRect/>
          </a:stretch>
        </p:blipFill>
        <p:spPr>
          <a:xfrm>
            <a:off x="2031365" y="3391294"/>
            <a:ext cx="390525" cy="142875"/>
          </a:xfrm>
          <a:prstGeom prst="rect">
            <a:avLst/>
          </a:prstGeom>
        </p:spPr>
      </p:pic>
      <p:sp>
        <p:nvSpPr>
          <p:cNvPr id="279" name="VectorPath 279"/>
          <p:cNvSpPr/>
          <p:nvPr/>
        </p:nvSpPr>
        <p:spPr>
          <a:xfrm>
            <a:off x="2417953" y="3386976"/>
            <a:ext cx="46863" cy="140970"/>
          </a:xfrm>
          <a:custGeom>
            <a:rect l="l" t="t" r="r" b="b"/>
            <a:pathLst>
              <a:path w="46863" h="140970">
                <a:moveTo>
                  <a:pt x="34163" y="69786"/>
                </a:moveTo>
                <a:cubicBezTo>
                  <a:pt x="34163" y="53048"/>
                  <a:pt x="31382" y="39141"/>
                  <a:pt x="25819" y="28067"/>
                </a:cubicBezTo>
                <a:cubicBezTo>
                  <a:pt x="20269" y="17005"/>
                  <a:pt x="11659" y="9551"/>
                  <a:pt x="0" y="5740"/>
                </a:cubicBezTo>
                <a:lnTo>
                  <a:pt x="2007" y="0"/>
                </a:lnTo>
                <a:cubicBezTo>
                  <a:pt x="16497" y="3823"/>
                  <a:pt x="27597" y="12052"/>
                  <a:pt x="35293" y="24714"/>
                </a:cubicBezTo>
                <a:cubicBezTo>
                  <a:pt x="43002" y="37376"/>
                  <a:pt x="46863" y="52642"/>
                  <a:pt x="46863" y="70536"/>
                </a:cubicBezTo>
                <a:cubicBezTo>
                  <a:pt x="46863" y="88468"/>
                  <a:pt x="43015" y="103733"/>
                  <a:pt x="35331" y="116345"/>
                </a:cubicBezTo>
                <a:cubicBezTo>
                  <a:pt x="27648" y="128943"/>
                  <a:pt x="16548" y="137160"/>
                  <a:pt x="2007" y="140970"/>
                </a:cubicBezTo>
                <a:lnTo>
                  <a:pt x="229" y="135242"/>
                </a:lnTo>
                <a:cubicBezTo>
                  <a:pt x="11684" y="131420"/>
                  <a:pt x="20206" y="123889"/>
                  <a:pt x="25781" y="112649"/>
                </a:cubicBezTo>
                <a:cubicBezTo>
                  <a:pt x="31369" y="101409"/>
                  <a:pt x="34163" y="87122"/>
                  <a:pt x="34163" y="69786"/>
                </a:cubicBezTo>
              </a:path>
            </a:pathLst>
          </a:custGeom>
          <a:solidFill>
            <a:srgbClr val="0000FF">
              <a:alpha val="100000"/>
            </a:srgbClr>
          </a:solidFill>
        </p:spPr>
      </p:sp>
      <p:pic>
        <p:nvPicPr>
          <p:cNvPr id="280" name="4C13DC3A-E885-46C4-1BBF-E16B5CC7D3F7"/>
          <p:cNvPicPr>
            <a:picLocks noChangeAspect="1"/>
          </p:cNvPicPr>
          <p:nvPr/>
        </p:nvPicPr>
        <p:blipFill>
          <a:blip r:embed="rId61" cstate="print">
            <a:extLst>
              <a:ext uri="{7C360CEE-42F8-4A85-3C82-B2AB868B1DC0}"/>
            </a:extLst>
          </a:blip>
          <a:srcRect/>
          <a:stretch>
            <a:fillRect/>
          </a:stretch>
        </p:blipFill>
        <p:spPr>
          <a:xfrm>
            <a:off x="2476526" y="3371939"/>
            <a:ext cx="1724025" cy="161925"/>
          </a:xfrm>
          <a:prstGeom prst="rect">
            <a:avLst/>
          </a:prstGeom>
        </p:spPr>
      </p:pic>
      <p:pic>
        <p:nvPicPr>
          <p:cNvPr id="281" name="727833F3-1BC6-4FDE-8604-CCDC4C0F7457"/>
          <p:cNvPicPr>
            <a:picLocks noChangeAspect="1"/>
          </p:cNvPicPr>
          <p:nvPr/>
        </p:nvPicPr>
        <p:blipFill>
          <a:blip r:embed="rId62" cstate="print">
            <a:extLst>
              <a:ext uri="{9B9A27DD-BC4C-4AA6-692B-E6205420A940}"/>
            </a:extLst>
          </a:blip>
          <a:srcRect/>
          <a:stretch>
            <a:fillRect/>
          </a:stretch>
        </p:blipFill>
        <p:spPr>
          <a:xfrm>
            <a:off x="5129657" y="3391294"/>
            <a:ext cx="171450" cy="142875"/>
          </a:xfrm>
          <a:prstGeom prst="rect">
            <a:avLst/>
          </a:prstGeom>
        </p:spPr>
      </p:pic>
      <p:sp>
        <p:nvSpPr>
          <p:cNvPr id="282" name="TextBox282"/>
          <p:cNvSpPr txBox="1"/>
          <p:nvPr/>
        </p:nvSpPr>
        <p:spPr>
          <a:xfrm>
            <a:off x="1664081" y="3368079"/>
            <a:ext cx="3459048" cy="156108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82828"/>
              </a:lnSpc>
            </a:pPr>
            <a:r>
              <a:rPr lang="en-US" altLang="zh-CN" sz="1725" kern="0" spc="75" baseline="-12294" b="1" noProof="0" dirty="0" smtClean="0">
                <a:solidFill>
                  <a:srgbClr val="0000FF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从而</a:t>
            </a:r>
            <a:r>
              <a:rPr baseline="-12294" lang="en-US" altLang="zh-CN" sz="1725" kern="0" spc="26805" b="1" noProof="0" dirty="0" smtClean="0">
                <a:latin typeface="SimSun" pitchFamily="2" charset="0"/>
                <a:ea typeface="SimSun" pitchFamily="2" charset="0"/>
                <a:cs typeface="SimSun" pitchFamily="2" charset="0"/>
              </a:rPr>
              <a:t> </a:t>
            </a:r>
            <a:r>
              <a:rPr lang="en-US" altLang="zh-CN" sz="1725" kern="0" spc="375" baseline="-12294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=</a:t>
            </a:r>
            <a:r>
              <a:rPr baseline="-12294" lang="en-US" altLang="zh-CN" sz="1725" kern="0" spc="753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200" kern="0" spc="-25" baseline="37183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'</a:t>
            </a:r>
          </a:p>
        </p:txBody>
      </p:sp>
      <p:pic>
        <p:nvPicPr>
          <p:cNvPr id="283" name="04A3E601-5027-4CE2-42FA-5E4BE284F42A"/>
          <p:cNvPicPr>
            <a:picLocks noChangeAspect="1"/>
          </p:cNvPicPr>
          <p:nvPr/>
        </p:nvPicPr>
        <p:blipFill>
          <a:blip r:embed="rId63" cstate="print">
            <a:extLst>
              <a:ext uri="{C48FDCC3-3457-4582-CA46-3F397E416C99}"/>
            </a:extLst>
          </a:blip>
          <a:srcRect/>
          <a:stretch>
            <a:fillRect/>
          </a:stretch>
        </p:blipFill>
        <p:spPr>
          <a:xfrm>
            <a:off x="4200018" y="3454947"/>
            <a:ext cx="76200" cy="95250"/>
          </a:xfrm>
          <a:prstGeom prst="rect">
            <a:avLst/>
          </a:prstGeom>
        </p:spPr>
      </p:pic>
      <p:sp>
        <p:nvSpPr>
          <p:cNvPr id="284" name="VectorPath 284"/>
          <p:cNvSpPr/>
          <p:nvPr/>
        </p:nvSpPr>
        <p:spPr>
          <a:xfrm>
            <a:off x="4482592" y="3386976"/>
            <a:ext cx="46850" cy="140970"/>
          </a:xfrm>
          <a:custGeom>
            <a:rect l="l" t="t" r="r" b="b"/>
            <a:pathLst>
              <a:path w="46850" h="140970">
                <a:moveTo>
                  <a:pt x="12700" y="69786"/>
                </a:moveTo>
                <a:cubicBezTo>
                  <a:pt x="12700" y="87122"/>
                  <a:pt x="15494" y="101409"/>
                  <a:pt x="21069" y="112649"/>
                </a:cubicBezTo>
                <a:cubicBezTo>
                  <a:pt x="26645" y="123889"/>
                  <a:pt x="35166" y="131419"/>
                  <a:pt x="46634" y="135242"/>
                </a:cubicBezTo>
                <a:lnTo>
                  <a:pt x="44844" y="140970"/>
                </a:lnTo>
                <a:cubicBezTo>
                  <a:pt x="30302" y="137160"/>
                  <a:pt x="19203" y="128943"/>
                  <a:pt x="11519" y="116345"/>
                </a:cubicBezTo>
                <a:cubicBezTo>
                  <a:pt x="3835" y="103733"/>
                  <a:pt x="0" y="88468"/>
                  <a:pt x="0" y="70535"/>
                </a:cubicBezTo>
                <a:cubicBezTo>
                  <a:pt x="0" y="52641"/>
                  <a:pt x="3848" y="37376"/>
                  <a:pt x="11557" y="24714"/>
                </a:cubicBezTo>
                <a:cubicBezTo>
                  <a:pt x="19266" y="12052"/>
                  <a:pt x="30366" y="3822"/>
                  <a:pt x="44844" y="0"/>
                </a:cubicBezTo>
                <a:lnTo>
                  <a:pt x="46850" y="5740"/>
                </a:lnTo>
                <a:cubicBezTo>
                  <a:pt x="35242" y="9550"/>
                  <a:pt x="26645" y="17005"/>
                  <a:pt x="21069" y="28067"/>
                </a:cubicBezTo>
                <a:cubicBezTo>
                  <a:pt x="15494" y="39141"/>
                  <a:pt x="12700" y="53048"/>
                  <a:pt x="12700" y="69786"/>
                </a:cubicBezTo>
              </a:path>
            </a:pathLst>
          </a:custGeom>
          <a:solidFill>
            <a:srgbClr val="0000FF">
              <a:alpha val="100000"/>
            </a:srgbClr>
          </a:solidFill>
        </p:spPr>
      </p:sp>
      <p:pic>
        <p:nvPicPr>
          <p:cNvPr id="285" name="3534CD5F-A06B-4104-A776-EE2975BEBEB2"/>
          <p:cNvPicPr>
            <a:picLocks noChangeAspect="1"/>
          </p:cNvPicPr>
          <p:nvPr/>
        </p:nvPicPr>
        <p:blipFill>
          <a:blip r:embed="rId64" cstate="print">
            <a:extLst>
              <a:ext uri="{04469A1D-C2BA-4A93-06E4-50DCEBFDEAA0}"/>
            </a:extLst>
          </a:blip>
          <a:srcRect/>
          <a:stretch>
            <a:fillRect/>
          </a:stretch>
        </p:blipFill>
        <p:spPr>
          <a:xfrm>
            <a:off x="4532237" y="3391294"/>
            <a:ext cx="514350" cy="142875"/>
          </a:xfrm>
          <a:prstGeom prst="rect">
            <a:avLst/>
          </a:prstGeom>
        </p:spPr>
      </p:pic>
      <p:sp>
        <p:nvSpPr>
          <p:cNvPr id="286" name="VectorPath 286"/>
          <p:cNvSpPr/>
          <p:nvPr/>
        </p:nvSpPr>
        <p:spPr>
          <a:xfrm>
            <a:off x="5036693" y="3386976"/>
            <a:ext cx="46863" cy="140970"/>
          </a:xfrm>
          <a:custGeom>
            <a:rect l="l" t="t" r="r" b="b"/>
            <a:pathLst>
              <a:path w="46863" h="140970">
                <a:moveTo>
                  <a:pt x="34163" y="69786"/>
                </a:moveTo>
                <a:cubicBezTo>
                  <a:pt x="34163" y="53048"/>
                  <a:pt x="31382" y="39141"/>
                  <a:pt x="25819" y="28067"/>
                </a:cubicBezTo>
                <a:cubicBezTo>
                  <a:pt x="20269" y="17005"/>
                  <a:pt x="11659" y="9550"/>
                  <a:pt x="0" y="5740"/>
                </a:cubicBezTo>
                <a:lnTo>
                  <a:pt x="2006" y="0"/>
                </a:lnTo>
                <a:cubicBezTo>
                  <a:pt x="16497" y="3822"/>
                  <a:pt x="27597" y="12052"/>
                  <a:pt x="35293" y="24714"/>
                </a:cubicBezTo>
                <a:cubicBezTo>
                  <a:pt x="43002" y="37376"/>
                  <a:pt x="46863" y="52641"/>
                  <a:pt x="46863" y="70535"/>
                </a:cubicBezTo>
                <a:cubicBezTo>
                  <a:pt x="46863" y="88468"/>
                  <a:pt x="43015" y="103733"/>
                  <a:pt x="35332" y="116345"/>
                </a:cubicBezTo>
                <a:cubicBezTo>
                  <a:pt x="27648" y="128943"/>
                  <a:pt x="16548" y="137160"/>
                  <a:pt x="2006" y="140970"/>
                </a:cubicBezTo>
                <a:lnTo>
                  <a:pt x="229" y="135242"/>
                </a:lnTo>
                <a:cubicBezTo>
                  <a:pt x="11684" y="131419"/>
                  <a:pt x="20206" y="123889"/>
                  <a:pt x="25781" y="112649"/>
                </a:cubicBezTo>
                <a:cubicBezTo>
                  <a:pt x="31369" y="101409"/>
                  <a:pt x="34163" y="87122"/>
                  <a:pt x="34163" y="69786"/>
                </a:cubicBezTo>
              </a:path>
            </a:pathLst>
          </a:custGeom>
          <a:solidFill>
            <a:srgbClr val="0000FF">
              <a:alpha val="100000"/>
            </a:srgbClr>
          </a:solidFill>
        </p:spPr>
      </p:sp>
      <p:pic>
        <p:nvPicPr>
          <p:cNvPr id="287" name="5E98DC01-05E1-431F-CB06-B9E3822F8DCF"/>
          <p:cNvPicPr>
            <a:picLocks noChangeAspect="1"/>
          </p:cNvPicPr>
          <p:nvPr/>
        </p:nvPicPr>
        <p:blipFill>
          <a:blip r:embed="rId65" cstate="print">
            <a:extLst>
              <a:ext uri="{42E14375-A061-4838-A978-18DC275E2A43}"/>
            </a:extLst>
          </a:blip>
          <a:srcRect/>
          <a:stretch>
            <a:fillRect/>
          </a:stretch>
        </p:blipFill>
        <p:spPr>
          <a:xfrm>
            <a:off x="5288153" y="3454947"/>
            <a:ext cx="66675" cy="95250"/>
          </a:xfrm>
          <a:prstGeom prst="rect">
            <a:avLst/>
          </a:prstGeom>
        </p:spPr>
      </p:pic>
      <p:pic>
        <p:nvPicPr>
          <p:cNvPr id="288" name="C84308A5-FB97-4C7F-E760-73BF37853082"/>
          <p:cNvPicPr>
            <a:picLocks noChangeAspect="1"/>
          </p:cNvPicPr>
          <p:nvPr/>
        </p:nvPicPr>
        <p:blipFill>
          <a:blip r:embed="rId66" cstate="print">
            <a:extLst>
              <a:ext uri="{00BC03C3-C2E0-47B0-76D0-C28E682AB1AF}"/>
            </a:extLst>
          </a:blip>
          <a:srcRect/>
          <a:stretch>
            <a:fillRect/>
          </a:stretch>
        </p:blipFill>
        <p:spPr>
          <a:xfrm>
            <a:off x="5400917" y="3390532"/>
            <a:ext cx="714375" cy="152400"/>
          </a:xfrm>
          <a:prstGeom prst="rect">
            <a:avLst/>
          </a:prstGeom>
        </p:spPr>
      </p:pic>
      <p:pic>
        <p:nvPicPr>
          <p:cNvPr id="289" name="344E9253-3FB7-4E5B-C8AB-4DBF905D7656"/>
          <p:cNvPicPr>
            <a:picLocks noChangeAspect="1"/>
          </p:cNvPicPr>
          <p:nvPr/>
        </p:nvPicPr>
        <p:blipFill>
          <a:blip r:embed="rId67" cstate="print">
            <a:extLst>
              <a:ext uri="{AF28D728-A30F-4562-1BE4-E11A872CD1E6}"/>
            </a:extLst>
          </a:blip>
          <a:srcRect/>
          <a:stretch>
            <a:fillRect/>
          </a:stretch>
        </p:blipFill>
        <p:spPr>
          <a:xfrm>
            <a:off x="1664081" y="3659975"/>
            <a:ext cx="2095500" cy="190500"/>
          </a:xfrm>
          <a:prstGeom prst="rect">
            <a:avLst/>
          </a:prstGeom>
        </p:spPr>
      </p:pic>
      <p:pic>
        <p:nvPicPr>
          <p:cNvPr id="290" name="918D6B22-BC11-41C3-2571-65DCE61369F8"/>
          <p:cNvPicPr>
            <a:picLocks noChangeAspect="1"/>
          </p:cNvPicPr>
          <p:nvPr/>
        </p:nvPicPr>
        <p:blipFill>
          <a:blip r:embed="rId68" cstate="print">
            <a:extLst>
              <a:ext uri="{D430F8A2-303E-466E-4BA9-E30495014781}"/>
            </a:extLst>
          </a:blip>
          <a:srcRect/>
          <a:stretch>
            <a:fillRect/>
          </a:stretch>
        </p:blipFill>
        <p:spPr>
          <a:xfrm>
            <a:off x="3799205" y="3680092"/>
            <a:ext cx="266700" cy="152400"/>
          </a:xfrm>
          <a:prstGeom prst="rect">
            <a:avLst/>
          </a:prstGeom>
        </p:spPr>
      </p:pic>
      <p:sp>
        <p:nvSpPr>
          <p:cNvPr id="291" name="TextBox291"/>
          <p:cNvSpPr txBox="1"/>
          <p:nvPr/>
        </p:nvSpPr>
        <p:spPr>
          <a:xfrm>
            <a:off x="4754753" y="3659975"/>
            <a:ext cx="523189" cy="183617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4710"/>
              </a:lnSpc>
              <a:tabLst>
                <a:tab pos="521284" algn="l"/>
              </a:tabLst>
            </a:pPr>
            <a:r>
              <a:rPr lang="en-US" altLang="zh-CN" sz="1725" kern="0" spc="5" baseline="11091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−</a:t>
            </a:r>
            <a:r>
              <a:rPr baseline="11091" lang="en-US" altLang="zh-CN" sz="1725" kern="0" spc="31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baseline="11091" lang="en-US" altLang="zh-CN" sz="1725" kern="0" spc="0" u="sng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baseline="11091" sz="1725" kern="0" noProof="0" dirty="0" smtClean="0" u="sng">
                <a:latin typeface="Cambria Math" pitchFamily="18" charset="0"/>
                <a:ea typeface="Cambria Math" pitchFamily="18" charset="0"/>
                <a:cs typeface="Cambria Math" pitchFamily="18" charset="0"/>
              </a:rPr>
              <a:t>	</a:t>
            </a:r>
          </a:p>
        </p:txBody>
      </p:sp>
      <p:pic>
        <p:nvPicPr>
          <p:cNvPr id="292" name="12117EE7-EA85-408B-F3B8-873F7DBEB2E4"/>
          <p:cNvPicPr>
            <a:picLocks noChangeAspect="1"/>
          </p:cNvPicPr>
          <p:nvPr/>
        </p:nvPicPr>
        <p:blipFill>
          <a:blip r:embed="rId69" cstate="print">
            <a:extLst>
              <a:ext uri="{B4DF1BD5-8C74-4980-7DB9-9DE810A91E2D}"/>
            </a:extLst>
          </a:blip>
          <a:srcRect/>
          <a:stretch>
            <a:fillRect/>
          </a:stretch>
        </p:blipFill>
        <p:spPr>
          <a:xfrm>
            <a:off x="4053713" y="3680092"/>
            <a:ext cx="304800" cy="171450"/>
          </a:xfrm>
          <a:prstGeom prst="rect">
            <a:avLst/>
          </a:prstGeom>
        </p:spPr>
      </p:pic>
      <p:pic>
        <p:nvPicPr>
          <p:cNvPr id="293" name="08E5BC29-7B7B-4A63-1120-F78C0AE4A25C"/>
          <p:cNvPicPr>
            <a:picLocks noChangeAspect="1"/>
          </p:cNvPicPr>
          <p:nvPr/>
        </p:nvPicPr>
        <p:blipFill>
          <a:blip r:embed="rId70" cstate="print">
            <a:extLst>
              <a:ext uri="{437EAEB6-D096-447E-544F-7C86019B6795}"/>
            </a:extLst>
          </a:blip>
          <a:srcRect/>
          <a:stretch>
            <a:fillRect/>
          </a:stretch>
        </p:blipFill>
        <p:spPr>
          <a:xfrm>
            <a:off x="4396613" y="3680092"/>
            <a:ext cx="266700" cy="152400"/>
          </a:xfrm>
          <a:prstGeom prst="rect">
            <a:avLst/>
          </a:prstGeom>
        </p:spPr>
      </p:pic>
      <p:pic>
        <p:nvPicPr>
          <p:cNvPr id="294" name="6A1FC0F3-ADCD-409B-1BBF-DD30F68396C0"/>
          <p:cNvPicPr>
            <a:picLocks noChangeAspect="1"/>
          </p:cNvPicPr>
          <p:nvPr/>
        </p:nvPicPr>
        <p:blipFill>
          <a:blip r:embed="rId71" cstate="print">
            <a:extLst>
              <a:ext uri="{B3A90766-5F61-49F2-6811-CC270800D65E}"/>
            </a:extLst>
          </a:blip>
          <a:srcRect/>
          <a:stretch>
            <a:fillRect/>
          </a:stretch>
        </p:blipFill>
        <p:spPr>
          <a:xfrm>
            <a:off x="4649597" y="3742443"/>
            <a:ext cx="66675" cy="104775"/>
          </a:xfrm>
          <a:prstGeom prst="rect">
            <a:avLst/>
          </a:prstGeom>
        </p:spPr>
      </p:pic>
      <p:pic>
        <p:nvPicPr>
          <p:cNvPr id="295" name="C8354386-2E0E-4F6B-A6FD-E7684BBB2893"/>
          <p:cNvPicPr>
            <a:picLocks noChangeAspect="1"/>
          </p:cNvPicPr>
          <p:nvPr/>
        </p:nvPicPr>
        <p:blipFill>
          <a:blip r:embed="rId72" cstate="print">
            <a:extLst>
              <a:ext uri="{2C59E028-D921-4732-6AF4-0E37B01BA5F9}"/>
            </a:extLst>
          </a:blip>
          <a:srcRect/>
          <a:stretch>
            <a:fillRect/>
          </a:stretch>
        </p:blipFill>
        <p:spPr>
          <a:xfrm>
            <a:off x="4946777" y="3622047"/>
            <a:ext cx="76200" cy="114300"/>
          </a:xfrm>
          <a:prstGeom prst="rect">
            <a:avLst/>
          </a:prstGeom>
        </p:spPr>
      </p:pic>
      <p:pic>
        <p:nvPicPr>
          <p:cNvPr id="296" name="5732409F-9968-4612-C8CD-693D9722D512"/>
          <p:cNvPicPr>
            <a:picLocks noChangeAspect="1"/>
          </p:cNvPicPr>
          <p:nvPr/>
        </p:nvPicPr>
        <p:blipFill>
          <a:blip r:embed="rId73" cstate="print">
            <a:extLst>
              <a:ext uri="{0A8E629B-6F43-4528-9CDC-FF419963C5C0}"/>
            </a:extLst>
          </a:blip>
          <a:srcRect/>
          <a:stretch>
            <a:fillRect/>
          </a:stretch>
        </p:blipFill>
        <p:spPr>
          <a:xfrm>
            <a:off x="5076317" y="3622047"/>
            <a:ext cx="161925" cy="133350"/>
          </a:xfrm>
          <a:prstGeom prst="rect">
            <a:avLst/>
          </a:prstGeom>
        </p:spPr>
      </p:pic>
      <p:sp>
        <p:nvSpPr>
          <p:cNvPr id="297" name="TextBox297"/>
          <p:cNvSpPr txBox="1"/>
          <p:nvPr/>
        </p:nvSpPr>
        <p:spPr>
          <a:xfrm>
            <a:off x="4946777" y="3622047"/>
            <a:ext cx="276810" cy="285793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89285"/>
              </a:lnSpc>
            </a:pPr>
            <a:r>
              <a:rPr baseline="0" lang="en-US" altLang="zh-CN" sz="10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br>
              <a:rPr lang="en-US" altLang="zh-CN" dirty="0" smtClean="0" sz="1050" kern="0">
                <a:latin typeface="Arial" pitchFamily="34" charset="0"/>
                <a:ea typeface="Arial" pitchFamily="34" charset="0"/>
                <a:cs typeface="Arial" pitchFamily="34" charset="0"/>
              </a:rPr>
            </a:br>
            <a:r>
              <a:rPr baseline="0" lang="en-US" altLang="zh-CN" sz="10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</a:p>
        </p:txBody>
      </p:sp>
      <p:pic>
        <p:nvPicPr>
          <p:cNvPr id="298" name="4166B64F-8EDE-4FF7-26EC-DB36673A7B95"/>
          <p:cNvPicPr>
            <a:picLocks noChangeAspect="1"/>
          </p:cNvPicPr>
          <p:nvPr/>
        </p:nvPicPr>
        <p:blipFill>
          <a:blip r:embed="rId74" cstate="print">
            <a:extLst>
              <a:ext uri="{CE38CCE2-D862-4185-6474-E2FBDC5B0E0B}"/>
            </a:extLst>
          </a:blip>
          <a:srcRect/>
          <a:stretch>
            <a:fillRect/>
          </a:stretch>
        </p:blipFill>
        <p:spPr>
          <a:xfrm>
            <a:off x="5018405" y="3657496"/>
            <a:ext cx="66675" cy="95250"/>
          </a:xfrm>
          <a:prstGeom prst="rect">
            <a:avLst/>
          </a:prstGeom>
        </p:spPr>
      </p:pic>
      <p:pic>
        <p:nvPicPr>
          <p:cNvPr id="299" name="73AD989C-3728-4083-5024-D3BAF7C1E0B9"/>
          <p:cNvPicPr>
            <a:picLocks noChangeAspect="1"/>
          </p:cNvPicPr>
          <p:nvPr/>
        </p:nvPicPr>
        <p:blipFill>
          <a:blip r:embed="rId75" cstate="print">
            <a:extLst>
              <a:ext uri="{BE1D0BA9-CDFA-4973-5209-E6D713969869}"/>
            </a:extLst>
          </a:blip>
          <a:srcRect/>
          <a:stretch>
            <a:fillRect/>
          </a:stretch>
        </p:blipFill>
        <p:spPr>
          <a:xfrm>
            <a:off x="4946777" y="3788163"/>
            <a:ext cx="285750" cy="123825"/>
          </a:xfrm>
          <a:prstGeom prst="rect">
            <a:avLst/>
          </a:prstGeom>
        </p:spPr>
      </p:pic>
      <p:pic>
        <p:nvPicPr>
          <p:cNvPr id="300" name="0F659C32-046D-42F9-9F58-FFD72175D451"/>
          <p:cNvPicPr>
            <a:picLocks noChangeAspect="1"/>
          </p:cNvPicPr>
          <p:nvPr/>
        </p:nvPicPr>
        <p:blipFill>
          <a:blip r:embed="rId76" cstate="print">
            <a:extLst>
              <a:ext uri="{B93232E9-B16F-427A-1C2B-60E35A816FAA}"/>
            </a:extLst>
          </a:blip>
          <a:srcRect/>
          <a:stretch>
            <a:fillRect/>
          </a:stretch>
        </p:blipFill>
        <p:spPr>
          <a:xfrm>
            <a:off x="5757545" y="3622047"/>
            <a:ext cx="219075" cy="114300"/>
          </a:xfrm>
          <a:prstGeom prst="rect">
            <a:avLst/>
          </a:prstGeom>
        </p:spPr>
      </p:pic>
      <p:pic>
        <p:nvPicPr>
          <p:cNvPr id="301" name="5593D3C1-9AEB-47B1-4868-8577B021C273"/>
          <p:cNvPicPr>
            <a:picLocks noChangeAspect="1"/>
          </p:cNvPicPr>
          <p:nvPr/>
        </p:nvPicPr>
        <p:blipFill>
          <a:blip r:embed="rId77" cstate="print">
            <a:extLst>
              <a:ext uri="{8A68F7BF-9AF1-4559-B4E1-407B923ABBE9}"/>
            </a:extLst>
          </a:blip>
          <a:srcRect/>
          <a:stretch>
            <a:fillRect/>
          </a:stretch>
        </p:blipFill>
        <p:spPr>
          <a:xfrm>
            <a:off x="5297298" y="3680092"/>
            <a:ext cx="171450" cy="171450"/>
          </a:xfrm>
          <a:prstGeom prst="rect">
            <a:avLst/>
          </a:prstGeom>
        </p:spPr>
      </p:pic>
      <p:sp>
        <p:nvSpPr>
          <p:cNvPr id="302" name="TextBox302"/>
          <p:cNvSpPr txBox="1"/>
          <p:nvPr/>
        </p:nvSpPr>
        <p:spPr>
          <a:xfrm>
            <a:off x="5513705" y="3680092"/>
            <a:ext cx="460705" cy="209220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86351"/>
              </a:lnSpc>
            </a:pPr>
            <a:r>
              <a:rPr lang="en-US" altLang="zh-CN" sz="1725" kern="0" spc="0" baseline="5788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=</a:t>
            </a:r>
            <a:r>
              <a:rPr baseline="5788" lang="en-US" altLang="zh-CN" sz="1725" kern="0" spc="-2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725" kern="0" spc="0" baseline="5788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(</a:t>
            </a:r>
            <a:r>
              <a:rPr baseline="5788" lang="en-US" altLang="zh-CN" sz="1725" kern="0" spc="-2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200" kern="0" spc="0" baseline="-46259" strike="sngStrike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�</a:t>
            </a:r>
            <a:r>
              <a:rPr baseline="-46259" lang="en-US" altLang="zh-CN" sz="1200" kern="0" spc="-2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725" kern="0" spc="0" baseline="5788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,</a:t>
            </a:r>
            <a:r>
              <a:rPr lang="en-US" altLang="zh-CN" sz="1200" kern="0" spc="0" baseline="-46259" strike="sngStrike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�</a:t>
            </a:r>
          </a:p>
        </p:txBody>
      </p:sp>
      <p:pic>
        <p:nvPicPr>
          <p:cNvPr id="303" name="6AC9676A-F7F3-4616-81BE-2C20A60F8074"/>
          <p:cNvPicPr>
            <a:picLocks noChangeAspect="1"/>
          </p:cNvPicPr>
          <p:nvPr/>
        </p:nvPicPr>
        <p:blipFill>
          <a:blip r:embed="rId78" cstate="print">
            <a:extLst>
              <a:ext uri="{A492641E-B7A8-4EC7-3EE7-03E62C15B8EC}"/>
            </a:extLst>
          </a:blip>
          <a:srcRect/>
          <a:stretch>
            <a:fillRect/>
          </a:stretch>
        </p:blipFill>
        <p:spPr>
          <a:xfrm>
            <a:off x="5995276" y="3680092"/>
            <a:ext cx="257175" cy="152400"/>
          </a:xfrm>
          <a:prstGeom prst="rect">
            <a:avLst/>
          </a:prstGeom>
        </p:spPr>
      </p:pic>
      <p:sp>
        <p:nvSpPr>
          <p:cNvPr id="304" name="VectorPath 304"/>
          <p:cNvSpPr/>
          <p:nvPr/>
        </p:nvSpPr>
        <p:spPr>
          <a:xfrm>
            <a:off x="4911853" y="3619780"/>
            <a:ext cx="33082" cy="100330"/>
          </a:xfrm>
          <a:custGeom>
            <a:rect l="l" t="t" r="r" b="b"/>
            <a:pathLst>
              <a:path w="33082" h="100330">
                <a:moveTo>
                  <a:pt x="8889" y="49657"/>
                </a:moveTo>
                <a:cubicBezTo>
                  <a:pt x="8889" y="62001"/>
                  <a:pt x="10870" y="72186"/>
                  <a:pt x="14820" y="80187"/>
                </a:cubicBezTo>
                <a:cubicBezTo>
                  <a:pt x="18782" y="88188"/>
                  <a:pt x="24814" y="93548"/>
                  <a:pt x="32930" y="96265"/>
                </a:cubicBezTo>
                <a:lnTo>
                  <a:pt x="31660" y="100330"/>
                </a:lnTo>
                <a:cubicBezTo>
                  <a:pt x="21373" y="97612"/>
                  <a:pt x="13512" y="91770"/>
                  <a:pt x="8114" y="82791"/>
                </a:cubicBezTo>
                <a:cubicBezTo>
                  <a:pt x="2704" y="73825"/>
                  <a:pt x="0" y="62954"/>
                  <a:pt x="0" y="50190"/>
                </a:cubicBezTo>
                <a:cubicBezTo>
                  <a:pt x="0" y="37464"/>
                  <a:pt x="2717" y="26594"/>
                  <a:pt x="8139" y="17576"/>
                </a:cubicBezTo>
                <a:cubicBezTo>
                  <a:pt x="13562" y="8572"/>
                  <a:pt x="21398" y="2704"/>
                  <a:pt x="31660" y="0"/>
                </a:cubicBezTo>
                <a:lnTo>
                  <a:pt x="33082" y="4051"/>
                </a:lnTo>
                <a:cubicBezTo>
                  <a:pt x="24865" y="6769"/>
                  <a:pt x="18782" y="12078"/>
                  <a:pt x="14820" y="19951"/>
                </a:cubicBezTo>
                <a:cubicBezTo>
                  <a:pt x="10870" y="27838"/>
                  <a:pt x="8889" y="37731"/>
                  <a:pt x="8889" y="49657"/>
                </a:cubicBezTo>
              </a:path>
            </a:pathLst>
          </a:custGeom>
          <a:solidFill>
            <a:srgbClr val="0000FF">
              <a:alpha val="100000"/>
            </a:srgbClr>
          </a:solidFill>
        </p:spPr>
      </p:sp>
      <p:sp>
        <p:nvSpPr>
          <p:cNvPr id="305" name="VectorPath 305"/>
          <p:cNvSpPr/>
          <p:nvPr/>
        </p:nvSpPr>
        <p:spPr>
          <a:xfrm>
            <a:off x="4911853" y="3785516"/>
            <a:ext cx="33082" cy="100330"/>
          </a:xfrm>
          <a:custGeom>
            <a:rect l="l" t="t" r="r" b="b"/>
            <a:pathLst>
              <a:path w="33082" h="100330">
                <a:moveTo>
                  <a:pt x="8889" y="49657"/>
                </a:moveTo>
                <a:cubicBezTo>
                  <a:pt x="8889" y="62001"/>
                  <a:pt x="10870" y="72186"/>
                  <a:pt x="14820" y="80187"/>
                </a:cubicBezTo>
                <a:cubicBezTo>
                  <a:pt x="18782" y="88188"/>
                  <a:pt x="24814" y="93548"/>
                  <a:pt x="32930" y="96265"/>
                </a:cubicBezTo>
                <a:lnTo>
                  <a:pt x="31660" y="100330"/>
                </a:lnTo>
                <a:cubicBezTo>
                  <a:pt x="21373" y="97612"/>
                  <a:pt x="13512" y="91770"/>
                  <a:pt x="8114" y="82791"/>
                </a:cubicBezTo>
                <a:cubicBezTo>
                  <a:pt x="2704" y="73825"/>
                  <a:pt x="0" y="62954"/>
                  <a:pt x="0" y="50190"/>
                </a:cubicBezTo>
                <a:cubicBezTo>
                  <a:pt x="0" y="37464"/>
                  <a:pt x="2717" y="26594"/>
                  <a:pt x="8139" y="17576"/>
                </a:cubicBezTo>
                <a:cubicBezTo>
                  <a:pt x="13562" y="8572"/>
                  <a:pt x="21398" y="2704"/>
                  <a:pt x="31660" y="0"/>
                </a:cubicBezTo>
                <a:lnTo>
                  <a:pt x="33082" y="4051"/>
                </a:lnTo>
                <a:cubicBezTo>
                  <a:pt x="24865" y="6769"/>
                  <a:pt x="18782" y="12078"/>
                  <a:pt x="14820" y="19951"/>
                </a:cubicBezTo>
                <a:cubicBezTo>
                  <a:pt x="10870" y="27838"/>
                  <a:pt x="8889" y="37731"/>
                  <a:pt x="8889" y="49657"/>
                </a:cubicBezTo>
              </a:path>
            </a:pathLst>
          </a:custGeom>
          <a:solidFill>
            <a:srgbClr val="0000FF">
              <a:alpha val="100000"/>
            </a:srgbClr>
          </a:solidFill>
        </p:spPr>
      </p:sp>
      <p:sp>
        <p:nvSpPr>
          <p:cNvPr id="306" name="VectorPath 306"/>
          <p:cNvSpPr/>
          <p:nvPr/>
        </p:nvSpPr>
        <p:spPr>
          <a:xfrm>
            <a:off x="5228933" y="3619780"/>
            <a:ext cx="33082" cy="100330"/>
          </a:xfrm>
          <a:custGeom>
            <a:rect l="l" t="t" r="r" b="b"/>
            <a:pathLst>
              <a:path w="33082" h="100330">
                <a:moveTo>
                  <a:pt x="24193" y="49657"/>
                </a:moveTo>
                <a:cubicBezTo>
                  <a:pt x="24193" y="37731"/>
                  <a:pt x="22225" y="27838"/>
                  <a:pt x="18288" y="19951"/>
                </a:cubicBezTo>
                <a:cubicBezTo>
                  <a:pt x="14351" y="12078"/>
                  <a:pt x="8255" y="6769"/>
                  <a:pt x="0" y="4051"/>
                </a:cubicBezTo>
                <a:lnTo>
                  <a:pt x="1422" y="0"/>
                </a:lnTo>
                <a:cubicBezTo>
                  <a:pt x="11684" y="2704"/>
                  <a:pt x="19533" y="8572"/>
                  <a:pt x="24955" y="17576"/>
                </a:cubicBezTo>
                <a:cubicBezTo>
                  <a:pt x="30378" y="26594"/>
                  <a:pt x="33082" y="37464"/>
                  <a:pt x="33082" y="50190"/>
                </a:cubicBezTo>
                <a:cubicBezTo>
                  <a:pt x="33082" y="62954"/>
                  <a:pt x="30378" y="73825"/>
                  <a:pt x="24981" y="82791"/>
                </a:cubicBezTo>
                <a:cubicBezTo>
                  <a:pt x="19571" y="91770"/>
                  <a:pt x="11722" y="97612"/>
                  <a:pt x="1422" y="100330"/>
                </a:cubicBezTo>
                <a:lnTo>
                  <a:pt x="165" y="96265"/>
                </a:lnTo>
                <a:cubicBezTo>
                  <a:pt x="8281" y="93548"/>
                  <a:pt x="14313" y="88188"/>
                  <a:pt x="18262" y="80187"/>
                </a:cubicBezTo>
                <a:cubicBezTo>
                  <a:pt x="22225" y="72186"/>
                  <a:pt x="24193" y="62001"/>
                  <a:pt x="24193" y="49657"/>
                </a:cubicBezTo>
              </a:path>
            </a:pathLst>
          </a:custGeom>
          <a:solidFill>
            <a:srgbClr val="0000FF">
              <a:alpha val="100000"/>
            </a:srgbClr>
          </a:solidFill>
        </p:spPr>
      </p:sp>
      <p:sp>
        <p:nvSpPr>
          <p:cNvPr id="307" name="VectorPath 307"/>
          <p:cNvSpPr/>
          <p:nvPr/>
        </p:nvSpPr>
        <p:spPr>
          <a:xfrm>
            <a:off x="5229568" y="3785516"/>
            <a:ext cx="33082" cy="100330"/>
          </a:xfrm>
          <a:custGeom>
            <a:rect l="l" t="t" r="r" b="b"/>
            <a:pathLst>
              <a:path w="33082" h="100330">
                <a:moveTo>
                  <a:pt x="24193" y="49657"/>
                </a:moveTo>
                <a:cubicBezTo>
                  <a:pt x="24193" y="37731"/>
                  <a:pt x="22225" y="27838"/>
                  <a:pt x="18288" y="19951"/>
                </a:cubicBezTo>
                <a:cubicBezTo>
                  <a:pt x="14351" y="12078"/>
                  <a:pt x="8255" y="6769"/>
                  <a:pt x="0" y="4051"/>
                </a:cubicBezTo>
                <a:lnTo>
                  <a:pt x="1422" y="0"/>
                </a:lnTo>
                <a:cubicBezTo>
                  <a:pt x="11697" y="2704"/>
                  <a:pt x="19533" y="8572"/>
                  <a:pt x="24955" y="17576"/>
                </a:cubicBezTo>
                <a:cubicBezTo>
                  <a:pt x="30378" y="26594"/>
                  <a:pt x="33082" y="37464"/>
                  <a:pt x="33082" y="50190"/>
                </a:cubicBezTo>
                <a:cubicBezTo>
                  <a:pt x="33082" y="62954"/>
                  <a:pt x="30378" y="73825"/>
                  <a:pt x="24981" y="82791"/>
                </a:cubicBezTo>
                <a:cubicBezTo>
                  <a:pt x="19571" y="91770"/>
                  <a:pt x="11722" y="97612"/>
                  <a:pt x="1422" y="100330"/>
                </a:cubicBezTo>
                <a:lnTo>
                  <a:pt x="165" y="96265"/>
                </a:lnTo>
                <a:cubicBezTo>
                  <a:pt x="8281" y="93548"/>
                  <a:pt x="14313" y="88188"/>
                  <a:pt x="18262" y="80187"/>
                </a:cubicBezTo>
                <a:cubicBezTo>
                  <a:pt x="22225" y="72186"/>
                  <a:pt x="24193" y="62001"/>
                  <a:pt x="24193" y="49657"/>
                </a:cubicBezTo>
              </a:path>
            </a:pathLst>
          </a:custGeom>
          <a:solidFill>
            <a:srgbClr val="0000FF">
              <a:alpha val="100000"/>
            </a:srgbClr>
          </a:solidFill>
        </p:spPr>
      </p:sp>
      <p:pic>
        <p:nvPicPr>
          <p:cNvPr id="308" name="60AA98BF-2AAB-4979-0E1E-EBA1DC8BDE8A"/>
          <p:cNvPicPr>
            <a:picLocks noChangeAspect="1"/>
          </p:cNvPicPr>
          <p:nvPr/>
        </p:nvPicPr>
        <p:blipFill>
          <a:blip r:embed="rId79" cstate="print">
            <a:extLst>
              <a:ext uri="{980204CD-FB8F-494A-2352-7C1E87E0A6B3}"/>
            </a:extLst>
          </a:blip>
          <a:srcRect/>
          <a:stretch>
            <a:fillRect/>
          </a:stretch>
        </p:blipFill>
        <p:spPr>
          <a:xfrm>
            <a:off x="1664081" y="4085172"/>
            <a:ext cx="1552575" cy="190500"/>
          </a:xfrm>
          <a:prstGeom prst="rect">
            <a:avLst/>
          </a:prstGeom>
        </p:spPr>
      </p:pic>
      <p:sp>
        <p:nvSpPr>
          <p:cNvPr id="309" name="TextBox309"/>
          <p:cNvSpPr txBox="1"/>
          <p:nvPr/>
        </p:nvSpPr>
        <p:spPr>
          <a:xfrm>
            <a:off x="3314573" y="4105288"/>
            <a:ext cx="113843" cy="142799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81521"/>
              </a:lnSpc>
            </a:pPr>
            <a:r>
              <a:rPr lang="en-US" altLang="zh-CN" sz="1725" kern="0" spc="-25" baseline="958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=</a:t>
            </a:r>
          </a:p>
        </p:txBody>
      </p:sp>
      <p:pic>
        <p:nvPicPr>
          <p:cNvPr id="310" name="6CF7F72B-86D7-4288-6554-14E54BBBEE95"/>
          <p:cNvPicPr>
            <a:picLocks noChangeAspect="1"/>
          </p:cNvPicPr>
          <p:nvPr/>
        </p:nvPicPr>
        <p:blipFill>
          <a:blip r:embed="rId80" cstate="print">
            <a:extLst>
              <a:ext uri="{B23D50CC-0A13-49C1-0581-2004BFC0D2BA}"/>
            </a:extLst>
          </a:blip>
          <a:srcRect/>
          <a:stretch>
            <a:fillRect/>
          </a:stretch>
        </p:blipFill>
        <p:spPr>
          <a:xfrm>
            <a:off x="3201797" y="4167639"/>
            <a:ext cx="66675" cy="104775"/>
          </a:xfrm>
          <a:prstGeom prst="rect">
            <a:avLst/>
          </a:prstGeom>
        </p:spPr>
      </p:pic>
      <p:pic>
        <p:nvPicPr>
          <p:cNvPr id="311" name="E711B5EF-894E-463D-626F-AA0E6B4CBFDC"/>
          <p:cNvPicPr>
            <a:picLocks noChangeAspect="1"/>
          </p:cNvPicPr>
          <p:nvPr/>
        </p:nvPicPr>
        <p:blipFill>
          <a:blip r:embed="rId81" cstate="print">
            <a:extLst>
              <a:ext uri="{1B557C37-FB6E-424F-62F2-3BBC3A73DE20}"/>
            </a:extLst>
          </a:blip>
          <a:srcRect/>
          <a:stretch>
            <a:fillRect/>
          </a:stretch>
        </p:blipFill>
        <p:spPr>
          <a:xfrm>
            <a:off x="3692525" y="4047243"/>
            <a:ext cx="409575" cy="104775"/>
          </a:xfrm>
          <a:prstGeom prst="rect">
            <a:avLst/>
          </a:prstGeom>
        </p:spPr>
      </p:pic>
      <p:sp>
        <p:nvSpPr>
          <p:cNvPr id="312" name="VectorPath 312"/>
          <p:cNvSpPr/>
          <p:nvPr/>
        </p:nvSpPr>
        <p:spPr>
          <a:xfrm>
            <a:off x="3687496" y="4166223"/>
            <a:ext cx="75590" cy="10058"/>
          </a:xfrm>
          <a:custGeom>
            <a:rect l="l" t="t" r="r" b="b"/>
            <a:pathLst>
              <a:path w="75590" h="10058">
                <a:moveTo>
                  <a:pt x="5029" y="5029"/>
                </a:moveTo>
                <a:lnTo>
                  <a:pt x="70561" y="5029"/>
                </a:lnTo>
              </a:path>
            </a:pathLst>
          </a:custGeom>
          <a:ln w="10058" cap="sq" cmpd="sng">
            <a:solidFill>
              <a:srgbClr val="0000FF">
                <a:alpha val="100000"/>
              </a:srgbClr>
            </a:solidFill>
            <a:bevel/>
          </a:ln>
        </p:spPr>
      </p:sp>
      <p:sp>
        <p:nvSpPr>
          <p:cNvPr id="313" name="TextBox313"/>
          <p:cNvSpPr txBox="1"/>
          <p:nvPr/>
        </p:nvSpPr>
        <p:spPr>
          <a:xfrm>
            <a:off x="3544697" y="4071060"/>
            <a:ext cx="419519" cy="160275"/>
          </a:xfrm>
          <a:prstGeom prst="rect">
            <a:avLst/>
          </a:prstGeom>
          <a:noFill/>
        </p:spPr>
        <p:txBody>
          <a:bodyPr wrap="square" lIns="0" rIns="0" bIns="0" tIns="17780" rtlCol="0">
            <a:spAutoFit/>
          </a:bodyPr>
          <a:lstStyle/>
          <a:p>
            <a:pPr marL="0" marR="0" indent="0" eaLnBrk="0">
              <a:lnSpc>
                <a:spcPct val="84057"/>
              </a:lnSpc>
              <a:spcBef>
                <a:spcPts val="137"/>
              </a:spcBef>
            </a:pPr>
            <a:r>
              <a:rPr lang="en-US" altLang="zh-CN" sz="1725" kern="0" spc="-25" baseline="-6669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−</a:t>
            </a:r>
          </a:p>
        </p:txBody>
      </p:sp>
      <p:pic>
        <p:nvPicPr>
          <p:cNvPr id="314" name="D4D23A40-41A6-4DF1-1056-5DE35E8B6F2F"/>
          <p:cNvPicPr>
            <a:picLocks noChangeAspect="1"/>
          </p:cNvPicPr>
          <p:nvPr/>
        </p:nvPicPr>
        <p:blipFill>
          <a:blip r:embed="rId82" cstate="print">
            <a:extLst>
              <a:ext uri="{82CEC9AF-6B5D-4268-90C3-C4982FEA470D}"/>
            </a:extLst>
          </a:blip>
          <a:srcRect/>
          <a:stretch>
            <a:fillRect/>
          </a:stretch>
        </p:blipFill>
        <p:spPr>
          <a:xfrm>
            <a:off x="3883025" y="4103751"/>
            <a:ext cx="133350" cy="152400"/>
          </a:xfrm>
          <a:prstGeom prst="rect">
            <a:avLst/>
          </a:prstGeom>
        </p:spPr>
      </p:pic>
      <p:pic>
        <p:nvPicPr>
          <p:cNvPr id="315" name="D63CB124-DC21-4C89-1F69-1F53CC70C883"/>
          <p:cNvPicPr>
            <a:picLocks noChangeAspect="1"/>
          </p:cNvPicPr>
          <p:nvPr/>
        </p:nvPicPr>
        <p:blipFill>
          <a:blip r:embed="rId83" cstate="print">
            <a:extLst>
              <a:ext uri="{FAC276D9-17D6-4468-2687-F66ABE4ADC8B}"/>
            </a:extLst>
          </a:blip>
          <a:srcRect/>
          <a:stretch>
            <a:fillRect/>
          </a:stretch>
        </p:blipFill>
        <p:spPr>
          <a:xfrm>
            <a:off x="3692525" y="4213359"/>
            <a:ext cx="409575" cy="114300"/>
          </a:xfrm>
          <a:prstGeom prst="rect">
            <a:avLst/>
          </a:prstGeom>
        </p:spPr>
      </p:pic>
      <p:pic>
        <p:nvPicPr>
          <p:cNvPr id="316" name="8A7B893F-2496-4A47-AEA8-8774DF1DC877"/>
          <p:cNvPicPr>
            <a:picLocks noChangeAspect="1"/>
          </p:cNvPicPr>
          <p:nvPr/>
        </p:nvPicPr>
        <p:blipFill>
          <a:blip r:embed="rId84" cstate="print">
            <a:extLst>
              <a:ext uri="{461B6A6D-E051-4D52-86DE-FED90C0C4D8E}"/>
            </a:extLst>
          </a:blip>
          <a:srcRect/>
          <a:stretch>
            <a:fillRect/>
          </a:stretch>
        </p:blipFill>
        <p:spPr>
          <a:xfrm>
            <a:off x="4221353" y="4103751"/>
            <a:ext cx="95250" cy="152400"/>
          </a:xfrm>
          <a:prstGeom prst="rect">
            <a:avLst/>
          </a:prstGeom>
        </p:spPr>
      </p:pic>
      <p:sp>
        <p:nvSpPr>
          <p:cNvPr id="317" name="VectorPath 317"/>
          <p:cNvSpPr/>
          <p:nvPr/>
        </p:nvSpPr>
        <p:spPr>
          <a:xfrm>
            <a:off x="4123500" y="4076624"/>
            <a:ext cx="188290" cy="146685"/>
          </a:xfrm>
          <a:custGeom>
            <a:rect l="l" t="t" r="r" b="b"/>
            <a:pathLst>
              <a:path w="188290" h="146685">
                <a:moveTo>
                  <a:pt x="24409" y="69279"/>
                </a:moveTo>
                <a:lnTo>
                  <a:pt x="50673" y="127038"/>
                </a:lnTo>
                <a:lnTo>
                  <a:pt x="87440" y="0"/>
                </a:lnTo>
                <a:lnTo>
                  <a:pt x="188290" y="0"/>
                </a:lnTo>
                <a:lnTo>
                  <a:pt x="188290" y="10058"/>
                </a:lnTo>
                <a:lnTo>
                  <a:pt x="106413" y="10058"/>
                </a:lnTo>
                <a:lnTo>
                  <a:pt x="106413" y="10160"/>
                </a:lnTo>
                <a:lnTo>
                  <a:pt x="92939" y="10160"/>
                </a:lnTo>
                <a:lnTo>
                  <a:pt x="52908" y="146685"/>
                </a:lnTo>
                <a:lnTo>
                  <a:pt x="45694" y="146685"/>
                </a:lnTo>
                <a:lnTo>
                  <a:pt x="14884" y="80442"/>
                </a:lnTo>
                <a:lnTo>
                  <a:pt x="2311" y="86030"/>
                </a:lnTo>
                <a:lnTo>
                  <a:pt x="0" y="80442"/>
                </a:lnTo>
                <a:lnTo>
                  <a:pt x="24409" y="69279"/>
                </a:lnTo>
              </a:path>
            </a:pathLst>
          </a:custGeom>
          <a:solidFill>
            <a:srgbClr val="0000FF">
              <a:alpha val="100000"/>
            </a:srgbClr>
          </a:solidFill>
        </p:spPr>
      </p:sp>
      <p:pic>
        <p:nvPicPr>
          <p:cNvPr id="318" name="A4BF88C4-4AB3-40A2-EA51-3AA2C57A7EC1"/>
          <p:cNvPicPr>
            <a:picLocks noChangeAspect="1"/>
          </p:cNvPicPr>
          <p:nvPr/>
        </p:nvPicPr>
        <p:blipFill>
          <a:blip r:embed="rId85" cstate="print">
            <a:extLst>
              <a:ext uri="{21241425-609F-4226-3CA4-AAFA9D2D99E8}"/>
            </a:extLst>
          </a:blip>
          <a:srcRect/>
          <a:stretch>
            <a:fillRect/>
          </a:stretch>
        </p:blipFill>
        <p:spPr>
          <a:xfrm>
            <a:off x="4710557" y="4167639"/>
            <a:ext cx="76200" cy="104775"/>
          </a:xfrm>
          <a:prstGeom prst="rect">
            <a:avLst/>
          </a:prstGeom>
        </p:spPr>
      </p:pic>
      <p:sp>
        <p:nvSpPr>
          <p:cNvPr id="319" name="TextBox319"/>
          <p:cNvSpPr txBox="1"/>
          <p:nvPr/>
        </p:nvSpPr>
        <p:spPr>
          <a:xfrm>
            <a:off x="4535297" y="3980166"/>
            <a:ext cx="571875" cy="140350"/>
          </a:xfrm>
          <a:prstGeom prst="rect">
            <a:avLst/>
          </a:prstGeom>
          <a:noFill/>
        </p:spPr>
        <p:txBody>
          <a:bodyPr wrap="square" lIns="0" rIns="0" bIns="0" tIns="30480" rtlCol="0">
            <a:spAutoFit/>
          </a:bodyPr>
          <a:lstStyle/>
          <a:p>
            <a:pPr marL="0" marR="0" indent="0" eaLnBrk="0">
              <a:lnSpc>
                <a:spcPct val="83854"/>
              </a:lnSpc>
              <a:spcBef>
                <a:spcPts val="239"/>
              </a:spcBef>
              <a:spcAft>
                <a:spcPts val="68"/>
              </a:spcAft>
            </a:pPr>
            <a:r>
              <a:rPr lang="en-US" altLang="zh-CN" sz="1200" kern="0" spc="-25" baseline="-3577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'</a:t>
            </a:r>
          </a:p>
        </p:txBody>
      </p:sp>
      <p:pic>
        <p:nvPicPr>
          <p:cNvPr id="320" name="DFF30BE5-894D-4967-829F-C2E1E73C6BE3"/>
          <p:cNvPicPr>
            <a:picLocks noChangeAspect="1"/>
          </p:cNvPicPr>
          <p:nvPr/>
        </p:nvPicPr>
        <p:blipFill>
          <a:blip r:embed="rId86" cstate="print">
            <a:extLst>
              <a:ext uri="{A93887CD-29E5-4700-99B0-31D1E02481F2}"/>
            </a:extLst>
          </a:blip>
          <a:srcRect/>
          <a:stretch>
            <a:fillRect/>
          </a:stretch>
        </p:blipFill>
        <p:spPr>
          <a:xfrm>
            <a:off x="5099178" y="4048767"/>
            <a:ext cx="76200" cy="114300"/>
          </a:xfrm>
          <a:prstGeom prst="rect">
            <a:avLst/>
          </a:prstGeom>
        </p:spPr>
      </p:pic>
      <p:sp>
        <p:nvSpPr>
          <p:cNvPr id="321" name="VectorPath 321"/>
          <p:cNvSpPr/>
          <p:nvPr/>
        </p:nvSpPr>
        <p:spPr>
          <a:xfrm>
            <a:off x="4025824" y="4166223"/>
            <a:ext cx="74066" cy="10058"/>
          </a:xfrm>
          <a:custGeom>
            <a:rect l="l" t="t" r="r" b="b"/>
            <a:pathLst>
              <a:path w="74066" h="10058">
                <a:moveTo>
                  <a:pt x="5029" y="5029"/>
                </a:moveTo>
                <a:lnTo>
                  <a:pt x="69037" y="5029"/>
                </a:lnTo>
              </a:path>
            </a:pathLst>
          </a:custGeom>
          <a:ln w="10058" cap="sq" cmpd="sng">
            <a:solidFill>
              <a:srgbClr val="0000FF">
                <a:alpha val="100000"/>
              </a:srgbClr>
            </a:solidFill>
            <a:bevel/>
          </a:ln>
        </p:spPr>
      </p:sp>
      <p:pic>
        <p:nvPicPr>
          <p:cNvPr id="322" name="4DAA590F-C977-43E1-9101-44C030E41057"/>
          <p:cNvPicPr>
            <a:picLocks noChangeAspect="1"/>
          </p:cNvPicPr>
          <p:nvPr/>
        </p:nvPicPr>
        <p:blipFill>
          <a:blip r:embed="rId87" cstate="print">
            <a:extLst>
              <a:ext uri="{48598D7C-94B7-40D8-9DF8-5DD229DE7CED}"/>
            </a:extLst>
          </a:blip>
          <a:srcRect/>
          <a:stretch>
            <a:fillRect/>
          </a:stretch>
        </p:blipFill>
        <p:spPr>
          <a:xfrm>
            <a:off x="4311256" y="4103751"/>
            <a:ext cx="161925" cy="152400"/>
          </a:xfrm>
          <a:prstGeom prst="rect">
            <a:avLst/>
          </a:prstGeom>
        </p:spPr>
      </p:pic>
      <p:pic>
        <p:nvPicPr>
          <p:cNvPr id="323" name="9A041E7F-84F5-4D46-DA60-D5ABCEA1DB54"/>
          <p:cNvPicPr>
            <a:picLocks noChangeAspect="1"/>
          </p:cNvPicPr>
          <p:nvPr/>
        </p:nvPicPr>
        <p:blipFill>
          <a:blip r:embed="rId88" cstate="print">
            <a:extLst>
              <a:ext uri="{62CA8B4E-ADA1-41B1-E46D-2DD9578477BE}"/>
            </a:extLst>
          </a:blip>
          <a:srcRect/>
          <a:stretch>
            <a:fillRect/>
          </a:stretch>
        </p:blipFill>
        <p:spPr>
          <a:xfrm>
            <a:off x="4567301" y="4105288"/>
            <a:ext cx="152400" cy="152400"/>
          </a:xfrm>
          <a:prstGeom prst="rect">
            <a:avLst/>
          </a:prstGeom>
        </p:spPr>
      </p:pic>
      <p:sp>
        <p:nvSpPr>
          <p:cNvPr id="324" name="TextBox324"/>
          <p:cNvSpPr txBox="1"/>
          <p:nvPr/>
        </p:nvSpPr>
        <p:spPr>
          <a:xfrm>
            <a:off x="4025824" y="4071060"/>
            <a:ext cx="964149" cy="161682"/>
          </a:xfrm>
          <a:prstGeom prst="rect">
            <a:avLst/>
          </a:prstGeom>
          <a:noFill/>
        </p:spPr>
        <p:txBody>
          <a:bodyPr wrap="square" lIns="0" rIns="0" bIns="0" tIns="19050" rtlCol="0">
            <a:spAutoFit/>
          </a:bodyPr>
          <a:lstStyle/>
          <a:p>
            <a:pPr marL="690152" marR="0" indent="0" eaLnBrk="0">
              <a:lnSpc>
                <a:spcPct val="85144"/>
              </a:lnSpc>
              <a:spcBef>
                <a:spcPts val="148"/>
              </a:spcBef>
            </a:pPr>
            <a:r>
              <a:rPr lang="en-US" altLang="zh-CN" sz="1725" kern="0" spc="0" baseline="-6385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=</a:t>
            </a:r>
            <a:r>
              <a:rPr baseline="-6385" lang="en-US" altLang="zh-CN" sz="1725" kern="0" spc="-2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725" kern="0" spc="0" baseline="-6385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(</a:t>
            </a:r>
          </a:p>
        </p:txBody>
      </p:sp>
      <p:sp>
        <p:nvSpPr>
          <p:cNvPr id="325" name="VectorPath 325"/>
          <p:cNvSpPr/>
          <p:nvPr/>
        </p:nvSpPr>
        <p:spPr>
          <a:xfrm>
            <a:off x="5062144" y="4167746"/>
            <a:ext cx="139471" cy="10058"/>
          </a:xfrm>
          <a:custGeom>
            <a:rect l="l" t="t" r="r" b="b"/>
            <a:pathLst>
              <a:path w="139471" h="10058">
                <a:moveTo>
                  <a:pt x="5029" y="5029"/>
                </a:moveTo>
                <a:lnTo>
                  <a:pt x="134442" y="5029"/>
                </a:lnTo>
              </a:path>
            </a:pathLst>
          </a:custGeom>
          <a:ln w="10058" cap="sq" cmpd="sng">
            <a:solidFill>
              <a:srgbClr val="0000FF">
                <a:alpha val="100000"/>
              </a:srgbClr>
            </a:solidFill>
            <a:bevel/>
          </a:ln>
        </p:spPr>
      </p:sp>
      <p:pic>
        <p:nvPicPr>
          <p:cNvPr id="326" name="C0EDBE02-79F3-4438-A902-4F4B616F0A36"/>
          <p:cNvPicPr>
            <a:picLocks noChangeAspect="1"/>
          </p:cNvPicPr>
          <p:nvPr/>
        </p:nvPicPr>
        <p:blipFill>
          <a:blip r:embed="rId89" cstate="print">
            <a:extLst>
              <a:ext uri="{969D4AC3-7849-448E-5DF4-C12F9BD42D98}"/>
            </a:extLst>
          </a:blip>
          <a:srcRect/>
          <a:stretch>
            <a:fillRect/>
          </a:stretch>
        </p:blipFill>
        <p:spPr>
          <a:xfrm>
            <a:off x="5067173" y="4214883"/>
            <a:ext cx="142875" cy="114300"/>
          </a:xfrm>
          <a:prstGeom prst="rect">
            <a:avLst/>
          </a:prstGeom>
        </p:spPr>
      </p:pic>
      <p:sp>
        <p:nvSpPr>
          <p:cNvPr id="327" name="VectorPath 327"/>
          <p:cNvSpPr/>
          <p:nvPr/>
        </p:nvSpPr>
        <p:spPr>
          <a:xfrm>
            <a:off x="3785680" y="4076624"/>
            <a:ext cx="188290" cy="146685"/>
          </a:xfrm>
          <a:custGeom>
            <a:rect l="l" t="t" r="r" b="b"/>
            <a:pathLst>
              <a:path w="188290" h="146685">
                <a:moveTo>
                  <a:pt x="24409" y="69279"/>
                </a:moveTo>
                <a:lnTo>
                  <a:pt x="50673" y="127038"/>
                </a:lnTo>
                <a:lnTo>
                  <a:pt x="87440" y="0"/>
                </a:lnTo>
                <a:lnTo>
                  <a:pt x="188290" y="0"/>
                </a:lnTo>
                <a:lnTo>
                  <a:pt x="188290" y="10058"/>
                </a:lnTo>
                <a:lnTo>
                  <a:pt x="106413" y="10058"/>
                </a:lnTo>
                <a:lnTo>
                  <a:pt x="106413" y="10160"/>
                </a:lnTo>
                <a:lnTo>
                  <a:pt x="92939" y="10160"/>
                </a:lnTo>
                <a:lnTo>
                  <a:pt x="52908" y="146685"/>
                </a:lnTo>
                <a:lnTo>
                  <a:pt x="45694" y="146685"/>
                </a:lnTo>
                <a:lnTo>
                  <a:pt x="14884" y="80442"/>
                </a:lnTo>
                <a:lnTo>
                  <a:pt x="2311" y="86030"/>
                </a:lnTo>
                <a:lnTo>
                  <a:pt x="0" y="80442"/>
                </a:lnTo>
                <a:lnTo>
                  <a:pt x="24409" y="69279"/>
                </a:lnTo>
              </a:path>
            </a:pathLst>
          </a:custGeom>
          <a:solidFill>
            <a:srgbClr val="0000FF">
              <a:alpha val="100000"/>
            </a:srgbClr>
          </a:solidFill>
        </p:spPr>
      </p:sp>
      <p:sp>
        <p:nvSpPr>
          <p:cNvPr id="328" name="VectorPath 328"/>
          <p:cNvSpPr/>
          <p:nvPr/>
        </p:nvSpPr>
        <p:spPr>
          <a:xfrm>
            <a:off x="4465498" y="4045255"/>
            <a:ext cx="56705" cy="251371"/>
          </a:xfrm>
          <a:custGeom>
            <a:rect l="l" t="t" r="r" b="b"/>
            <a:pathLst>
              <a:path w="56705" h="251371">
                <a:moveTo>
                  <a:pt x="2375" y="0"/>
                </a:moveTo>
                <a:cubicBezTo>
                  <a:pt x="18999" y="8433"/>
                  <a:pt x="32207" y="23914"/>
                  <a:pt x="42012" y="46431"/>
                </a:cubicBezTo>
                <a:cubicBezTo>
                  <a:pt x="51803" y="68961"/>
                  <a:pt x="56705" y="95352"/>
                  <a:pt x="56705" y="125616"/>
                </a:cubicBezTo>
                <a:cubicBezTo>
                  <a:pt x="56705" y="155677"/>
                  <a:pt x="51803" y="182067"/>
                  <a:pt x="42012" y="204788"/>
                </a:cubicBezTo>
                <a:cubicBezTo>
                  <a:pt x="32207" y="227508"/>
                  <a:pt x="18999" y="243040"/>
                  <a:pt x="2375" y="251371"/>
                </a:cubicBezTo>
                <a:lnTo>
                  <a:pt x="0" y="245415"/>
                </a:lnTo>
                <a:cubicBezTo>
                  <a:pt x="13297" y="236791"/>
                  <a:pt x="23698" y="221958"/>
                  <a:pt x="31217" y="200927"/>
                </a:cubicBezTo>
                <a:cubicBezTo>
                  <a:pt x="38735" y="179883"/>
                  <a:pt x="42494" y="154838"/>
                  <a:pt x="42494" y="125768"/>
                </a:cubicBezTo>
                <a:cubicBezTo>
                  <a:pt x="42494" y="96152"/>
                  <a:pt x="38710" y="70930"/>
                  <a:pt x="31141" y="50127"/>
                </a:cubicBezTo>
                <a:cubicBezTo>
                  <a:pt x="23571" y="29311"/>
                  <a:pt x="13195" y="14592"/>
                  <a:pt x="0" y="5956"/>
                </a:cubicBezTo>
                <a:lnTo>
                  <a:pt x="2375" y="0"/>
                </a:lnTo>
              </a:path>
            </a:pathLst>
          </a:custGeom>
          <a:solidFill>
            <a:srgbClr val="0000FF">
              <a:alpha val="100000"/>
            </a:srgbClr>
          </a:solidFill>
        </p:spPr>
      </p:sp>
      <p:pic>
        <p:nvPicPr>
          <p:cNvPr id="329" name="06271AFB-D45C-40BA-D014-A2864AE7BF68"/>
          <p:cNvPicPr>
            <a:picLocks noChangeAspect="1"/>
          </p:cNvPicPr>
          <p:nvPr/>
        </p:nvPicPr>
        <p:blipFill>
          <a:blip r:embed="rId90" cstate="print">
            <a:extLst>
              <a:ext uri="{4588C9C1-F531-4042-8414-95D21E99113B}"/>
            </a:extLst>
          </a:blip>
          <a:srcRect/>
          <a:stretch>
            <a:fillRect/>
          </a:stretch>
        </p:blipFill>
        <p:spPr>
          <a:xfrm>
            <a:off x="5323205" y="4105288"/>
            <a:ext cx="104775" cy="152400"/>
          </a:xfrm>
          <a:prstGeom prst="rect">
            <a:avLst/>
          </a:prstGeom>
        </p:spPr>
      </p:pic>
      <p:sp>
        <p:nvSpPr>
          <p:cNvPr id="330" name="VectorPath 330"/>
          <p:cNvSpPr/>
          <p:nvPr/>
        </p:nvSpPr>
        <p:spPr>
          <a:xfrm>
            <a:off x="5225225" y="4077894"/>
            <a:ext cx="188290" cy="146685"/>
          </a:xfrm>
          <a:custGeom>
            <a:rect l="l" t="t" r="r" b="b"/>
            <a:pathLst>
              <a:path w="188290" h="146685">
                <a:moveTo>
                  <a:pt x="24409" y="69279"/>
                </a:moveTo>
                <a:lnTo>
                  <a:pt x="50673" y="127038"/>
                </a:lnTo>
                <a:lnTo>
                  <a:pt x="87440" y="0"/>
                </a:lnTo>
                <a:lnTo>
                  <a:pt x="188290" y="0"/>
                </a:lnTo>
                <a:lnTo>
                  <a:pt x="188290" y="10058"/>
                </a:lnTo>
                <a:lnTo>
                  <a:pt x="106413" y="10058"/>
                </a:lnTo>
                <a:lnTo>
                  <a:pt x="106413" y="10160"/>
                </a:lnTo>
                <a:lnTo>
                  <a:pt x="92939" y="10160"/>
                </a:lnTo>
                <a:lnTo>
                  <a:pt x="52908" y="146685"/>
                </a:lnTo>
                <a:lnTo>
                  <a:pt x="45694" y="146685"/>
                </a:lnTo>
                <a:lnTo>
                  <a:pt x="14884" y="80442"/>
                </a:lnTo>
                <a:lnTo>
                  <a:pt x="2311" y="86030"/>
                </a:lnTo>
                <a:lnTo>
                  <a:pt x="0" y="80442"/>
                </a:lnTo>
                <a:lnTo>
                  <a:pt x="24409" y="69279"/>
                </a:lnTo>
              </a:path>
            </a:pathLst>
          </a:custGeom>
          <a:solidFill>
            <a:srgbClr val="0000FF">
              <a:alpha val="100000"/>
            </a:srgbClr>
          </a:solidFill>
        </p:spPr>
      </p:sp>
      <p:pic>
        <p:nvPicPr>
          <p:cNvPr id="331" name="C02B2D0D-54B4-4102-4C2E-14BA364B2D49"/>
          <p:cNvPicPr>
            <a:picLocks noChangeAspect="1"/>
          </p:cNvPicPr>
          <p:nvPr/>
        </p:nvPicPr>
        <p:blipFill>
          <a:blip r:embed="rId91" cstate="print">
            <a:extLst>
              <a:ext uri="{3FA89674-0FB1-4C0D-F86D-D8FBB6D14BEC}"/>
            </a:extLst>
          </a:blip>
          <a:srcRect/>
          <a:stretch>
            <a:fillRect/>
          </a:stretch>
        </p:blipFill>
        <p:spPr>
          <a:xfrm>
            <a:off x="5503037" y="4047243"/>
            <a:ext cx="76200" cy="104775"/>
          </a:xfrm>
          <a:prstGeom prst="rect">
            <a:avLst/>
          </a:prstGeom>
        </p:spPr>
      </p:pic>
      <p:pic>
        <p:nvPicPr>
          <p:cNvPr id="332" name="3BFD9CA4-5315-4679-1AFC-69642DA77147"/>
          <p:cNvPicPr>
            <a:picLocks noChangeAspect="1"/>
          </p:cNvPicPr>
          <p:nvPr/>
        </p:nvPicPr>
        <p:blipFill>
          <a:blip r:embed="rId92" cstate="print">
            <a:extLst>
              <a:ext uri="{70A6DA35-BFC4-47E6-9DBE-9748E8954D65}"/>
            </a:extLst>
          </a:blip>
          <a:srcRect/>
          <a:stretch>
            <a:fillRect/>
          </a:stretch>
        </p:blipFill>
        <p:spPr>
          <a:xfrm>
            <a:off x="6062345" y="4105288"/>
            <a:ext cx="104775" cy="152400"/>
          </a:xfrm>
          <a:prstGeom prst="rect">
            <a:avLst/>
          </a:prstGeom>
        </p:spPr>
      </p:pic>
      <p:sp>
        <p:nvSpPr>
          <p:cNvPr id="333" name="VectorPath 333"/>
          <p:cNvSpPr/>
          <p:nvPr/>
        </p:nvSpPr>
        <p:spPr>
          <a:xfrm>
            <a:off x="5965635" y="4077894"/>
            <a:ext cx="188290" cy="146685"/>
          </a:xfrm>
          <a:custGeom>
            <a:rect l="l" t="t" r="r" b="b"/>
            <a:pathLst>
              <a:path w="188290" h="146685">
                <a:moveTo>
                  <a:pt x="24409" y="69279"/>
                </a:moveTo>
                <a:lnTo>
                  <a:pt x="50673" y="127038"/>
                </a:lnTo>
                <a:lnTo>
                  <a:pt x="87440" y="0"/>
                </a:lnTo>
                <a:lnTo>
                  <a:pt x="188290" y="0"/>
                </a:lnTo>
                <a:lnTo>
                  <a:pt x="188290" y="10058"/>
                </a:lnTo>
                <a:lnTo>
                  <a:pt x="106413" y="10058"/>
                </a:lnTo>
                <a:lnTo>
                  <a:pt x="106413" y="10160"/>
                </a:lnTo>
                <a:lnTo>
                  <a:pt x="92939" y="10160"/>
                </a:lnTo>
                <a:lnTo>
                  <a:pt x="52908" y="146685"/>
                </a:lnTo>
                <a:lnTo>
                  <a:pt x="45694" y="146685"/>
                </a:lnTo>
                <a:lnTo>
                  <a:pt x="14884" y="80442"/>
                </a:lnTo>
                <a:lnTo>
                  <a:pt x="2311" y="86030"/>
                </a:lnTo>
                <a:lnTo>
                  <a:pt x="0" y="80442"/>
                </a:lnTo>
                <a:lnTo>
                  <a:pt x="24409" y="69279"/>
                </a:lnTo>
              </a:path>
            </a:pathLst>
          </a:custGeom>
          <a:solidFill>
            <a:srgbClr val="0000FF">
              <a:alpha val="100000"/>
            </a:srgbClr>
          </a:solidFill>
        </p:spPr>
      </p:sp>
      <p:pic>
        <p:nvPicPr>
          <p:cNvPr id="334" name="852EB303-BA1E-4D12-668D-81348AD687AC"/>
          <p:cNvPicPr>
            <a:picLocks noChangeAspect="1"/>
          </p:cNvPicPr>
          <p:nvPr/>
        </p:nvPicPr>
        <p:blipFill>
          <a:blip r:embed="rId93" cstate="print">
            <a:extLst>
              <a:ext uri="{C4B8A242-E925-4A7D-E138-6299B711C637}"/>
            </a:extLst>
          </a:blip>
          <a:srcRect/>
          <a:stretch>
            <a:fillRect/>
          </a:stretch>
        </p:blipFill>
        <p:spPr>
          <a:xfrm>
            <a:off x="5725541" y="4105288"/>
            <a:ext cx="95250" cy="152400"/>
          </a:xfrm>
          <a:prstGeom prst="rect">
            <a:avLst/>
          </a:prstGeom>
        </p:spPr>
      </p:pic>
      <p:sp>
        <p:nvSpPr>
          <p:cNvPr id="335" name="VectorPath 335"/>
          <p:cNvSpPr/>
          <p:nvPr/>
        </p:nvSpPr>
        <p:spPr>
          <a:xfrm>
            <a:off x="5627815" y="4077894"/>
            <a:ext cx="188290" cy="146685"/>
          </a:xfrm>
          <a:custGeom>
            <a:rect l="l" t="t" r="r" b="b"/>
            <a:pathLst>
              <a:path w="188290" h="146685">
                <a:moveTo>
                  <a:pt x="24409" y="69279"/>
                </a:moveTo>
                <a:lnTo>
                  <a:pt x="50673" y="127038"/>
                </a:lnTo>
                <a:lnTo>
                  <a:pt x="87440" y="0"/>
                </a:lnTo>
                <a:lnTo>
                  <a:pt x="188290" y="0"/>
                </a:lnTo>
                <a:lnTo>
                  <a:pt x="188290" y="10058"/>
                </a:lnTo>
                <a:lnTo>
                  <a:pt x="106413" y="10058"/>
                </a:lnTo>
                <a:lnTo>
                  <a:pt x="106413" y="10160"/>
                </a:lnTo>
                <a:lnTo>
                  <a:pt x="92939" y="10160"/>
                </a:lnTo>
                <a:lnTo>
                  <a:pt x="52908" y="146685"/>
                </a:lnTo>
                <a:lnTo>
                  <a:pt x="45694" y="146685"/>
                </a:lnTo>
                <a:lnTo>
                  <a:pt x="14884" y="80442"/>
                </a:lnTo>
                <a:lnTo>
                  <a:pt x="2311" y="86030"/>
                </a:lnTo>
                <a:lnTo>
                  <a:pt x="0" y="80442"/>
                </a:lnTo>
                <a:lnTo>
                  <a:pt x="24409" y="69279"/>
                </a:lnTo>
              </a:path>
            </a:pathLst>
          </a:custGeom>
          <a:solidFill>
            <a:srgbClr val="0000FF">
              <a:alpha val="100000"/>
            </a:srgbClr>
          </a:solidFill>
        </p:spPr>
      </p:sp>
      <p:sp>
        <p:nvSpPr>
          <p:cNvPr id="336" name="VectorPath 336"/>
          <p:cNvSpPr/>
          <p:nvPr/>
        </p:nvSpPr>
        <p:spPr>
          <a:xfrm>
            <a:off x="5466004" y="4166223"/>
            <a:ext cx="138075" cy="10058"/>
          </a:xfrm>
          <a:custGeom>
            <a:rect l="l" t="t" r="r" b="b"/>
            <a:pathLst>
              <a:path w="138075" h="10058">
                <a:moveTo>
                  <a:pt x="5029" y="5029"/>
                </a:moveTo>
                <a:lnTo>
                  <a:pt x="133045" y="5029"/>
                </a:lnTo>
              </a:path>
            </a:pathLst>
          </a:custGeom>
          <a:ln w="10058" cap="sq" cmpd="sng">
            <a:solidFill>
              <a:srgbClr val="0000FF">
                <a:alpha val="100000"/>
              </a:srgbClr>
            </a:solidFill>
            <a:bevel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7" name="TextBox337"/>
              <p:cNvSpPr txBox="1"/>
              <p:nvPr/>
            </p:nvSpPr>
            <p:spPr>
              <a:xfrm>
                <a:off x="5413109" y="4072597"/>
                <a:ext cx="840638" cy="175164"/>
              </a:xfrm>
              <a:prstGeom prst="rect">
                <a:avLst/>
              </a:prstGeom>
              <a:noFill/>
            </p:spPr>
            <p:txBody>
              <a:bodyPr wrap="square" lIns="0" rIns="0" bIns="0" tIns="0" rtlCol="0">
                <a:spAutoFit/>
              </a:bodyPr>
              <a:lstStyle/>
              <a:p>
                <a:pPr marL="0" marR="0" indent="0" eaLnBrk="0">
                  <a:lnSpc>
                    <a:spcPct val="73600"/>
                  </a:lnSpc>
                  <a:spcBef>
                    <a:spcPts val="0"/>
                  </a:spcBef>
                </a:pPr>
                <a:r>
                  <a:rPr lang="en-US" altLang="zh-CN" sz="1725" kern="0" spc="0" baseline="870" noProof="0" dirty="0" smtClean="0">
                    <a:solidFill>
                      <a:srgbClr val="0000FF"/>
                    </a:solidFill>
                    <a:latin typeface="Cambria Math" pitchFamily="18" charset="0"/>
                    <a:ea typeface="Cambria Math" pitchFamily="18" charset="0"/>
                    <a:cs typeface="Cambria Math" pitchFamily="18" charset="0"/>
                  </a:rPr>
                  <a:t>,</a:t>
                </a:r>
                <a:r>
                  <a:rPr baseline="870" lang="en-US" altLang="zh-CN" sz="1725" kern="0" spc="3990" noProof="0" dirty="0" smtClean="0">
                    <a:latin typeface="Cambria Math" pitchFamily="18" charset="0"/>
                    <a:ea typeface="Cambria Math" pitchFamily="18" charset="0"/>
                    <a:cs typeface="Cambria Math" pitchFamily="18" charset="0"/>
                  </a:rPr>
                  <a:t> </a:t>
                </a:r>
                <a:r>
                  <a:rPr lang="en-US" altLang="zh-CN" sz="1725" kern="0" spc="5" baseline="870" noProof="0" dirty="0" smtClean="0">
                    <a:solidFill>
                      <a:srgbClr val="0000FF"/>
                    </a:solidFill>
                    <a:latin typeface="Cambria Math" pitchFamily="18" charset="0"/>
                    <a:ea typeface="Cambria Math" pitchFamily="18" charset="0"/>
                    <a:cs typeface="Cambria Math" pitchFamily="18" charset="0"/>
                  </a:rPr>
                  <a:t>,</a:t>
                </a:r>
                <a:r>
                  <a:rPr baseline="870" lang="en-US" altLang="zh-CN" sz="1725" kern="0" spc="0" noProof="0" dirty="0" smtClean="0">
                    <a:latin typeface="Cambria Math" pitchFamily="18" charset="0"/>
                    <a:ea typeface="Cambria Math" pitchFamily="18" charset="0"/>
                    <a:cs typeface="Cambria Math" pitchFamily="18" charset="0"/>
                  </a:rPr>
                  <a:t> </a:t>
                </a: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f>
                        <m:num>
                          <m:r>
                            <a:rPr lang="en-US" altLang="zh-CN" sz="1067" kern="0" spc="-40" baseline="0" noProof="0" dirty="0" smtClean="0">
                              <a:solidFill>
                                <a:srgbClr val="0000FF"/>
                              </a:solidFill>
                              <a:latin typeface="Cambria Math" pitchFamily="18" charset="0"/>
                              <a:ea typeface="Cambria Math" pitchFamily="18" charset="0"/>
                              <a:cs typeface="Cambria Math" pitchFamily="18" charset="0"/>
                            </a:rPr>
                            <m:t>�</m:t>
                          </m:r>
                        </m:num>
                        <m:den>
                          <m:r>
                            <a:rPr lang="en-US" altLang="zh-CN" sz="1067" kern="0" spc="-15" baseline="0" noProof="0" dirty="0" smtClean="0">
                              <a:solidFill>
                                <a:srgbClr val="0000FF"/>
                              </a:solidFill>
                              <a:latin typeface="Cambria Math" pitchFamily="18" charset="0"/>
                              <a:ea typeface="Cambria Math" pitchFamily="18" charset="0"/>
                              <a:cs typeface="Cambria Math" pitchFamily="18" charset="0"/>
                            </a:rPr>
                            <m:t>�</m:t>
                          </m:r>
                        </m:den>
                      </m:f>
                    </m:oMath>
                  </m:oMathPara>
                </a14:m>
                <a:r>
                  <a:rPr baseline="870" lang="en-US" altLang="zh-CN" sz="1725" kern="0" spc="0" noProof="0" dirty="0" smtClean="0">
                    <a:latin typeface="Cambria Math" pitchFamily="18" charset="0"/>
                    <a:ea typeface="Cambria Math" pitchFamily="18" charset="0"/>
                    <a:cs typeface="Cambria Math" pitchFamily="18" charset="0"/>
                  </a:rPr>
                  <a:t> </a:t>
                </a:r>
                <a:r>
                  <a:rPr lang="en-US" altLang="zh-CN" sz="1725" kern="0" spc="5" baseline="870" noProof="0" dirty="0" smtClean="0">
                    <a:solidFill>
                      <a:srgbClr val="0000FF"/>
                    </a:solidFill>
                    <a:latin typeface="Cambria Math" pitchFamily="18" charset="0"/>
                    <a:ea typeface="Cambria Math" pitchFamily="18" charset="0"/>
                    <a:cs typeface="Cambria Math" pitchFamily="18" charset="0"/>
                  </a:rPr>
                  <a:t>)</a:t>
                </a:r>
                <a:r>
                  <a:rPr lang="en-US" altLang="zh-CN" sz="1725" kern="0" spc="0" baseline="870" noProof="0" dirty="0" smtClean="0">
                    <a:solidFill>
                      <a:srgbClr val="0000FF"/>
                    </a:solidFill>
                    <a:latin typeface="Cambria Math" pitchFamily="18" charset="0"/>
                    <a:ea typeface="Cambria Math" pitchFamily="18" charset="0"/>
                    <a:cs typeface="Cambria Math" pitchFamily="18" charset="0"/>
                  </a:rPr>
                  <a:t>'</a:t>
                </a:r>
              </a:p>
            </p:txBody>
          </p:sp>
        </mc:Choice>
      </mc:AlternateContent>
      <p:pic>
        <p:nvPicPr>
          <p:cNvPr id="338" name="C1F07985-BFA8-47BB-7795-396E6EAB9405"/>
          <p:cNvPicPr>
            <a:picLocks noChangeAspect="1"/>
          </p:cNvPicPr>
          <p:nvPr/>
        </p:nvPicPr>
        <p:blipFill>
          <a:blip r:embed="rId94" cstate="print">
            <a:extLst>
              <a:ext uri="{56D0D714-59F3-46F3-3887-3426E702E06C}"/>
            </a:extLst>
          </a:blip>
          <a:srcRect/>
          <a:stretch>
            <a:fillRect/>
          </a:stretch>
        </p:blipFill>
        <p:spPr>
          <a:xfrm>
            <a:off x="5469497" y="4213359"/>
            <a:ext cx="133350" cy="114300"/>
          </a:xfrm>
          <a:prstGeom prst="rect">
            <a:avLst/>
          </a:prstGeom>
        </p:spPr>
      </p:pic>
      <p:sp>
        <p:nvSpPr>
          <p:cNvPr id="339" name="VectorPath 339"/>
          <p:cNvSpPr/>
          <p:nvPr/>
        </p:nvSpPr>
        <p:spPr>
          <a:xfrm>
            <a:off x="3484131" y="4045255"/>
            <a:ext cx="56705" cy="251371"/>
          </a:xfrm>
          <a:custGeom>
            <a:rect l="l" t="t" r="r" b="b"/>
            <a:pathLst>
              <a:path w="56705" h="251371">
                <a:moveTo>
                  <a:pt x="54254" y="0"/>
                </a:moveTo>
                <a:lnTo>
                  <a:pt x="56705" y="5956"/>
                </a:lnTo>
                <a:cubicBezTo>
                  <a:pt x="43510" y="14592"/>
                  <a:pt x="33134" y="29311"/>
                  <a:pt x="25565" y="50127"/>
                </a:cubicBezTo>
                <a:cubicBezTo>
                  <a:pt x="18009" y="70930"/>
                  <a:pt x="14224" y="96152"/>
                  <a:pt x="14224" y="125768"/>
                </a:cubicBezTo>
                <a:cubicBezTo>
                  <a:pt x="14224" y="154838"/>
                  <a:pt x="17971" y="179883"/>
                  <a:pt x="25464" y="200927"/>
                </a:cubicBezTo>
                <a:cubicBezTo>
                  <a:pt x="32944" y="221958"/>
                  <a:pt x="43371" y="236791"/>
                  <a:pt x="56705" y="245415"/>
                </a:cubicBezTo>
                <a:lnTo>
                  <a:pt x="54254" y="251371"/>
                </a:lnTo>
                <a:cubicBezTo>
                  <a:pt x="37681" y="243040"/>
                  <a:pt x="24499" y="227508"/>
                  <a:pt x="14706" y="204788"/>
                </a:cubicBezTo>
                <a:cubicBezTo>
                  <a:pt x="4902" y="182067"/>
                  <a:pt x="0" y="155677"/>
                  <a:pt x="0" y="125616"/>
                </a:cubicBezTo>
                <a:cubicBezTo>
                  <a:pt x="0" y="95352"/>
                  <a:pt x="4902" y="68961"/>
                  <a:pt x="14706" y="46431"/>
                </a:cubicBezTo>
                <a:cubicBezTo>
                  <a:pt x="24499" y="23914"/>
                  <a:pt x="37681" y="8433"/>
                  <a:pt x="54254" y="0"/>
                </a:cubicBezTo>
              </a:path>
            </a:pathLst>
          </a:custGeom>
          <a:solidFill>
            <a:srgbClr val="0000FF">
              <a:alpha val="100000"/>
            </a:srgbClr>
          </a:solidFill>
        </p:spPr>
      </p:sp>
      <p:sp>
        <p:nvSpPr>
          <p:cNvPr id="340" name="VectorPath 340"/>
          <p:cNvSpPr/>
          <p:nvPr/>
        </p:nvSpPr>
        <p:spPr>
          <a:xfrm>
            <a:off x="3174238" y="4421264"/>
            <a:ext cx="76187" cy="450215"/>
          </a:xfrm>
          <a:custGeom>
            <a:rect l="l" t="t" r="r" b="b"/>
            <a:pathLst>
              <a:path w="76187" h="450215">
                <a:moveTo>
                  <a:pt x="76187" y="5296"/>
                </a:moveTo>
                <a:cubicBezTo>
                  <a:pt x="56096" y="27749"/>
                  <a:pt x="40907" y="57937"/>
                  <a:pt x="30645" y="95860"/>
                </a:cubicBezTo>
                <a:cubicBezTo>
                  <a:pt x="20371" y="133769"/>
                  <a:pt x="15240" y="176809"/>
                  <a:pt x="15240" y="224968"/>
                </a:cubicBezTo>
                <a:cubicBezTo>
                  <a:pt x="15240" y="273367"/>
                  <a:pt x="20371" y="316522"/>
                  <a:pt x="30645" y="354406"/>
                </a:cubicBezTo>
                <a:cubicBezTo>
                  <a:pt x="40907" y="392303"/>
                  <a:pt x="56096" y="422478"/>
                  <a:pt x="76187" y="444945"/>
                </a:cubicBezTo>
                <a:lnTo>
                  <a:pt x="71425" y="450215"/>
                </a:lnTo>
                <a:cubicBezTo>
                  <a:pt x="49009" y="428256"/>
                  <a:pt x="31496" y="398120"/>
                  <a:pt x="18897" y="359829"/>
                </a:cubicBezTo>
                <a:cubicBezTo>
                  <a:pt x="6299" y="321551"/>
                  <a:pt x="0" y="276542"/>
                  <a:pt x="0" y="224815"/>
                </a:cubicBezTo>
                <a:cubicBezTo>
                  <a:pt x="0" y="173482"/>
                  <a:pt x="6299" y="128676"/>
                  <a:pt x="18897" y="90373"/>
                </a:cubicBezTo>
                <a:cubicBezTo>
                  <a:pt x="31496" y="52108"/>
                  <a:pt x="49009" y="21971"/>
                  <a:pt x="71425" y="0"/>
                </a:cubicBezTo>
                <a:lnTo>
                  <a:pt x="76187" y="5296"/>
                </a:lnTo>
              </a:path>
            </a:pathLst>
          </a:custGeom>
          <a:solidFill>
            <a:srgbClr val="0000FF">
              <a:alpha val="100000"/>
            </a:srgbClr>
          </a:solidFill>
        </p:spPr>
      </p:sp>
      <p:pic>
        <p:nvPicPr>
          <p:cNvPr id="341" name="D2795298-7D8D-4B4B-5CFA-0FA47431256B"/>
          <p:cNvPicPr>
            <a:picLocks noChangeAspect="1"/>
          </p:cNvPicPr>
          <p:nvPr/>
        </p:nvPicPr>
        <p:blipFill>
          <a:blip r:embed="rId95" cstate="print">
            <a:extLst>
              <a:ext uri="{EA001C4D-E190-4E6E-7475-E2C9D0909784}"/>
            </a:extLst>
          </a:blip>
          <a:srcRect/>
          <a:stretch>
            <a:fillRect/>
          </a:stretch>
        </p:blipFill>
        <p:spPr>
          <a:xfrm>
            <a:off x="1664081" y="4529265"/>
            <a:ext cx="666750" cy="228600"/>
          </a:xfrm>
          <a:prstGeom prst="rect">
            <a:avLst/>
          </a:prstGeom>
        </p:spPr>
      </p:pic>
      <p:pic>
        <p:nvPicPr>
          <p:cNvPr id="342" name="49C322A0-246D-4784-0657-E9A8D3F37007"/>
          <p:cNvPicPr>
            <a:picLocks noChangeAspect="1"/>
          </p:cNvPicPr>
          <p:nvPr/>
        </p:nvPicPr>
        <p:blipFill>
          <a:blip r:embed="rId96" cstate="print">
            <a:extLst>
              <a:ext uri="{AB934D33-4C71-491B-E1E3-1306A40BE8D8}"/>
            </a:extLst>
          </a:blip>
          <a:srcRect/>
          <a:stretch>
            <a:fillRect/>
          </a:stretch>
        </p:blipFill>
        <p:spPr>
          <a:xfrm>
            <a:off x="2397125" y="4579252"/>
            <a:ext cx="733425" cy="152400"/>
          </a:xfrm>
          <a:prstGeom prst="rect">
            <a:avLst/>
          </a:prstGeom>
        </p:spPr>
      </p:pic>
      <p:pic>
        <p:nvPicPr>
          <p:cNvPr id="343" name="419F26C4-03D9-4E76-1C53-F8F90BBA45CA"/>
          <p:cNvPicPr>
            <a:picLocks noChangeAspect="1"/>
          </p:cNvPicPr>
          <p:nvPr/>
        </p:nvPicPr>
        <p:blipFill>
          <a:blip r:embed="rId97" cstate="print">
            <a:extLst>
              <a:ext uri="{6D476349-D636-4876-696F-06A1E88B825F}"/>
            </a:extLst>
          </a:blip>
          <a:srcRect/>
          <a:stretch>
            <a:fillRect/>
          </a:stretch>
        </p:blipFill>
        <p:spPr>
          <a:xfrm>
            <a:off x="3367913" y="4586872"/>
            <a:ext cx="104775" cy="152400"/>
          </a:xfrm>
          <a:prstGeom prst="rect">
            <a:avLst/>
          </a:prstGeom>
        </p:spPr>
      </p:pic>
      <p:sp>
        <p:nvSpPr>
          <p:cNvPr id="344" name="TextBox344"/>
          <p:cNvSpPr txBox="1"/>
          <p:nvPr/>
        </p:nvSpPr>
        <p:spPr>
          <a:xfrm>
            <a:off x="3255137" y="4586872"/>
            <a:ext cx="113843" cy="142799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81521"/>
              </a:lnSpc>
            </a:pPr>
            <a:r>
              <a:rPr lang="en-US" altLang="zh-CN" sz="1725" kern="0" spc="360" baseline="958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−</a:t>
            </a:r>
          </a:p>
        </p:txBody>
      </p:sp>
      <p:pic>
        <p:nvPicPr>
          <p:cNvPr id="345" name="B8082258-3DC7-4E3B-E614-026DE0B41323"/>
          <p:cNvPicPr>
            <a:picLocks noChangeAspect="1"/>
          </p:cNvPicPr>
          <p:nvPr/>
        </p:nvPicPr>
        <p:blipFill>
          <a:blip r:embed="rId98" cstate="print">
            <a:extLst>
              <a:ext uri="{10D86436-9D32-40F4-525A-EDF01A95A69F}"/>
            </a:extLst>
          </a:blip>
          <a:srcRect/>
          <a:stretch>
            <a:fillRect/>
          </a:stretch>
        </p:blipFill>
        <p:spPr>
          <a:xfrm>
            <a:off x="3311525" y="4408551"/>
            <a:ext cx="104775" cy="152400"/>
          </a:xfrm>
          <a:prstGeom prst="rect">
            <a:avLst/>
          </a:prstGeom>
        </p:spPr>
      </p:pic>
      <p:pic>
        <p:nvPicPr>
          <p:cNvPr id="346" name="41C8C9B3-4D08-43FB-4B50-B488A9EC82F1"/>
          <p:cNvPicPr>
            <a:picLocks noChangeAspect="1"/>
          </p:cNvPicPr>
          <p:nvPr/>
        </p:nvPicPr>
        <p:blipFill>
          <a:blip r:embed="rId99" cstate="print">
            <a:extLst>
              <a:ext uri="{C2869C6C-7FAC-4529-6055-8603219DD02F}"/>
            </a:extLst>
          </a:blip>
          <a:srcRect/>
          <a:stretch>
            <a:fillRect/>
          </a:stretch>
        </p:blipFill>
        <p:spPr>
          <a:xfrm>
            <a:off x="3311525" y="4765180"/>
            <a:ext cx="104775" cy="152400"/>
          </a:xfrm>
          <a:prstGeom prst="rect">
            <a:avLst/>
          </a:prstGeom>
        </p:spPr>
      </p:pic>
      <p:pic>
        <p:nvPicPr>
          <p:cNvPr id="347" name="C1B96953-3C6D-464B-1902-D0EEC795076F"/>
          <p:cNvPicPr>
            <a:picLocks noChangeAspect="1"/>
          </p:cNvPicPr>
          <p:nvPr/>
        </p:nvPicPr>
        <p:blipFill>
          <a:blip r:embed="rId100" cstate="print">
            <a:extLst>
              <a:ext uri="{E0F4C4D4-2246-4509-CB69-73FA3C75660C}"/>
            </a:extLst>
          </a:blip>
          <a:srcRect/>
          <a:stretch>
            <a:fillRect/>
          </a:stretch>
        </p:blipFill>
        <p:spPr>
          <a:xfrm>
            <a:off x="3611753" y="4408551"/>
            <a:ext cx="209550" cy="152400"/>
          </a:xfrm>
          <a:prstGeom prst="rect">
            <a:avLst/>
          </a:prstGeom>
        </p:spPr>
      </p:pic>
      <p:sp>
        <p:nvSpPr>
          <p:cNvPr id="348" name="TextBox348"/>
          <p:cNvSpPr txBox="1"/>
          <p:nvPr/>
        </p:nvSpPr>
        <p:spPr>
          <a:xfrm>
            <a:off x="3611753" y="4408551"/>
            <a:ext cx="203899" cy="499428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4100"/>
              </a:lnSpc>
              <a:spcBef>
                <a:spcPts val="0"/>
              </a:spcBef>
            </a:pPr>
            <a:r>
              <a:rPr baseline="0" lang="en-US" altLang="zh-CN" sz="10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br>
              <a:rPr lang="en-US" altLang="zh-CN" dirty="0" smtClean="0" sz="1050" kern="0">
                <a:latin typeface="Arial" pitchFamily="34" charset="0"/>
                <a:ea typeface="Arial" pitchFamily="34" charset="0"/>
                <a:cs typeface="Arial" pitchFamily="34" charset="0"/>
              </a:rPr>
            </a:br>
            <a:r>
              <a:rPr baseline="0" lang="en-US" altLang="zh-CN" sz="10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br>
              <a:rPr lang="en-US" altLang="zh-CN" dirty="0" smtClean="0" sz="1050" kern="0">
                <a:latin typeface="Arial" pitchFamily="34" charset="0"/>
                <a:ea typeface="Arial" pitchFamily="34" charset="0"/>
                <a:cs typeface="Arial" pitchFamily="34" charset="0"/>
              </a:rPr>
            </a:br>
            <a:r>
              <a:rPr baseline="0" lang="en-US" altLang="zh-CN" sz="10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</a:p>
        </p:txBody>
      </p:sp>
      <p:pic>
        <p:nvPicPr>
          <p:cNvPr id="349" name="29526C22-FB09-4952-ADAC-5B738F84B540"/>
          <p:cNvPicPr>
            <a:picLocks noChangeAspect="1"/>
          </p:cNvPicPr>
          <p:nvPr/>
        </p:nvPicPr>
        <p:blipFill>
          <a:blip r:embed="rId101" cstate="print">
            <a:extLst>
              <a:ext uri="{337EA971-4BEE-44A1-6E27-C91F2AC72A89}"/>
            </a:extLst>
          </a:blip>
          <a:srcRect/>
          <a:stretch>
            <a:fillRect/>
          </a:stretch>
        </p:blipFill>
        <p:spPr>
          <a:xfrm>
            <a:off x="3668141" y="4586872"/>
            <a:ext cx="95250" cy="152400"/>
          </a:xfrm>
          <a:prstGeom prst="rect">
            <a:avLst/>
          </a:prstGeom>
        </p:spPr>
      </p:pic>
      <p:pic>
        <p:nvPicPr>
          <p:cNvPr id="350" name="2CA71DD7-7F10-44C2-A04F-CF98B426451F"/>
          <p:cNvPicPr>
            <a:picLocks noChangeAspect="1"/>
          </p:cNvPicPr>
          <p:nvPr/>
        </p:nvPicPr>
        <p:blipFill>
          <a:blip r:embed="rId102" cstate="print">
            <a:extLst>
              <a:ext uri="{1F630593-2F08-41B4-E5EA-88F3B803EBE2}"/>
            </a:extLst>
          </a:blip>
          <a:srcRect/>
          <a:stretch>
            <a:fillRect/>
          </a:stretch>
        </p:blipFill>
        <p:spPr>
          <a:xfrm>
            <a:off x="3668141" y="4765180"/>
            <a:ext cx="95250" cy="152400"/>
          </a:xfrm>
          <a:prstGeom prst="rect">
            <a:avLst/>
          </a:prstGeom>
        </p:spPr>
      </p:pic>
      <p:sp>
        <p:nvSpPr>
          <p:cNvPr id="351" name="VectorPath 351"/>
          <p:cNvSpPr/>
          <p:nvPr/>
        </p:nvSpPr>
        <p:spPr>
          <a:xfrm>
            <a:off x="4376928" y="4421264"/>
            <a:ext cx="76187" cy="450215"/>
          </a:xfrm>
          <a:custGeom>
            <a:rect l="l" t="t" r="r" b="b"/>
            <a:pathLst>
              <a:path w="76187" h="450215">
                <a:moveTo>
                  <a:pt x="76187" y="5296"/>
                </a:moveTo>
                <a:cubicBezTo>
                  <a:pt x="56096" y="27749"/>
                  <a:pt x="40906" y="57937"/>
                  <a:pt x="30645" y="95860"/>
                </a:cubicBezTo>
                <a:cubicBezTo>
                  <a:pt x="20371" y="133769"/>
                  <a:pt x="15240" y="176809"/>
                  <a:pt x="15240" y="224968"/>
                </a:cubicBezTo>
                <a:cubicBezTo>
                  <a:pt x="15240" y="273367"/>
                  <a:pt x="20371" y="316522"/>
                  <a:pt x="30645" y="354406"/>
                </a:cubicBezTo>
                <a:cubicBezTo>
                  <a:pt x="40906" y="392303"/>
                  <a:pt x="56096" y="422478"/>
                  <a:pt x="76187" y="444945"/>
                </a:cubicBezTo>
                <a:lnTo>
                  <a:pt x="71425" y="450215"/>
                </a:lnTo>
                <a:cubicBezTo>
                  <a:pt x="49009" y="428256"/>
                  <a:pt x="31496" y="398120"/>
                  <a:pt x="18898" y="359829"/>
                </a:cubicBezTo>
                <a:cubicBezTo>
                  <a:pt x="6299" y="321551"/>
                  <a:pt x="0" y="276542"/>
                  <a:pt x="0" y="224815"/>
                </a:cubicBezTo>
                <a:cubicBezTo>
                  <a:pt x="0" y="173482"/>
                  <a:pt x="6299" y="128676"/>
                  <a:pt x="18898" y="90373"/>
                </a:cubicBezTo>
                <a:cubicBezTo>
                  <a:pt x="31496" y="52108"/>
                  <a:pt x="49009" y="21971"/>
                  <a:pt x="71425" y="0"/>
                </a:cubicBezTo>
                <a:lnTo>
                  <a:pt x="76187" y="5296"/>
                </a:lnTo>
              </a:path>
            </a:pathLst>
          </a:custGeom>
          <a:solidFill>
            <a:srgbClr val="0000FF">
              <a:alpha val="100000"/>
            </a:srgbClr>
          </a:solidFill>
        </p:spPr>
      </p:sp>
      <p:sp>
        <p:nvSpPr>
          <p:cNvPr id="352" name="VectorPath 352"/>
          <p:cNvSpPr/>
          <p:nvPr/>
        </p:nvSpPr>
        <p:spPr>
          <a:xfrm>
            <a:off x="4064241" y="4421265"/>
            <a:ext cx="76174" cy="450215"/>
          </a:xfrm>
          <a:custGeom>
            <a:rect l="l" t="t" r="r" b="b"/>
            <a:pathLst>
              <a:path w="76174" h="450215">
                <a:moveTo>
                  <a:pt x="4763" y="0"/>
                </a:moveTo>
                <a:cubicBezTo>
                  <a:pt x="27191" y="21971"/>
                  <a:pt x="44691" y="52108"/>
                  <a:pt x="57290" y="90386"/>
                </a:cubicBezTo>
                <a:cubicBezTo>
                  <a:pt x="69888" y="128676"/>
                  <a:pt x="76174" y="173482"/>
                  <a:pt x="76174" y="224815"/>
                </a:cubicBezTo>
                <a:cubicBezTo>
                  <a:pt x="76174" y="276542"/>
                  <a:pt x="69888" y="321551"/>
                  <a:pt x="57290" y="359829"/>
                </a:cubicBezTo>
                <a:cubicBezTo>
                  <a:pt x="44691" y="398120"/>
                  <a:pt x="27191" y="428257"/>
                  <a:pt x="4763" y="450215"/>
                </a:cubicBezTo>
                <a:lnTo>
                  <a:pt x="0" y="444945"/>
                </a:lnTo>
                <a:cubicBezTo>
                  <a:pt x="20091" y="422478"/>
                  <a:pt x="35268" y="392303"/>
                  <a:pt x="45542" y="354406"/>
                </a:cubicBezTo>
                <a:cubicBezTo>
                  <a:pt x="55804" y="316522"/>
                  <a:pt x="60935" y="273367"/>
                  <a:pt x="60935" y="224968"/>
                </a:cubicBezTo>
                <a:cubicBezTo>
                  <a:pt x="60935" y="176809"/>
                  <a:pt x="55804" y="133769"/>
                  <a:pt x="45542" y="95860"/>
                </a:cubicBezTo>
                <a:cubicBezTo>
                  <a:pt x="35268" y="57938"/>
                  <a:pt x="20091" y="27749"/>
                  <a:pt x="0" y="5296"/>
                </a:cubicBezTo>
                <a:lnTo>
                  <a:pt x="4763" y="0"/>
                </a:lnTo>
              </a:path>
            </a:pathLst>
          </a:custGeom>
          <a:solidFill>
            <a:srgbClr val="0000FF">
              <a:alpha val="100000"/>
            </a:srgbClr>
          </a:solidFill>
        </p:spPr>
      </p:sp>
      <p:pic>
        <p:nvPicPr>
          <p:cNvPr id="353" name="6C4C7FF9-1F90-45E5-45D6-E6EECDF8BD98"/>
          <p:cNvPicPr>
            <a:picLocks noChangeAspect="1"/>
          </p:cNvPicPr>
          <p:nvPr/>
        </p:nvPicPr>
        <p:blipFill>
          <a:blip r:embed="rId103" cstate="print">
            <a:extLst>
              <a:ext uri="{DEA9DC91-1C94-446B-218C-31D4CD300176}"/>
            </a:extLst>
          </a:blip>
          <a:srcRect/>
          <a:stretch>
            <a:fillRect/>
          </a:stretch>
        </p:blipFill>
        <p:spPr>
          <a:xfrm>
            <a:off x="3968356" y="4408551"/>
            <a:ext cx="104775" cy="152400"/>
          </a:xfrm>
          <a:prstGeom prst="rect">
            <a:avLst/>
          </a:prstGeom>
        </p:spPr>
      </p:pic>
      <p:pic>
        <p:nvPicPr>
          <p:cNvPr id="354" name="2905F0EF-F3A3-47E3-F67B-5EB1483BE2C1"/>
          <p:cNvPicPr>
            <a:picLocks noChangeAspect="1"/>
          </p:cNvPicPr>
          <p:nvPr/>
        </p:nvPicPr>
        <p:blipFill>
          <a:blip r:embed="rId104" cstate="print">
            <a:extLst>
              <a:ext uri="{0A1AEA4F-7837-434B-F0C6-DA7A7C83BFEC}"/>
            </a:extLst>
          </a:blip>
          <a:srcRect/>
          <a:stretch>
            <a:fillRect/>
          </a:stretch>
        </p:blipFill>
        <p:spPr>
          <a:xfrm>
            <a:off x="4513961" y="4408551"/>
            <a:ext cx="104775" cy="152400"/>
          </a:xfrm>
          <a:prstGeom prst="rect">
            <a:avLst/>
          </a:prstGeom>
        </p:spPr>
      </p:pic>
      <p:pic>
        <p:nvPicPr>
          <p:cNvPr id="355" name="47F58670-18D1-402E-CBA8-4E7D5A84845D"/>
          <p:cNvPicPr>
            <a:picLocks noChangeAspect="1"/>
          </p:cNvPicPr>
          <p:nvPr/>
        </p:nvPicPr>
        <p:blipFill>
          <a:blip r:embed="rId105" cstate="print">
            <a:extLst>
              <a:ext uri="{54D097AB-F89C-4E3D-B984-4FD5F64DDA72}"/>
            </a:extLst>
          </a:blip>
          <a:srcRect/>
          <a:stretch>
            <a:fillRect/>
          </a:stretch>
        </p:blipFill>
        <p:spPr>
          <a:xfrm>
            <a:off x="3968356" y="4586872"/>
            <a:ext cx="104775" cy="152400"/>
          </a:xfrm>
          <a:prstGeom prst="rect">
            <a:avLst/>
          </a:prstGeom>
        </p:spPr>
      </p:pic>
      <p:sp>
        <p:nvSpPr>
          <p:cNvPr id="356" name="TextBox356"/>
          <p:cNvSpPr txBox="1"/>
          <p:nvPr/>
        </p:nvSpPr>
        <p:spPr>
          <a:xfrm>
            <a:off x="3968356" y="4408551"/>
            <a:ext cx="636740" cy="499428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897"/>
              </a:lnSpc>
              <a:tabLst>
                <a:tab pos="225565" algn="l"/>
              </a:tabLst>
            </a:pPr>
            <a:r>
              <a:rPr baseline="0" lang="en-US" altLang="zh-CN" sz="10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br>
              <a:rPr lang="en-US" altLang="zh-CN" dirty="0" smtClean="0" sz="1050" kern="0">
                <a:latin typeface="Arial" pitchFamily="34" charset="0"/>
                <a:ea typeface="Arial" pitchFamily="34" charset="0"/>
                <a:cs typeface="Arial" pitchFamily="34" charset="0"/>
              </a:rPr>
            </a:br>
            <a:r>
              <a:rPr baseline="0" sz="100" kern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/>
            </a:r>
            <a:r>
              <a:rPr lang="en-US" altLang="zh-CN" sz="1150" kern="0" spc="2265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→</a:t>
            </a:r>
            <a:r>
              <a:rPr baseline="0" lang="en-US" altLang="zh-CN" sz="1150" kern="0" spc="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br>
              <a:rPr lang="en-US" altLang="zh-CN" dirty="0" smtClean="0" sz="1150" kern="0">
                <a:latin typeface="Cambria Math" pitchFamily="18" charset="0"/>
                <a:ea typeface="Cambria Math" pitchFamily="18" charset="0"/>
                <a:cs typeface="Cambria Math" pitchFamily="18" charset="0"/>
              </a:rPr>
            </a:br>
            <a:r>
              <a:rPr baseline="0" lang="en-US" altLang="zh-CN" sz="10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</a:p>
        </p:txBody>
      </p:sp>
      <p:pic>
        <p:nvPicPr>
          <p:cNvPr id="357" name="14349694-3305-4CCA-2203-DB321C2B03D6"/>
          <p:cNvPicPr>
            <a:picLocks noChangeAspect="1"/>
          </p:cNvPicPr>
          <p:nvPr/>
        </p:nvPicPr>
        <p:blipFill>
          <a:blip r:embed="rId106" cstate="print">
            <a:extLst>
              <a:ext uri="{47E2CB66-ABD9-4C39-1781-B2EB59AD60B5}"/>
            </a:extLst>
          </a:blip>
          <a:srcRect/>
          <a:stretch>
            <a:fillRect/>
          </a:stretch>
        </p:blipFill>
        <p:spPr>
          <a:xfrm>
            <a:off x="4457573" y="4586872"/>
            <a:ext cx="219075" cy="152400"/>
          </a:xfrm>
          <a:prstGeom prst="rect">
            <a:avLst/>
          </a:prstGeom>
        </p:spPr>
      </p:pic>
      <p:pic>
        <p:nvPicPr>
          <p:cNvPr id="358" name="AA4D6D8F-8DFD-4924-0287-E64919E6E799"/>
          <p:cNvPicPr>
            <a:picLocks noChangeAspect="1"/>
          </p:cNvPicPr>
          <p:nvPr/>
        </p:nvPicPr>
        <p:blipFill>
          <a:blip r:embed="rId107" cstate="print">
            <a:extLst>
              <a:ext uri="{AEAA49B9-2462-48D2-B670-2292BFCDDB86}"/>
            </a:extLst>
          </a:blip>
          <a:srcRect/>
          <a:stretch>
            <a:fillRect/>
          </a:stretch>
        </p:blipFill>
        <p:spPr>
          <a:xfrm>
            <a:off x="3968356" y="4765180"/>
            <a:ext cx="104775" cy="152400"/>
          </a:xfrm>
          <a:prstGeom prst="rect">
            <a:avLst/>
          </a:prstGeom>
        </p:spPr>
      </p:pic>
      <p:pic>
        <p:nvPicPr>
          <p:cNvPr id="359" name="341BE6C2-574A-4335-F7A5-E03A4AFD83A7"/>
          <p:cNvPicPr>
            <a:picLocks noChangeAspect="1"/>
          </p:cNvPicPr>
          <p:nvPr/>
        </p:nvPicPr>
        <p:blipFill>
          <a:blip r:embed="rId108" cstate="print">
            <a:extLst>
              <a:ext uri="{7BF3E237-1E54-4B98-5C60-39FBA5CC0906}"/>
            </a:extLst>
          </a:blip>
          <a:srcRect/>
          <a:stretch>
            <a:fillRect/>
          </a:stretch>
        </p:blipFill>
        <p:spPr>
          <a:xfrm>
            <a:off x="4513961" y="4765180"/>
            <a:ext cx="104775" cy="152400"/>
          </a:xfrm>
          <a:prstGeom prst="rect">
            <a:avLst/>
          </a:prstGeom>
        </p:spPr>
      </p:pic>
      <p:pic>
        <p:nvPicPr>
          <p:cNvPr id="360" name="15773900-3AEE-4932-22D4-6626D280B1A7"/>
          <p:cNvPicPr>
            <a:picLocks noChangeAspect="1"/>
          </p:cNvPicPr>
          <p:nvPr/>
        </p:nvPicPr>
        <p:blipFill>
          <a:blip r:embed="rId109" cstate="print">
            <a:extLst>
              <a:ext uri="{C3348110-B332-490D-FBE8-3EB412BB18E5}"/>
            </a:extLst>
          </a:blip>
          <a:srcRect/>
          <a:stretch>
            <a:fillRect/>
          </a:stretch>
        </p:blipFill>
        <p:spPr>
          <a:xfrm>
            <a:off x="4814177" y="4408551"/>
            <a:ext cx="342900" cy="504825"/>
          </a:xfrm>
          <a:prstGeom prst="rect">
            <a:avLst/>
          </a:prstGeom>
        </p:spPr>
      </p:pic>
      <p:sp>
        <p:nvSpPr>
          <p:cNvPr id="361" name="VectorPath 361"/>
          <p:cNvSpPr/>
          <p:nvPr/>
        </p:nvSpPr>
        <p:spPr>
          <a:xfrm>
            <a:off x="5153647" y="4421265"/>
            <a:ext cx="76174" cy="450215"/>
          </a:xfrm>
          <a:custGeom>
            <a:rect l="l" t="t" r="r" b="b"/>
            <a:pathLst>
              <a:path w="76174" h="450215">
                <a:moveTo>
                  <a:pt x="4763" y="0"/>
                </a:moveTo>
                <a:cubicBezTo>
                  <a:pt x="27191" y="21971"/>
                  <a:pt x="44691" y="52108"/>
                  <a:pt x="57290" y="90386"/>
                </a:cubicBezTo>
                <a:cubicBezTo>
                  <a:pt x="69888" y="128676"/>
                  <a:pt x="76174" y="173482"/>
                  <a:pt x="76174" y="224815"/>
                </a:cubicBezTo>
                <a:cubicBezTo>
                  <a:pt x="76174" y="276542"/>
                  <a:pt x="69888" y="321551"/>
                  <a:pt x="57290" y="359829"/>
                </a:cubicBezTo>
                <a:cubicBezTo>
                  <a:pt x="44691" y="398120"/>
                  <a:pt x="27191" y="428257"/>
                  <a:pt x="4763" y="450215"/>
                </a:cubicBezTo>
                <a:lnTo>
                  <a:pt x="0" y="444945"/>
                </a:lnTo>
                <a:cubicBezTo>
                  <a:pt x="20091" y="422478"/>
                  <a:pt x="35268" y="392303"/>
                  <a:pt x="45542" y="354406"/>
                </a:cubicBezTo>
                <a:cubicBezTo>
                  <a:pt x="55804" y="316522"/>
                  <a:pt x="60935" y="273367"/>
                  <a:pt x="60935" y="224968"/>
                </a:cubicBezTo>
                <a:cubicBezTo>
                  <a:pt x="60935" y="176809"/>
                  <a:pt x="55804" y="133769"/>
                  <a:pt x="45542" y="95860"/>
                </a:cubicBezTo>
                <a:cubicBezTo>
                  <a:pt x="35268" y="57938"/>
                  <a:pt x="20091" y="27749"/>
                  <a:pt x="0" y="5296"/>
                </a:cubicBezTo>
                <a:lnTo>
                  <a:pt x="4763" y="0"/>
                </a:lnTo>
              </a:path>
            </a:pathLst>
          </a:custGeom>
          <a:solidFill>
            <a:srgbClr val="0000FF">
              <a:alpha val="100000"/>
            </a:srgbClr>
          </a:solidFill>
        </p:spPr>
      </p:sp>
      <p:sp>
        <p:nvSpPr>
          <p:cNvPr id="362" name="VectorPath 362"/>
          <p:cNvSpPr/>
          <p:nvPr/>
        </p:nvSpPr>
        <p:spPr>
          <a:xfrm>
            <a:off x="1821523" y="4989856"/>
            <a:ext cx="48692" cy="304165"/>
          </a:xfrm>
          <a:custGeom>
            <a:rect l="l" t="t" r="r" b="b"/>
            <a:pathLst>
              <a:path w="48692" h="304165">
                <a:moveTo>
                  <a:pt x="12294" y="151409"/>
                </a:moveTo>
                <a:lnTo>
                  <a:pt x="12294" y="152755"/>
                </a:lnTo>
                <a:cubicBezTo>
                  <a:pt x="18999" y="155677"/>
                  <a:pt x="23775" y="160185"/>
                  <a:pt x="26619" y="166243"/>
                </a:cubicBezTo>
                <a:cubicBezTo>
                  <a:pt x="29477" y="172314"/>
                  <a:pt x="30899" y="180187"/>
                  <a:pt x="30899" y="189878"/>
                </a:cubicBezTo>
                <a:cubicBezTo>
                  <a:pt x="30899" y="193154"/>
                  <a:pt x="29540" y="201930"/>
                  <a:pt x="26810" y="216217"/>
                </a:cubicBezTo>
                <a:cubicBezTo>
                  <a:pt x="24079" y="230505"/>
                  <a:pt x="22708" y="241135"/>
                  <a:pt x="22708" y="248095"/>
                </a:cubicBezTo>
                <a:cubicBezTo>
                  <a:pt x="22708" y="264490"/>
                  <a:pt x="25336" y="276631"/>
                  <a:pt x="30607" y="284543"/>
                </a:cubicBezTo>
                <a:cubicBezTo>
                  <a:pt x="35865" y="292443"/>
                  <a:pt x="41885" y="296863"/>
                  <a:pt x="48692" y="297815"/>
                </a:cubicBezTo>
                <a:lnTo>
                  <a:pt x="48692" y="304165"/>
                </a:lnTo>
                <a:cubicBezTo>
                  <a:pt x="38075" y="303162"/>
                  <a:pt x="28791" y="297650"/>
                  <a:pt x="20853" y="287617"/>
                </a:cubicBezTo>
                <a:cubicBezTo>
                  <a:pt x="12903" y="277584"/>
                  <a:pt x="8928" y="262166"/>
                  <a:pt x="8928" y="241338"/>
                </a:cubicBezTo>
                <a:cubicBezTo>
                  <a:pt x="8928" y="233540"/>
                  <a:pt x="10376" y="222847"/>
                  <a:pt x="13246" y="209258"/>
                </a:cubicBezTo>
                <a:cubicBezTo>
                  <a:pt x="16129" y="195669"/>
                  <a:pt x="17564" y="186398"/>
                  <a:pt x="17564" y="181420"/>
                </a:cubicBezTo>
                <a:cubicBezTo>
                  <a:pt x="17564" y="173330"/>
                  <a:pt x="15913" y="167081"/>
                  <a:pt x="12611" y="162687"/>
                </a:cubicBezTo>
                <a:cubicBezTo>
                  <a:pt x="9309" y="158293"/>
                  <a:pt x="5106" y="155918"/>
                  <a:pt x="0" y="155575"/>
                </a:cubicBezTo>
                <a:lnTo>
                  <a:pt x="0" y="148590"/>
                </a:lnTo>
                <a:cubicBezTo>
                  <a:pt x="5106" y="148234"/>
                  <a:pt x="9309" y="145859"/>
                  <a:pt x="12611" y="141465"/>
                </a:cubicBezTo>
                <a:cubicBezTo>
                  <a:pt x="15913" y="137071"/>
                  <a:pt x="17564" y="130823"/>
                  <a:pt x="17564" y="122733"/>
                </a:cubicBezTo>
                <a:cubicBezTo>
                  <a:pt x="17564" y="117754"/>
                  <a:pt x="16129" y="108483"/>
                  <a:pt x="13246" y="94894"/>
                </a:cubicBezTo>
                <a:cubicBezTo>
                  <a:pt x="10376" y="81306"/>
                  <a:pt x="8928" y="70612"/>
                  <a:pt x="8928" y="62814"/>
                </a:cubicBezTo>
                <a:cubicBezTo>
                  <a:pt x="8928" y="41999"/>
                  <a:pt x="12903" y="26569"/>
                  <a:pt x="20853" y="16535"/>
                </a:cubicBezTo>
                <a:cubicBezTo>
                  <a:pt x="28791" y="6502"/>
                  <a:pt x="38075" y="991"/>
                  <a:pt x="48692" y="0"/>
                </a:cubicBezTo>
                <a:lnTo>
                  <a:pt x="48692" y="6350"/>
                </a:lnTo>
                <a:cubicBezTo>
                  <a:pt x="41885" y="7290"/>
                  <a:pt x="35865" y="11709"/>
                  <a:pt x="30607" y="19609"/>
                </a:cubicBezTo>
                <a:cubicBezTo>
                  <a:pt x="25336" y="27521"/>
                  <a:pt x="22708" y="39662"/>
                  <a:pt x="22708" y="56058"/>
                </a:cubicBezTo>
                <a:cubicBezTo>
                  <a:pt x="22708" y="63017"/>
                  <a:pt x="24079" y="73647"/>
                  <a:pt x="26810" y="87935"/>
                </a:cubicBezTo>
                <a:cubicBezTo>
                  <a:pt x="29540" y="102222"/>
                  <a:pt x="30899" y="110998"/>
                  <a:pt x="30899" y="114287"/>
                </a:cubicBezTo>
                <a:cubicBezTo>
                  <a:pt x="30899" y="123977"/>
                  <a:pt x="29477" y="131851"/>
                  <a:pt x="26619" y="137922"/>
                </a:cubicBezTo>
                <a:cubicBezTo>
                  <a:pt x="23775" y="143980"/>
                  <a:pt x="18999" y="148476"/>
                  <a:pt x="12294" y="151409"/>
                </a:cubicBezTo>
              </a:path>
            </a:pathLst>
          </a:custGeom>
          <a:solidFill>
            <a:srgbClr val="0000FF">
              <a:alpha val="100000"/>
            </a:srgbClr>
          </a:solidFill>
        </p:spPr>
      </p:sp>
      <p:pic>
        <p:nvPicPr>
          <p:cNvPr id="363" name="1F878B28-DAA9-4239-B54A-05B12DA0F65B"/>
          <p:cNvPicPr>
            <a:picLocks noChangeAspect="1"/>
          </p:cNvPicPr>
          <p:nvPr/>
        </p:nvPicPr>
        <p:blipFill>
          <a:blip r:embed="rId110" cstate="print">
            <a:extLst>
              <a:ext uri="{0744E55C-6EDB-48DB-D975-42DCB94BE51B}"/>
            </a:extLst>
          </a:blip>
          <a:srcRect/>
          <a:stretch>
            <a:fillRect/>
          </a:stretch>
        </p:blipFill>
        <p:spPr>
          <a:xfrm>
            <a:off x="1877441" y="4975492"/>
            <a:ext cx="95250" cy="152400"/>
          </a:xfrm>
          <a:prstGeom prst="rect">
            <a:avLst/>
          </a:prstGeom>
        </p:spPr>
      </p:pic>
      <p:sp>
        <p:nvSpPr>
          <p:cNvPr id="364" name="TextBox364"/>
          <p:cNvSpPr txBox="1"/>
          <p:nvPr/>
        </p:nvSpPr>
        <p:spPr>
          <a:xfrm>
            <a:off x="1877441" y="4942802"/>
            <a:ext cx="535838" cy="160275"/>
          </a:xfrm>
          <a:prstGeom prst="rect">
            <a:avLst/>
          </a:prstGeom>
          <a:noFill/>
        </p:spPr>
        <p:txBody>
          <a:bodyPr wrap="square" lIns="0" rIns="0" bIns="0" tIns="17780" rtlCol="0">
            <a:spAutoFit/>
          </a:bodyPr>
          <a:lstStyle/>
          <a:p>
            <a:pPr marL="0" marR="0" indent="0" eaLnBrk="0">
              <a:lnSpc>
                <a:spcPct val="96666"/>
              </a:lnSpc>
              <a:spcBef>
                <a:spcPts val="137"/>
              </a:spcBef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pic>
        <p:nvPicPr>
          <p:cNvPr id="365" name="7F70AE91-1CC0-4AD0-34CA-4E8E46EF4AA4"/>
          <p:cNvPicPr>
            <a:picLocks noChangeAspect="1"/>
          </p:cNvPicPr>
          <p:nvPr/>
        </p:nvPicPr>
        <p:blipFill>
          <a:blip r:embed="rId111" cstate="print">
            <a:extLst>
              <a:ext uri="{3278673D-15AF-4DAF-3265-5F8064C9EFDE}"/>
            </a:extLst>
          </a:blip>
          <a:srcRect/>
          <a:stretch>
            <a:fillRect/>
          </a:stretch>
        </p:blipFill>
        <p:spPr>
          <a:xfrm>
            <a:off x="2077085" y="4975492"/>
            <a:ext cx="342900" cy="152400"/>
          </a:xfrm>
          <a:prstGeom prst="rect">
            <a:avLst/>
          </a:prstGeom>
        </p:spPr>
      </p:pic>
      <p:pic>
        <p:nvPicPr>
          <p:cNvPr id="366" name="E1C25AEF-746B-4262-E42E-8B8E83CE9627"/>
          <p:cNvPicPr>
            <a:picLocks noChangeAspect="1"/>
          </p:cNvPicPr>
          <p:nvPr/>
        </p:nvPicPr>
        <p:blipFill>
          <a:blip r:embed="rId112" cstate="print">
            <a:extLst>
              <a:ext uri="{212D088E-1C3B-481C-B32B-6E2C19D18244}"/>
            </a:extLst>
          </a:blip>
          <a:srcRect/>
          <a:stretch>
            <a:fillRect/>
          </a:stretch>
        </p:blipFill>
        <p:spPr>
          <a:xfrm>
            <a:off x="1874393" y="5158372"/>
            <a:ext cx="714375" cy="171450"/>
          </a:xfrm>
          <a:prstGeom prst="rect">
            <a:avLst/>
          </a:prstGeom>
        </p:spPr>
      </p:pic>
      <p:pic>
        <p:nvPicPr>
          <p:cNvPr id="367" name="ACA894C9-C256-4CFE-7925-CB3C79ED2744"/>
          <p:cNvPicPr>
            <a:picLocks noChangeAspect="1"/>
          </p:cNvPicPr>
          <p:nvPr/>
        </p:nvPicPr>
        <p:blipFill>
          <a:blip r:embed="rId113" cstate="print">
            <a:extLst>
              <a:ext uri="{5861E231-DBF7-4A75-B460-D077D32D723E}"/>
            </a:extLst>
          </a:blip>
          <a:srcRect/>
          <a:stretch>
            <a:fillRect/>
          </a:stretch>
        </p:blipFill>
        <p:spPr>
          <a:xfrm>
            <a:off x="2610485" y="5054435"/>
            <a:ext cx="466725" cy="171450"/>
          </a:xfrm>
          <a:prstGeom prst="rect">
            <a:avLst/>
          </a:prstGeom>
        </p:spPr>
      </p:pic>
      <p:pic>
        <p:nvPicPr>
          <p:cNvPr id="368" name="C2C0F75E-AFA4-44E7-B970-986B00C7ECB2"/>
          <p:cNvPicPr>
            <a:picLocks noChangeAspect="1"/>
          </p:cNvPicPr>
          <p:nvPr/>
        </p:nvPicPr>
        <p:blipFill>
          <a:blip r:embed="rId114" cstate="print">
            <a:extLst>
              <a:ext uri="{5F4987A3-23B3-4F2F-692D-C88F81C40C19}"/>
            </a:extLst>
          </a:blip>
          <a:srcRect/>
          <a:stretch>
            <a:fillRect/>
          </a:stretch>
        </p:blipFill>
        <p:spPr>
          <a:xfrm>
            <a:off x="2659405" y="5353139"/>
            <a:ext cx="1733550" cy="171450"/>
          </a:xfrm>
          <a:prstGeom prst="rect">
            <a:avLst/>
          </a:prstGeom>
        </p:spPr>
      </p:pic>
      <p:sp>
        <p:nvSpPr>
          <p:cNvPr id="369" name="TextBox369"/>
          <p:cNvSpPr txBox="1"/>
          <p:nvPr/>
        </p:nvSpPr>
        <p:spPr>
          <a:xfrm>
            <a:off x="1664081" y="5055960"/>
            <a:ext cx="3683076" cy="45857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86956"/>
              </a:lnSpc>
            </a:pPr>
            <a:r>
              <a:rPr lang="en-US" altLang="zh-CN" sz="1725" kern="0" spc="75" baseline="-5962" b="1" noProof="0" dirty="0" smtClean="0">
                <a:solidFill>
                  <a:srgbClr val="0000FF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故</a:t>
            </a:r>
            <a:r>
              <a:rPr baseline="-5962" lang="en-US" altLang="zh-CN" sz="1725" kern="0" spc="14750" b="1" noProof="0" dirty="0" smtClean="0">
                <a:latin typeface="SimSun" pitchFamily="2" charset="0"/>
                <a:ea typeface="SimSun" pitchFamily="2" charset="0"/>
                <a:cs typeface="SimSun" pitchFamily="2" charset="0"/>
              </a:rPr>
              <a:t> </a:t>
            </a:r>
            <a:r>
              <a:rPr lang="en-US" altLang="zh-CN" sz="1725" kern="0" spc="-25" baseline="-5962" b="1" noProof="0" dirty="0" smtClean="0">
                <a:solidFill>
                  <a:srgbClr val="0000FF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为</a:t>
            </a:r>
            <a:r>
              <a:rPr lang="en-US" altLang="zh-CN" sz="1725" kern="0" spc="0" baseline="-5962" b="1" noProof="0" dirty="0" smtClean="0">
                <a:solidFill>
                  <a:srgbClr val="0000FF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自由未知量，</a:t>
            </a:r>
          </a:p>
          <a:p>
            <a:pPr marL="0" marR="0" indent="0" eaLnBrk="0">
              <a:lnSpc>
                <a:spcPct val="92083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87878"/>
              </a:lnSpc>
            </a:pPr>
            <a:r>
              <a:rPr lang="en-US" altLang="zh-CN" sz="1725" kern="0" spc="75" baseline="-7552" b="1" noProof="0" dirty="0" smtClean="0">
                <a:solidFill>
                  <a:srgbClr val="0000FF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从而</a:t>
            </a:r>
            <a:r>
              <a:rPr baseline="-7552" lang="en-US" altLang="zh-CN" sz="1725" kern="0" spc="28965" b="1" noProof="0" dirty="0" smtClean="0">
                <a:latin typeface="SimSun" pitchFamily="2" charset="0"/>
                <a:ea typeface="SimSun" pitchFamily="2" charset="0"/>
                <a:cs typeface="SimSun" pitchFamily="2" charset="0"/>
              </a:rPr>
              <a:t> </a:t>
            </a:r>
            <a:r>
              <a:rPr lang="en-US" altLang="zh-CN" sz="1725" kern="0" spc="375" baseline="-7552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=</a:t>
            </a:r>
            <a:r>
              <a:rPr baseline="-7552" lang="en-US" altLang="zh-CN" sz="1725" kern="0" spc="801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200" kern="0" spc="-25" baseline="43999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'</a:t>
            </a:r>
          </a:p>
        </p:txBody>
      </p:sp>
      <p:pic>
        <p:nvPicPr>
          <p:cNvPr id="370" name="02170A5D-933D-407C-497D-1B480C38369B"/>
          <p:cNvPicPr>
            <a:picLocks noChangeAspect="1"/>
          </p:cNvPicPr>
          <p:nvPr/>
        </p:nvPicPr>
        <p:blipFill>
          <a:blip r:embed="rId115" cstate="print">
            <a:extLst>
              <a:ext uri="{B1AA8657-5427-4396-8C8B-85AC78FF4D87}"/>
            </a:extLst>
          </a:blip>
          <a:srcRect/>
          <a:stretch>
            <a:fillRect/>
          </a:stretch>
        </p:blipFill>
        <p:spPr>
          <a:xfrm>
            <a:off x="1964297" y="5037843"/>
            <a:ext cx="76200" cy="104775"/>
          </a:xfrm>
          <a:prstGeom prst="rect">
            <a:avLst/>
          </a:prstGeom>
        </p:spPr>
      </p:pic>
      <p:pic>
        <p:nvPicPr>
          <p:cNvPr id="371" name="266C0D08-9F39-4D10-1BED-EEAEC57E6D97"/>
          <p:cNvPicPr>
            <a:picLocks noChangeAspect="1"/>
          </p:cNvPicPr>
          <p:nvPr/>
        </p:nvPicPr>
        <p:blipFill>
          <a:blip r:embed="rId116" cstate="print">
            <a:extLst>
              <a:ext uri="{ECBA939F-6BF1-4033-13A6-026DD02F3D3E}"/>
            </a:extLst>
          </a:blip>
          <a:srcRect/>
          <a:stretch>
            <a:fillRect/>
          </a:stretch>
        </p:blipFill>
        <p:spPr>
          <a:xfrm>
            <a:off x="2412365" y="5037843"/>
            <a:ext cx="76200" cy="104775"/>
          </a:xfrm>
          <a:prstGeom prst="rect">
            <a:avLst/>
          </a:prstGeom>
        </p:spPr>
      </p:pic>
      <p:pic>
        <p:nvPicPr>
          <p:cNvPr id="372" name="4B698F25-5379-49D7-A58F-54223AED7127"/>
          <p:cNvPicPr>
            <a:picLocks noChangeAspect="1"/>
          </p:cNvPicPr>
          <p:nvPr/>
        </p:nvPicPr>
        <p:blipFill>
          <a:blip r:embed="rId117" cstate="print">
            <a:extLst>
              <a:ext uri="{28529B14-D4EF-4715-8157-7922BB9696F0}"/>
            </a:extLst>
          </a:blip>
          <a:srcRect/>
          <a:stretch>
            <a:fillRect/>
          </a:stretch>
        </p:blipFill>
        <p:spPr>
          <a:xfrm>
            <a:off x="3069197" y="5138414"/>
            <a:ext cx="76200" cy="114300"/>
          </a:xfrm>
          <a:prstGeom prst="rect">
            <a:avLst/>
          </a:prstGeom>
        </p:spPr>
      </p:pic>
      <p:sp>
        <p:nvSpPr>
          <p:cNvPr id="373" name="VectorPath 373"/>
          <p:cNvSpPr/>
          <p:nvPr/>
        </p:nvSpPr>
        <p:spPr>
          <a:xfrm>
            <a:off x="1982597" y="5368177"/>
            <a:ext cx="46850" cy="140970"/>
          </a:xfrm>
          <a:custGeom>
            <a:rect l="l" t="t" r="r" b="b"/>
            <a:pathLst>
              <a:path w="46850" h="140970">
                <a:moveTo>
                  <a:pt x="12700" y="69786"/>
                </a:moveTo>
                <a:cubicBezTo>
                  <a:pt x="12700" y="87122"/>
                  <a:pt x="15494" y="101409"/>
                  <a:pt x="21069" y="112649"/>
                </a:cubicBezTo>
                <a:cubicBezTo>
                  <a:pt x="26645" y="123888"/>
                  <a:pt x="35166" y="131420"/>
                  <a:pt x="46634" y="135242"/>
                </a:cubicBezTo>
                <a:lnTo>
                  <a:pt x="44844" y="140970"/>
                </a:lnTo>
                <a:cubicBezTo>
                  <a:pt x="30302" y="137160"/>
                  <a:pt x="19202" y="128943"/>
                  <a:pt x="11519" y="116344"/>
                </a:cubicBezTo>
                <a:cubicBezTo>
                  <a:pt x="3835" y="103733"/>
                  <a:pt x="0" y="88468"/>
                  <a:pt x="0" y="70536"/>
                </a:cubicBezTo>
                <a:cubicBezTo>
                  <a:pt x="0" y="52641"/>
                  <a:pt x="3848" y="37376"/>
                  <a:pt x="11557" y="24714"/>
                </a:cubicBezTo>
                <a:cubicBezTo>
                  <a:pt x="19266" y="12052"/>
                  <a:pt x="30366" y="3822"/>
                  <a:pt x="44844" y="0"/>
                </a:cubicBezTo>
                <a:lnTo>
                  <a:pt x="46850" y="5740"/>
                </a:lnTo>
                <a:cubicBezTo>
                  <a:pt x="35242" y="9550"/>
                  <a:pt x="26645" y="17005"/>
                  <a:pt x="21069" y="28067"/>
                </a:cubicBezTo>
                <a:cubicBezTo>
                  <a:pt x="15494" y="39141"/>
                  <a:pt x="12700" y="53048"/>
                  <a:pt x="12700" y="69786"/>
                </a:cubicBezTo>
              </a:path>
            </a:pathLst>
          </a:custGeom>
          <a:solidFill>
            <a:srgbClr val="0000FF">
              <a:alpha val="100000"/>
            </a:srgbClr>
          </a:solidFill>
        </p:spPr>
      </p:sp>
      <p:pic>
        <p:nvPicPr>
          <p:cNvPr id="374" name="32E82F35-94AD-4896-739C-43D2ABB684DD"/>
          <p:cNvPicPr>
            <a:picLocks noChangeAspect="1"/>
          </p:cNvPicPr>
          <p:nvPr/>
        </p:nvPicPr>
        <p:blipFill>
          <a:blip r:embed="rId118" cstate="print">
            <a:extLst>
              <a:ext uri="{0DA6727A-AB83-4475-1738-0B34D7C5B663}"/>
            </a:extLst>
          </a:blip>
          <a:srcRect/>
          <a:stretch>
            <a:fillRect/>
          </a:stretch>
        </p:blipFill>
        <p:spPr>
          <a:xfrm>
            <a:off x="2031365" y="5371732"/>
            <a:ext cx="571500" cy="152400"/>
          </a:xfrm>
          <a:prstGeom prst="rect">
            <a:avLst/>
          </a:prstGeom>
        </p:spPr>
      </p:pic>
      <p:sp>
        <p:nvSpPr>
          <p:cNvPr id="375" name="VectorPath 375"/>
          <p:cNvSpPr/>
          <p:nvPr/>
        </p:nvSpPr>
        <p:spPr>
          <a:xfrm>
            <a:off x="2600198" y="5368177"/>
            <a:ext cx="46863" cy="140970"/>
          </a:xfrm>
          <a:custGeom>
            <a:rect l="l" t="t" r="r" b="b"/>
            <a:pathLst>
              <a:path w="46863" h="140970">
                <a:moveTo>
                  <a:pt x="34163" y="69786"/>
                </a:moveTo>
                <a:cubicBezTo>
                  <a:pt x="34163" y="53048"/>
                  <a:pt x="31382" y="39141"/>
                  <a:pt x="25819" y="28067"/>
                </a:cubicBezTo>
                <a:cubicBezTo>
                  <a:pt x="20269" y="17005"/>
                  <a:pt x="11659" y="9550"/>
                  <a:pt x="0" y="5740"/>
                </a:cubicBezTo>
                <a:lnTo>
                  <a:pt x="2007" y="0"/>
                </a:lnTo>
                <a:cubicBezTo>
                  <a:pt x="16497" y="3823"/>
                  <a:pt x="27597" y="12052"/>
                  <a:pt x="35293" y="24714"/>
                </a:cubicBezTo>
                <a:cubicBezTo>
                  <a:pt x="43002" y="37376"/>
                  <a:pt x="46863" y="52641"/>
                  <a:pt x="46863" y="70536"/>
                </a:cubicBezTo>
                <a:cubicBezTo>
                  <a:pt x="46863" y="88468"/>
                  <a:pt x="43015" y="103734"/>
                  <a:pt x="35331" y="116344"/>
                </a:cubicBezTo>
                <a:cubicBezTo>
                  <a:pt x="27648" y="128943"/>
                  <a:pt x="16548" y="137160"/>
                  <a:pt x="2007" y="140970"/>
                </a:cubicBezTo>
                <a:lnTo>
                  <a:pt x="229" y="135242"/>
                </a:lnTo>
                <a:cubicBezTo>
                  <a:pt x="11684" y="131420"/>
                  <a:pt x="20206" y="123889"/>
                  <a:pt x="25781" y="112649"/>
                </a:cubicBezTo>
                <a:cubicBezTo>
                  <a:pt x="31369" y="101409"/>
                  <a:pt x="34163" y="87122"/>
                  <a:pt x="34163" y="69786"/>
                </a:cubicBezTo>
              </a:path>
            </a:pathLst>
          </a:custGeom>
          <a:solidFill>
            <a:srgbClr val="0000FF">
              <a:alpha val="100000"/>
            </a:srgbClr>
          </a:solidFill>
        </p:spPr>
      </p:sp>
      <p:pic>
        <p:nvPicPr>
          <p:cNvPr id="376" name="8F5F5BA5-8E2C-4DFB-D813-76ABE7CCD567"/>
          <p:cNvPicPr>
            <a:picLocks noChangeAspect="1"/>
          </p:cNvPicPr>
          <p:nvPr/>
        </p:nvPicPr>
        <p:blipFill>
          <a:blip r:embed="rId119" cstate="print">
            <a:extLst>
              <a:ext uri="{5286982B-5E00-4AA0-7361-16F14DD9BE9B}"/>
            </a:extLst>
          </a:blip>
          <a:srcRect/>
          <a:stretch>
            <a:fillRect/>
          </a:stretch>
        </p:blipFill>
        <p:spPr>
          <a:xfrm>
            <a:off x="4382898" y="5435594"/>
            <a:ext cx="66675" cy="104775"/>
          </a:xfrm>
          <a:prstGeom prst="rect">
            <a:avLst/>
          </a:prstGeom>
        </p:spPr>
      </p:pic>
      <p:sp>
        <p:nvSpPr>
          <p:cNvPr id="377" name="VectorPath 377"/>
          <p:cNvSpPr/>
          <p:nvPr/>
        </p:nvSpPr>
        <p:spPr>
          <a:xfrm>
            <a:off x="4664837" y="5368177"/>
            <a:ext cx="46850" cy="140970"/>
          </a:xfrm>
          <a:custGeom>
            <a:rect l="l" t="t" r="r" b="b"/>
            <a:pathLst>
              <a:path w="46850" h="140970">
                <a:moveTo>
                  <a:pt x="12700" y="69786"/>
                </a:moveTo>
                <a:cubicBezTo>
                  <a:pt x="12700" y="87122"/>
                  <a:pt x="15494" y="101409"/>
                  <a:pt x="21069" y="112649"/>
                </a:cubicBezTo>
                <a:cubicBezTo>
                  <a:pt x="26644" y="123888"/>
                  <a:pt x="35166" y="131420"/>
                  <a:pt x="46635" y="135242"/>
                </a:cubicBezTo>
                <a:lnTo>
                  <a:pt x="44844" y="140970"/>
                </a:lnTo>
                <a:cubicBezTo>
                  <a:pt x="30302" y="137160"/>
                  <a:pt x="19203" y="128943"/>
                  <a:pt x="11519" y="116344"/>
                </a:cubicBezTo>
                <a:cubicBezTo>
                  <a:pt x="3835" y="103733"/>
                  <a:pt x="0" y="88468"/>
                  <a:pt x="0" y="70536"/>
                </a:cubicBezTo>
                <a:cubicBezTo>
                  <a:pt x="0" y="52641"/>
                  <a:pt x="3848" y="37376"/>
                  <a:pt x="11557" y="24714"/>
                </a:cubicBezTo>
                <a:cubicBezTo>
                  <a:pt x="19266" y="12052"/>
                  <a:pt x="30366" y="3822"/>
                  <a:pt x="44844" y="0"/>
                </a:cubicBezTo>
                <a:lnTo>
                  <a:pt x="46850" y="5740"/>
                </a:lnTo>
                <a:cubicBezTo>
                  <a:pt x="35243" y="9550"/>
                  <a:pt x="26644" y="17005"/>
                  <a:pt x="21069" y="28067"/>
                </a:cubicBezTo>
                <a:cubicBezTo>
                  <a:pt x="15494" y="39141"/>
                  <a:pt x="12700" y="53048"/>
                  <a:pt x="12700" y="69786"/>
                </a:cubicBezTo>
              </a:path>
            </a:pathLst>
          </a:custGeom>
          <a:solidFill>
            <a:srgbClr val="0000FF">
              <a:alpha val="100000"/>
            </a:srgbClr>
          </a:solidFill>
        </p:spPr>
      </p:sp>
      <p:pic>
        <p:nvPicPr>
          <p:cNvPr id="378" name="06CAF384-CB7A-400E-E2CC-F6C9FCBA7450"/>
          <p:cNvPicPr>
            <a:picLocks noChangeAspect="1"/>
          </p:cNvPicPr>
          <p:nvPr/>
        </p:nvPicPr>
        <p:blipFill>
          <a:blip r:embed="rId120" cstate="print">
            <a:extLst>
              <a:ext uri="{4E1D7799-0023-4556-A1A6-05CCB93D1BBC}"/>
            </a:extLst>
          </a:blip>
          <a:srcRect/>
          <a:stretch>
            <a:fillRect/>
          </a:stretch>
        </p:blipFill>
        <p:spPr>
          <a:xfrm>
            <a:off x="4713605" y="5371732"/>
            <a:ext cx="561975" cy="152400"/>
          </a:xfrm>
          <a:prstGeom prst="rect">
            <a:avLst/>
          </a:prstGeom>
        </p:spPr>
      </p:pic>
      <p:sp>
        <p:nvSpPr>
          <p:cNvPr id="379" name="VectorPath 379"/>
          <p:cNvSpPr/>
          <p:nvPr/>
        </p:nvSpPr>
        <p:spPr>
          <a:xfrm>
            <a:off x="5261483" y="5368177"/>
            <a:ext cx="46851" cy="140970"/>
          </a:xfrm>
          <a:custGeom>
            <a:rect l="l" t="t" r="r" b="b"/>
            <a:pathLst>
              <a:path w="46851" h="140970">
                <a:moveTo>
                  <a:pt x="34151" y="69786"/>
                </a:moveTo>
                <a:cubicBezTo>
                  <a:pt x="34151" y="53048"/>
                  <a:pt x="31382" y="39141"/>
                  <a:pt x="25819" y="28067"/>
                </a:cubicBezTo>
                <a:cubicBezTo>
                  <a:pt x="20270" y="17005"/>
                  <a:pt x="11659" y="9550"/>
                  <a:pt x="0" y="5740"/>
                </a:cubicBezTo>
                <a:lnTo>
                  <a:pt x="2007" y="0"/>
                </a:lnTo>
                <a:cubicBezTo>
                  <a:pt x="16498" y="3822"/>
                  <a:pt x="27597" y="12052"/>
                  <a:pt x="35294" y="24714"/>
                </a:cubicBezTo>
                <a:cubicBezTo>
                  <a:pt x="43002" y="37376"/>
                  <a:pt x="46851" y="52641"/>
                  <a:pt x="46851" y="70536"/>
                </a:cubicBezTo>
                <a:cubicBezTo>
                  <a:pt x="46851" y="88468"/>
                  <a:pt x="43015" y="103733"/>
                  <a:pt x="35332" y="116344"/>
                </a:cubicBezTo>
                <a:cubicBezTo>
                  <a:pt x="27648" y="128943"/>
                  <a:pt x="16548" y="137160"/>
                  <a:pt x="2007" y="140970"/>
                </a:cubicBezTo>
                <a:lnTo>
                  <a:pt x="229" y="135242"/>
                </a:lnTo>
                <a:cubicBezTo>
                  <a:pt x="11684" y="131420"/>
                  <a:pt x="20206" y="123888"/>
                  <a:pt x="25781" y="112649"/>
                </a:cubicBezTo>
                <a:cubicBezTo>
                  <a:pt x="31369" y="101409"/>
                  <a:pt x="34151" y="87122"/>
                  <a:pt x="34151" y="69786"/>
                </a:cubicBezTo>
              </a:path>
            </a:pathLst>
          </a:custGeom>
          <a:solidFill>
            <a:srgbClr val="0000FF">
              <a:alpha val="100000"/>
            </a:srgbClr>
          </a:solidFill>
        </p:spPr>
      </p:sp>
      <p:pic>
        <p:nvPicPr>
          <p:cNvPr id="380" name="84B936B8-0937-4549-404A-A4C765B2EE85"/>
          <p:cNvPicPr>
            <a:picLocks noChangeAspect="1"/>
          </p:cNvPicPr>
          <p:nvPr/>
        </p:nvPicPr>
        <p:blipFill>
          <a:blip r:embed="rId121" cstate="print">
            <a:extLst>
              <a:ext uri="{9CEB3D98-49C9-48A9-9714-C1A2EAB9DA13}"/>
            </a:extLst>
          </a:blip>
          <a:srcRect/>
          <a:stretch>
            <a:fillRect/>
          </a:stretch>
        </p:blipFill>
        <p:spPr>
          <a:xfrm>
            <a:off x="1664081" y="5670132"/>
            <a:ext cx="266700" cy="171450"/>
          </a:xfrm>
          <a:prstGeom prst="rect">
            <a:avLst/>
          </a:prstGeom>
        </p:spPr>
      </p:pic>
      <p:pic>
        <p:nvPicPr>
          <p:cNvPr id="381" name="265657CB-142B-41EF-FCD9-C26873E728A6"/>
          <p:cNvPicPr>
            <a:picLocks noChangeAspect="1"/>
          </p:cNvPicPr>
          <p:nvPr/>
        </p:nvPicPr>
        <p:blipFill>
          <a:blip r:embed="rId122" cstate="print">
            <a:extLst>
              <a:ext uri="{501C3265-9AF5-4C69-8DFB-A75832B35026}"/>
            </a:extLst>
          </a:blip>
          <a:srcRect/>
          <a:stretch>
            <a:fillRect/>
          </a:stretch>
        </p:blipFill>
        <p:spPr>
          <a:xfrm>
            <a:off x="1988693" y="5670132"/>
            <a:ext cx="1019175" cy="171450"/>
          </a:xfrm>
          <a:prstGeom prst="rect">
            <a:avLst/>
          </a:prstGeom>
        </p:spPr>
      </p:pic>
      <p:sp>
        <p:nvSpPr>
          <p:cNvPr id="382" name="TextBox382"/>
          <p:cNvSpPr txBox="1"/>
          <p:nvPr/>
        </p:nvSpPr>
        <p:spPr>
          <a:xfrm>
            <a:off x="3104261" y="5617833"/>
            <a:ext cx="446989" cy="2152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22826"/>
              </a:lnSpc>
              <a:tabLst>
                <a:tab pos="300685" algn="l"/>
                <a:tab pos="445084" algn="l"/>
              </a:tabLst>
            </a:pPr>
            <a:r>
              <a:rPr lang="en-US" altLang="zh-CN" sz="1725" kern="0" spc="5" baseline="-6688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=</a:t>
            </a:r>
            <a:r>
              <a:rPr baseline="-6688" lang="en-US" altLang="zh-CN" sz="1725" kern="0" spc="129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baseline="-6688" lang="en-US" altLang="zh-CN" sz="1725" kern="0" spc="0" u="sng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baseline="-6688" sz="1725" kern="0" noProof="0" dirty="0" smtClean="0" u="sng">
                <a:latin typeface="Cambria Math" pitchFamily="18" charset="0"/>
                <a:ea typeface="Cambria Math" pitchFamily="18" charset="0"/>
                <a:cs typeface="Cambria Math" pitchFamily="18" charset="0"/>
              </a:rPr>
              <a:t>	</a:t>
            </a:r>
            <a:r>
              <a:rPr baseline="-6688" lang="en-US" altLang="zh-CN" sz="1725" kern="0" spc="46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baseline="-6688" lang="en-US" altLang="zh-CN" sz="1725" kern="0" spc="0" u="sng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baseline="-6688" sz="1725" kern="0" noProof="0" dirty="0" smtClean="0" u="sng">
                <a:latin typeface="Cambria Math" pitchFamily="18" charset="0"/>
                <a:ea typeface="Cambria Math" pitchFamily="18" charset="0"/>
                <a:cs typeface="Cambria Math" pitchFamily="18" charset="0"/>
              </a:rPr>
              <a:t>	</a:t>
            </a:r>
          </a:p>
        </p:txBody>
      </p:sp>
      <p:pic>
        <p:nvPicPr>
          <p:cNvPr id="383" name="41E5F926-1747-4E67-7F3D-07E68EFB4653"/>
          <p:cNvPicPr>
            <a:picLocks noChangeAspect="1"/>
          </p:cNvPicPr>
          <p:nvPr/>
        </p:nvPicPr>
        <p:blipFill>
          <a:blip r:embed="rId123" cstate="print">
            <a:extLst>
              <a:ext uri="{07F96BD9-F518-4549-F452-71A8BEE2E65E}"/>
            </a:extLst>
          </a:blip>
          <a:srcRect/>
          <a:stretch>
            <a:fillRect/>
          </a:stretch>
        </p:blipFill>
        <p:spPr>
          <a:xfrm>
            <a:off x="1918576" y="5752599"/>
            <a:ext cx="76200" cy="114300"/>
          </a:xfrm>
          <a:prstGeom prst="rect">
            <a:avLst/>
          </a:prstGeom>
        </p:spPr>
      </p:pic>
      <p:pic>
        <p:nvPicPr>
          <p:cNvPr id="384" name="59EFA1E7-9CEC-47A1-6C9F-848A50BD00C5"/>
          <p:cNvPicPr>
            <a:picLocks noChangeAspect="1"/>
          </p:cNvPicPr>
          <p:nvPr/>
        </p:nvPicPr>
        <p:blipFill>
          <a:blip r:embed="rId124" cstate="print">
            <a:extLst>
              <a:ext uri="{61B2178C-3727-485A-1ABD-4342ADC044D3}"/>
            </a:extLst>
          </a:blip>
          <a:srcRect/>
          <a:stretch>
            <a:fillRect/>
          </a:stretch>
        </p:blipFill>
        <p:spPr>
          <a:xfrm>
            <a:off x="2991485" y="5752599"/>
            <a:ext cx="66675" cy="114300"/>
          </a:xfrm>
          <a:prstGeom prst="rect">
            <a:avLst/>
          </a:prstGeom>
        </p:spPr>
      </p:pic>
      <p:pic>
        <p:nvPicPr>
          <p:cNvPr id="385" name="E3B49A62-40DD-46C1-BE4C-1252F3BBE4E1"/>
          <p:cNvPicPr>
            <a:picLocks noChangeAspect="1"/>
          </p:cNvPicPr>
          <p:nvPr/>
        </p:nvPicPr>
        <p:blipFill>
          <a:blip r:embed="rId125" cstate="print">
            <a:extLst>
              <a:ext uri="{CA0B0B7E-1988-4DF4-176E-2DE1CDF1FA37}"/>
            </a:extLst>
          </a:blip>
          <a:srcRect/>
          <a:stretch>
            <a:fillRect/>
          </a:stretch>
        </p:blipFill>
        <p:spPr>
          <a:xfrm>
            <a:off x="3334385" y="5632203"/>
            <a:ext cx="66675" cy="114300"/>
          </a:xfrm>
          <a:prstGeom prst="rect">
            <a:avLst/>
          </a:prstGeom>
        </p:spPr>
      </p:pic>
      <p:pic>
        <p:nvPicPr>
          <p:cNvPr id="386" name="0A064D17-9DDA-41D9-DB57-1B6CF12EA3AD"/>
          <p:cNvPicPr>
            <a:picLocks noChangeAspect="1"/>
          </p:cNvPicPr>
          <p:nvPr/>
        </p:nvPicPr>
        <p:blipFill>
          <a:blip r:embed="rId126" cstate="print">
            <a:extLst>
              <a:ext uri="{5263BDF2-E6B3-4B5B-529E-B32E5FABBD96}"/>
            </a:extLst>
          </a:blip>
          <a:srcRect/>
          <a:stretch>
            <a:fillRect/>
          </a:stretch>
        </p:blipFill>
        <p:spPr>
          <a:xfrm>
            <a:off x="3480676" y="5632203"/>
            <a:ext cx="76200" cy="114300"/>
          </a:xfrm>
          <a:prstGeom prst="rect">
            <a:avLst/>
          </a:prstGeom>
        </p:spPr>
      </p:pic>
      <p:sp>
        <p:nvSpPr>
          <p:cNvPr id="387" name="TextBox387"/>
          <p:cNvSpPr txBox="1"/>
          <p:nvPr/>
        </p:nvSpPr>
        <p:spPr>
          <a:xfrm>
            <a:off x="3334385" y="5565127"/>
            <a:ext cx="559891" cy="139086"/>
          </a:xfrm>
          <a:prstGeom prst="rect">
            <a:avLst/>
          </a:prstGeom>
          <a:noFill/>
        </p:spPr>
        <p:txBody>
          <a:bodyPr wrap="square" lIns="0" rIns="0" bIns="0" tIns="29210" rtlCol="0">
            <a:spAutoFit/>
          </a:bodyPr>
          <a:lstStyle/>
          <a:p>
            <a:pPr marL="534414" marR="0" indent="0" eaLnBrk="0">
              <a:lnSpc>
                <a:spcPct val="82812"/>
              </a:lnSpc>
              <a:spcBef>
                <a:spcPts val="229"/>
              </a:spcBef>
              <a:spcAft>
                <a:spcPts val="69"/>
              </a:spcAft>
            </a:pPr>
            <a:r>
              <a:rPr lang="en-US" altLang="zh-CN" sz="1200" kern="0" spc="-25" baseline="-4725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'</a:t>
            </a:r>
          </a:p>
        </p:txBody>
      </p:sp>
      <p:pic>
        <p:nvPicPr>
          <p:cNvPr id="388" name="F6292B0E-0424-4D0A-D974-681BFE4FBA0D"/>
          <p:cNvPicPr>
            <a:picLocks noChangeAspect="1"/>
          </p:cNvPicPr>
          <p:nvPr/>
        </p:nvPicPr>
        <p:blipFill>
          <a:blip r:embed="rId127" cstate="print">
            <a:extLst>
              <a:ext uri="{14C7CF16-ADDA-4362-7369-464761D028C2}"/>
            </a:extLst>
          </a:blip>
          <a:srcRect/>
          <a:stretch>
            <a:fillRect/>
          </a:stretch>
        </p:blipFill>
        <p:spPr>
          <a:xfrm>
            <a:off x="3783965" y="5632203"/>
            <a:ext cx="76200" cy="114300"/>
          </a:xfrm>
          <a:prstGeom prst="rect">
            <a:avLst/>
          </a:prstGeom>
        </p:spPr>
      </p:pic>
      <p:sp>
        <p:nvSpPr>
          <p:cNvPr id="389" name="TextBox389"/>
          <p:cNvSpPr txBox="1"/>
          <p:nvPr/>
        </p:nvSpPr>
        <p:spPr>
          <a:xfrm>
            <a:off x="3424301" y="5656021"/>
            <a:ext cx="391505" cy="160275"/>
          </a:xfrm>
          <a:prstGeom prst="rect">
            <a:avLst/>
          </a:prstGeom>
          <a:noFill/>
        </p:spPr>
        <p:txBody>
          <a:bodyPr wrap="square" lIns="0" rIns="0" bIns="0" tIns="17780" rtlCol="0">
            <a:spAutoFit/>
          </a:bodyPr>
          <a:lstStyle/>
          <a:p>
            <a:pPr marL="0" marR="0" indent="0" eaLnBrk="0">
              <a:lnSpc>
                <a:spcPct val="84057"/>
              </a:lnSpc>
              <a:spcBef>
                <a:spcPts val="137"/>
              </a:spcBef>
            </a:pPr>
            <a:r>
              <a:rPr lang="en-US" altLang="zh-CN" sz="1725" kern="0" spc="0" baseline="-6669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,</a:t>
            </a:r>
            <a:r>
              <a:rPr baseline="-6669" lang="en-US" altLang="zh-CN" sz="1725" kern="0" spc="-2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725" kern="0" spc="0" baseline="-6669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,</a:t>
            </a:r>
            <a:r>
              <a:rPr baseline="-6669" lang="en-US" altLang="zh-CN" sz="1725" kern="0" spc="-2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725" kern="0" spc="0" baseline="-6669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−</a:t>
            </a:r>
          </a:p>
        </p:txBody>
      </p:sp>
      <p:sp>
        <p:nvSpPr>
          <p:cNvPr id="390" name="VectorPath 390"/>
          <p:cNvSpPr/>
          <p:nvPr/>
        </p:nvSpPr>
        <p:spPr>
          <a:xfrm>
            <a:off x="3778936" y="5751183"/>
            <a:ext cx="75590" cy="10058"/>
          </a:xfrm>
          <a:custGeom>
            <a:rect l="l" t="t" r="r" b="b"/>
            <a:pathLst>
              <a:path w="75590" h="10058">
                <a:moveTo>
                  <a:pt x="5029" y="5029"/>
                </a:moveTo>
                <a:lnTo>
                  <a:pt x="70561" y="5029"/>
                </a:lnTo>
              </a:path>
            </a:pathLst>
          </a:custGeom>
          <a:ln w="10058" cap="sq" cmpd="sng">
            <a:solidFill>
              <a:srgbClr val="0000FF">
                <a:alpha val="100000"/>
              </a:srgbClr>
            </a:solidFill>
            <a:bevel/>
          </a:ln>
        </p:spPr>
      </p:sp>
      <p:pic>
        <p:nvPicPr>
          <p:cNvPr id="391" name="B19C9D45-7ACD-4A8A-C5C5-5B35E4E33190"/>
          <p:cNvPicPr>
            <a:picLocks noChangeAspect="1"/>
          </p:cNvPicPr>
          <p:nvPr/>
        </p:nvPicPr>
        <p:blipFill>
          <a:blip r:embed="rId128" cstate="print">
            <a:extLst>
              <a:ext uri="{F1EE0A3C-3BB1-49F5-E655-4B59FA9CA2D5}"/>
            </a:extLst>
          </a:blip>
          <a:srcRect/>
          <a:stretch>
            <a:fillRect/>
          </a:stretch>
        </p:blipFill>
        <p:spPr>
          <a:xfrm>
            <a:off x="3334385" y="5798318"/>
            <a:ext cx="523875" cy="104775"/>
          </a:xfrm>
          <a:prstGeom prst="rect">
            <a:avLst/>
          </a:prstGeom>
        </p:spPr>
      </p:pic>
      <p:sp>
        <p:nvSpPr>
          <p:cNvPr id="392" name="VectorPath 392"/>
          <p:cNvSpPr/>
          <p:nvPr/>
        </p:nvSpPr>
        <p:spPr>
          <a:xfrm>
            <a:off x="3273946" y="5630215"/>
            <a:ext cx="56705" cy="251371"/>
          </a:xfrm>
          <a:custGeom>
            <a:rect l="l" t="t" r="r" b="b"/>
            <a:pathLst>
              <a:path w="56705" h="251371">
                <a:moveTo>
                  <a:pt x="54254" y="0"/>
                </a:moveTo>
                <a:lnTo>
                  <a:pt x="56705" y="5956"/>
                </a:lnTo>
                <a:cubicBezTo>
                  <a:pt x="43510" y="14592"/>
                  <a:pt x="33134" y="29312"/>
                  <a:pt x="25565" y="50127"/>
                </a:cubicBezTo>
                <a:cubicBezTo>
                  <a:pt x="18009" y="70929"/>
                  <a:pt x="14224" y="96152"/>
                  <a:pt x="14224" y="125768"/>
                </a:cubicBezTo>
                <a:cubicBezTo>
                  <a:pt x="14224" y="154838"/>
                  <a:pt x="17971" y="179883"/>
                  <a:pt x="25464" y="200927"/>
                </a:cubicBezTo>
                <a:cubicBezTo>
                  <a:pt x="32944" y="221958"/>
                  <a:pt x="43371" y="236791"/>
                  <a:pt x="56705" y="245415"/>
                </a:cubicBezTo>
                <a:lnTo>
                  <a:pt x="54254" y="251371"/>
                </a:lnTo>
                <a:cubicBezTo>
                  <a:pt x="37681" y="243040"/>
                  <a:pt x="24499" y="227508"/>
                  <a:pt x="14706" y="204788"/>
                </a:cubicBezTo>
                <a:cubicBezTo>
                  <a:pt x="4902" y="182067"/>
                  <a:pt x="0" y="155677"/>
                  <a:pt x="0" y="125616"/>
                </a:cubicBezTo>
                <a:cubicBezTo>
                  <a:pt x="0" y="95352"/>
                  <a:pt x="4902" y="68961"/>
                  <a:pt x="14706" y="46431"/>
                </a:cubicBezTo>
                <a:cubicBezTo>
                  <a:pt x="24499" y="23914"/>
                  <a:pt x="37681" y="8433"/>
                  <a:pt x="54254" y="0"/>
                </a:cubicBezTo>
              </a:path>
            </a:pathLst>
          </a:custGeom>
          <a:solidFill>
            <a:srgbClr val="0000FF">
              <a:alpha val="100000"/>
            </a:srgbClr>
          </a:solidFill>
        </p:spPr>
      </p:sp>
      <p:sp>
        <p:nvSpPr>
          <p:cNvPr id="393" name="VectorPath 393"/>
          <p:cNvSpPr/>
          <p:nvPr/>
        </p:nvSpPr>
        <p:spPr>
          <a:xfrm>
            <a:off x="3853993" y="5630215"/>
            <a:ext cx="56706" cy="251371"/>
          </a:xfrm>
          <a:custGeom>
            <a:rect l="l" t="t" r="r" b="b"/>
            <a:pathLst>
              <a:path w="56706" h="251371">
                <a:moveTo>
                  <a:pt x="2375" y="0"/>
                </a:moveTo>
                <a:cubicBezTo>
                  <a:pt x="18999" y="8433"/>
                  <a:pt x="32207" y="23914"/>
                  <a:pt x="42012" y="46431"/>
                </a:cubicBezTo>
                <a:cubicBezTo>
                  <a:pt x="51803" y="68961"/>
                  <a:pt x="56706" y="95352"/>
                  <a:pt x="56706" y="125616"/>
                </a:cubicBezTo>
                <a:cubicBezTo>
                  <a:pt x="56706" y="155677"/>
                  <a:pt x="51803" y="182067"/>
                  <a:pt x="42012" y="204788"/>
                </a:cubicBezTo>
                <a:cubicBezTo>
                  <a:pt x="32207" y="227508"/>
                  <a:pt x="18999" y="243040"/>
                  <a:pt x="2375" y="251371"/>
                </a:cubicBezTo>
                <a:lnTo>
                  <a:pt x="0" y="245415"/>
                </a:lnTo>
                <a:cubicBezTo>
                  <a:pt x="13297" y="236791"/>
                  <a:pt x="23698" y="221958"/>
                  <a:pt x="31217" y="200927"/>
                </a:cubicBezTo>
                <a:cubicBezTo>
                  <a:pt x="38735" y="179883"/>
                  <a:pt x="42494" y="154838"/>
                  <a:pt x="42494" y="125768"/>
                </a:cubicBezTo>
                <a:cubicBezTo>
                  <a:pt x="42494" y="96152"/>
                  <a:pt x="38710" y="70929"/>
                  <a:pt x="31141" y="50127"/>
                </a:cubicBezTo>
                <a:cubicBezTo>
                  <a:pt x="23571" y="29312"/>
                  <a:pt x="13195" y="14592"/>
                  <a:pt x="0" y="5956"/>
                </a:cubicBezTo>
                <a:lnTo>
                  <a:pt x="2375" y="0"/>
                </a:lnTo>
              </a:path>
            </a:pathLst>
          </a:custGeom>
          <a:solidFill>
            <a:srgbClr val="0000FF">
              <a:alpha val="100000"/>
            </a:srgbClr>
          </a:solidFill>
        </p:spPr>
      </p:sp>
      <p:pic>
        <p:nvPicPr>
          <p:cNvPr id="394" name="5B6E631A-1A94-4538-AC39-0754E6EBBAC5"/>
          <p:cNvPicPr>
            <a:picLocks noChangeAspect="1"/>
          </p:cNvPicPr>
          <p:nvPr/>
        </p:nvPicPr>
        <p:blipFill>
          <a:blip r:embed="rId129" cstate="print">
            <a:extLst>
              <a:ext uri="{55EBFEF6-32FE-4358-FD97-93F5245A0715}"/>
            </a:extLst>
          </a:blip>
          <a:srcRect/>
          <a:stretch>
            <a:fillRect/>
          </a:stretch>
        </p:blipFill>
        <p:spPr>
          <a:xfrm>
            <a:off x="1664081" y="6342202"/>
            <a:ext cx="609600" cy="171450"/>
          </a:xfrm>
          <a:prstGeom prst="rect">
            <a:avLst/>
          </a:prstGeom>
        </p:spPr>
      </p:pic>
      <p:pic>
        <p:nvPicPr>
          <p:cNvPr id="395" name="41365B47-7F87-400E-B927-6326318153B9"/>
          <p:cNvPicPr>
            <a:picLocks noChangeAspect="1"/>
          </p:cNvPicPr>
          <p:nvPr/>
        </p:nvPicPr>
        <p:blipFill>
          <a:blip r:embed="rId130" cstate="print">
            <a:extLst>
              <a:ext uri="{3761A4E7-9E70-4E8C-D004-815FE3046583}"/>
            </a:extLst>
          </a:blip>
          <a:srcRect/>
          <a:stretch>
            <a:fillRect/>
          </a:stretch>
        </p:blipFill>
        <p:spPr>
          <a:xfrm>
            <a:off x="2330056" y="6362332"/>
            <a:ext cx="361950" cy="171450"/>
          </a:xfrm>
          <a:prstGeom prst="rect">
            <a:avLst/>
          </a:prstGeom>
        </p:spPr>
      </p:pic>
      <p:sp>
        <p:nvSpPr>
          <p:cNvPr id="396" name="TextBox396"/>
          <p:cNvSpPr txBox="1"/>
          <p:nvPr/>
        </p:nvSpPr>
        <p:spPr>
          <a:xfrm>
            <a:off x="2755265" y="6362332"/>
            <a:ext cx="217462" cy="142799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81521"/>
              </a:lnSpc>
            </a:pPr>
            <a:r>
              <a:rPr lang="en-US" altLang="zh-CN" sz="1725" kern="0" spc="0" baseline="958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)</a:t>
            </a:r>
            <a:r>
              <a:rPr baseline="958" lang="en-US" altLang="zh-CN" sz="1725" kern="0" spc="-2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725" kern="0" spc="0" baseline="958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=</a:t>
            </a:r>
          </a:p>
        </p:txBody>
      </p:sp>
      <p:pic>
        <p:nvPicPr>
          <p:cNvPr id="397" name="E3699C35-178B-44BC-E3AA-145B4374F15F"/>
          <p:cNvPicPr>
            <a:picLocks noChangeAspect="1"/>
          </p:cNvPicPr>
          <p:nvPr/>
        </p:nvPicPr>
        <p:blipFill>
          <a:blip r:embed="rId131" cstate="print">
            <a:extLst>
              <a:ext uri="{BC1564FC-A98C-4991-B99A-01342A9EA999}"/>
            </a:extLst>
          </a:blip>
          <a:srcRect/>
          <a:stretch>
            <a:fillRect/>
          </a:stretch>
        </p:blipFill>
        <p:spPr>
          <a:xfrm>
            <a:off x="2259965" y="6424683"/>
            <a:ext cx="76200" cy="114300"/>
          </a:xfrm>
          <a:prstGeom prst="rect">
            <a:avLst/>
          </a:prstGeom>
        </p:spPr>
      </p:pic>
      <p:pic>
        <p:nvPicPr>
          <p:cNvPr id="398" name="B03553E7-9530-430B-63C7-61A5EFBED1DB"/>
          <p:cNvPicPr>
            <a:picLocks noChangeAspect="1"/>
          </p:cNvPicPr>
          <p:nvPr/>
        </p:nvPicPr>
        <p:blipFill>
          <a:blip r:embed="rId132" cstate="print">
            <a:extLst>
              <a:ext uri="{590C0AD7-EA80-43B5-827A-F8DCE37DCACD}"/>
            </a:extLst>
          </a:blip>
          <a:srcRect/>
          <a:stretch>
            <a:fillRect/>
          </a:stretch>
        </p:blipFill>
        <p:spPr>
          <a:xfrm>
            <a:off x="2685161" y="6424683"/>
            <a:ext cx="76200" cy="114300"/>
          </a:xfrm>
          <a:prstGeom prst="rect">
            <a:avLst/>
          </a:prstGeom>
        </p:spPr>
      </p:pic>
      <p:pic>
        <p:nvPicPr>
          <p:cNvPr id="399" name="941104FF-3C86-4FE6-5AE4-40DCF9AD8759"/>
          <p:cNvPicPr>
            <a:picLocks noChangeAspect="1"/>
          </p:cNvPicPr>
          <p:nvPr/>
        </p:nvPicPr>
        <p:blipFill>
          <a:blip r:embed="rId133" cstate="print">
            <a:extLst>
              <a:ext uri="{2216BBE0-0ECF-4A73-0CEB-6F5E4A060C56}"/>
            </a:extLst>
          </a:blip>
          <a:srcRect/>
          <a:stretch>
            <a:fillRect/>
          </a:stretch>
        </p:blipFill>
        <p:spPr>
          <a:xfrm>
            <a:off x="3745865" y="6016251"/>
            <a:ext cx="76200" cy="104775"/>
          </a:xfrm>
          <a:prstGeom prst="rect">
            <a:avLst/>
          </a:prstGeom>
        </p:spPr>
      </p:pic>
      <p:pic>
        <p:nvPicPr>
          <p:cNvPr id="400" name="74226377-1DDB-4607-63D2-9A81A8C37CA8"/>
          <p:cNvPicPr>
            <a:picLocks noChangeAspect="1"/>
          </p:cNvPicPr>
          <p:nvPr/>
        </p:nvPicPr>
        <p:blipFill>
          <a:blip r:embed="rId134" cstate="print">
            <a:extLst>
              <a:ext uri="{CFD7C026-C8A6-4290-BC90-4C04ECEA341A}"/>
            </a:extLst>
          </a:blip>
          <a:srcRect/>
          <a:stretch>
            <a:fillRect/>
          </a:stretch>
        </p:blipFill>
        <p:spPr>
          <a:xfrm>
            <a:off x="4285361" y="6016251"/>
            <a:ext cx="76200" cy="104775"/>
          </a:xfrm>
          <a:prstGeom prst="rect">
            <a:avLst/>
          </a:prstGeom>
        </p:spPr>
      </p:pic>
      <p:sp>
        <p:nvSpPr>
          <p:cNvPr id="401" name="VectorPath 401"/>
          <p:cNvSpPr/>
          <p:nvPr/>
        </p:nvSpPr>
        <p:spPr>
          <a:xfrm>
            <a:off x="4280332" y="6133707"/>
            <a:ext cx="74066" cy="10058"/>
          </a:xfrm>
          <a:custGeom>
            <a:rect l="l" t="t" r="r" b="b"/>
            <a:pathLst>
              <a:path w="74066" h="10058">
                <a:moveTo>
                  <a:pt x="5029" y="5029"/>
                </a:moveTo>
                <a:lnTo>
                  <a:pt x="69037" y="5029"/>
                </a:lnTo>
              </a:path>
            </a:pathLst>
          </a:custGeom>
          <a:ln w="10058" cap="sq" cmpd="sng">
            <a:solidFill>
              <a:srgbClr val="0000FF">
                <a:alpha val="100000"/>
              </a:srgbClr>
            </a:solidFill>
            <a:bevel/>
          </a:ln>
        </p:spPr>
      </p:sp>
      <p:pic>
        <p:nvPicPr>
          <p:cNvPr id="402" name="461DF573-4934-48A5-9FD4-78A7D9B42ED3"/>
          <p:cNvPicPr>
            <a:picLocks noChangeAspect="1"/>
          </p:cNvPicPr>
          <p:nvPr/>
        </p:nvPicPr>
        <p:blipFill>
          <a:blip r:embed="rId135" cstate="print">
            <a:extLst>
              <a:ext uri="{D38CBB4A-01CB-4A44-BFC9-EF74A76DCAAE}"/>
            </a:extLst>
          </a:blip>
          <a:srcRect/>
          <a:stretch>
            <a:fillRect/>
          </a:stretch>
        </p:blipFill>
        <p:spPr>
          <a:xfrm>
            <a:off x="3281045" y="6016251"/>
            <a:ext cx="76200" cy="104775"/>
          </a:xfrm>
          <a:prstGeom prst="rect">
            <a:avLst/>
          </a:prstGeom>
        </p:spPr>
      </p:pic>
      <p:sp>
        <p:nvSpPr>
          <p:cNvPr id="403" name="VectorPath 403"/>
          <p:cNvSpPr/>
          <p:nvPr/>
        </p:nvSpPr>
        <p:spPr>
          <a:xfrm>
            <a:off x="3870769" y="6045124"/>
            <a:ext cx="188290" cy="146685"/>
          </a:xfrm>
          <a:custGeom>
            <a:rect l="l" t="t" r="r" b="b"/>
            <a:pathLst>
              <a:path w="188290" h="146685">
                <a:moveTo>
                  <a:pt x="24409" y="69278"/>
                </a:moveTo>
                <a:lnTo>
                  <a:pt x="50673" y="127038"/>
                </a:lnTo>
                <a:lnTo>
                  <a:pt x="87440" y="0"/>
                </a:lnTo>
                <a:lnTo>
                  <a:pt x="188290" y="0"/>
                </a:lnTo>
                <a:lnTo>
                  <a:pt x="188290" y="10058"/>
                </a:lnTo>
                <a:lnTo>
                  <a:pt x="106413" y="10058"/>
                </a:lnTo>
                <a:lnTo>
                  <a:pt x="106413" y="10160"/>
                </a:lnTo>
                <a:lnTo>
                  <a:pt x="92939" y="10160"/>
                </a:lnTo>
                <a:lnTo>
                  <a:pt x="52908" y="146685"/>
                </a:lnTo>
                <a:lnTo>
                  <a:pt x="45694" y="146685"/>
                </a:lnTo>
                <a:lnTo>
                  <a:pt x="14884" y="80442"/>
                </a:lnTo>
                <a:lnTo>
                  <a:pt x="2311" y="86030"/>
                </a:lnTo>
                <a:lnTo>
                  <a:pt x="0" y="80442"/>
                </a:lnTo>
                <a:lnTo>
                  <a:pt x="24409" y="69278"/>
                </a:lnTo>
              </a:path>
            </a:pathLst>
          </a:custGeom>
          <a:solidFill>
            <a:srgbClr val="0000FF">
              <a:alpha val="100000"/>
            </a:srgbClr>
          </a:solidFill>
        </p:spPr>
      </p:sp>
      <p:sp>
        <p:nvSpPr>
          <p:cNvPr id="404" name="VectorPath 404"/>
          <p:cNvSpPr/>
          <p:nvPr/>
        </p:nvSpPr>
        <p:spPr>
          <a:xfrm>
            <a:off x="3372930" y="6045124"/>
            <a:ext cx="188290" cy="146685"/>
          </a:xfrm>
          <a:custGeom>
            <a:rect l="l" t="t" r="r" b="b"/>
            <a:pathLst>
              <a:path w="188290" h="146685">
                <a:moveTo>
                  <a:pt x="24409" y="69278"/>
                </a:moveTo>
                <a:lnTo>
                  <a:pt x="50673" y="127038"/>
                </a:lnTo>
                <a:lnTo>
                  <a:pt x="87440" y="0"/>
                </a:lnTo>
                <a:lnTo>
                  <a:pt x="188290" y="0"/>
                </a:lnTo>
                <a:lnTo>
                  <a:pt x="188290" y="10058"/>
                </a:lnTo>
                <a:lnTo>
                  <a:pt x="106413" y="10058"/>
                </a:lnTo>
                <a:lnTo>
                  <a:pt x="106413" y="10160"/>
                </a:lnTo>
                <a:lnTo>
                  <a:pt x="92939" y="10160"/>
                </a:lnTo>
                <a:lnTo>
                  <a:pt x="52908" y="146685"/>
                </a:lnTo>
                <a:lnTo>
                  <a:pt x="45694" y="146685"/>
                </a:lnTo>
                <a:lnTo>
                  <a:pt x="14884" y="80442"/>
                </a:lnTo>
                <a:lnTo>
                  <a:pt x="2311" y="86030"/>
                </a:lnTo>
                <a:lnTo>
                  <a:pt x="0" y="80442"/>
                </a:lnTo>
                <a:lnTo>
                  <a:pt x="24409" y="69278"/>
                </a:lnTo>
              </a:path>
            </a:pathLst>
          </a:custGeom>
          <a:solidFill>
            <a:srgbClr val="0000FF">
              <a:alpha val="100000"/>
            </a:srgbClr>
          </a:solidFill>
        </p:spPr>
      </p:sp>
      <p:pic>
        <p:nvPicPr>
          <p:cNvPr id="405" name="CB73BEB5-3A0C-4007-A7DD-17E9CE843623"/>
          <p:cNvPicPr>
            <a:picLocks noChangeAspect="1"/>
          </p:cNvPicPr>
          <p:nvPr/>
        </p:nvPicPr>
        <p:blipFill>
          <a:blip r:embed="rId136" cstate="print">
            <a:extLst>
              <a:ext uri="{F0232F07-CB10-44C4-2086-3E9009D11D8E}"/>
            </a:extLst>
          </a:blip>
          <a:srcRect/>
          <a:stretch>
            <a:fillRect/>
          </a:stretch>
        </p:blipFill>
        <p:spPr>
          <a:xfrm>
            <a:off x="3281045" y="6180843"/>
            <a:ext cx="76200" cy="104775"/>
          </a:xfrm>
          <a:prstGeom prst="rect">
            <a:avLst/>
          </a:prstGeom>
        </p:spPr>
      </p:pic>
      <p:pic>
        <p:nvPicPr>
          <p:cNvPr id="406" name="FE2A4A7F-D2A1-4024-1952-CFF7805B83FA"/>
          <p:cNvPicPr>
            <a:picLocks noChangeAspect="1"/>
          </p:cNvPicPr>
          <p:nvPr/>
        </p:nvPicPr>
        <p:blipFill>
          <a:blip r:embed="rId137" cstate="print">
            <a:extLst>
              <a:ext uri="{52EA5FC8-730A-46EC-83CE-99AB339763CF}"/>
            </a:extLst>
          </a:blip>
          <a:srcRect/>
          <a:stretch>
            <a:fillRect/>
          </a:stretch>
        </p:blipFill>
        <p:spPr>
          <a:xfrm>
            <a:off x="3206356" y="6302763"/>
            <a:ext cx="76200" cy="104775"/>
          </a:xfrm>
          <a:prstGeom prst="rect">
            <a:avLst/>
          </a:prstGeom>
        </p:spPr>
      </p:pic>
      <p:pic>
        <p:nvPicPr>
          <p:cNvPr id="407" name="C66253C8-EA58-4CA1-93E5-F22B8AB3E74C"/>
          <p:cNvPicPr>
            <a:picLocks noChangeAspect="1"/>
          </p:cNvPicPr>
          <p:nvPr/>
        </p:nvPicPr>
        <p:blipFill>
          <a:blip r:embed="rId138" cstate="print">
            <a:extLst>
              <a:ext uri="{7B909686-ECF4-4238-719D-14FA03CAC4AF}"/>
            </a:extLst>
          </a:blip>
          <a:srcRect/>
          <a:stretch>
            <a:fillRect/>
          </a:stretch>
        </p:blipFill>
        <p:spPr>
          <a:xfrm>
            <a:off x="3206356" y="6468879"/>
            <a:ext cx="76200" cy="114300"/>
          </a:xfrm>
          <a:prstGeom prst="rect">
            <a:avLst/>
          </a:prstGeom>
        </p:spPr>
      </p:pic>
      <p:sp>
        <p:nvSpPr>
          <p:cNvPr id="408" name="VectorPath 408"/>
          <p:cNvSpPr/>
          <p:nvPr/>
        </p:nvSpPr>
        <p:spPr>
          <a:xfrm>
            <a:off x="3276016" y="6133707"/>
            <a:ext cx="74066" cy="10058"/>
          </a:xfrm>
          <a:custGeom>
            <a:rect l="l" t="t" r="r" b="b"/>
            <a:pathLst>
              <a:path w="74066" h="10058">
                <a:moveTo>
                  <a:pt x="5029" y="5029"/>
                </a:moveTo>
                <a:lnTo>
                  <a:pt x="69037" y="5029"/>
                </a:lnTo>
              </a:path>
            </a:pathLst>
          </a:custGeom>
          <a:ln w="10058" cap="sq" cmpd="sng">
            <a:solidFill>
              <a:srgbClr val="0000FF">
                <a:alpha val="100000"/>
              </a:srgbClr>
            </a:solidFill>
            <a:bevel/>
          </a:ln>
        </p:spPr>
      </p:sp>
      <p:sp>
        <p:nvSpPr>
          <p:cNvPr id="409" name="TextBox409"/>
          <p:cNvSpPr txBox="1"/>
          <p:nvPr/>
        </p:nvSpPr>
        <p:spPr>
          <a:xfrm>
            <a:off x="3133217" y="6072772"/>
            <a:ext cx="113843" cy="142799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81521"/>
              </a:lnSpc>
            </a:pPr>
            <a:r>
              <a:rPr lang="en-US" altLang="zh-CN" sz="1725" kern="0" spc="-25" baseline="958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−</a:t>
            </a:r>
          </a:p>
        </p:txBody>
      </p:sp>
      <p:pic>
        <p:nvPicPr>
          <p:cNvPr id="410" name="B401337A-431F-4A7B-C28B-F4E936572D97"/>
          <p:cNvPicPr>
            <a:picLocks noChangeAspect="1"/>
          </p:cNvPicPr>
          <p:nvPr/>
        </p:nvPicPr>
        <p:blipFill>
          <a:blip r:embed="rId139" cstate="print">
            <a:extLst>
              <a:ext uri="{74674E49-B312-4747-CB1E-2AC48F217281}"/>
            </a:extLst>
          </a:blip>
          <a:srcRect/>
          <a:stretch>
            <a:fillRect/>
          </a:stretch>
        </p:blipFill>
        <p:spPr>
          <a:xfrm>
            <a:off x="3470021" y="6072772"/>
            <a:ext cx="95250" cy="152400"/>
          </a:xfrm>
          <a:prstGeom prst="rect">
            <a:avLst/>
          </a:prstGeom>
        </p:spPr>
      </p:pic>
      <p:sp>
        <p:nvSpPr>
          <p:cNvPr id="411" name="VectorPath 411"/>
          <p:cNvSpPr/>
          <p:nvPr/>
        </p:nvSpPr>
        <p:spPr>
          <a:xfrm>
            <a:off x="3708832" y="6133707"/>
            <a:ext cx="138075" cy="10058"/>
          </a:xfrm>
          <a:custGeom>
            <a:rect l="l" t="t" r="r" b="b"/>
            <a:pathLst>
              <a:path w="138075" h="10058">
                <a:moveTo>
                  <a:pt x="5029" y="5029"/>
                </a:moveTo>
                <a:lnTo>
                  <a:pt x="133045" y="5029"/>
                </a:lnTo>
              </a:path>
            </a:pathLst>
          </a:custGeom>
          <a:ln w="10058" cap="sq" cmpd="sng">
            <a:solidFill>
              <a:srgbClr val="0000FF">
                <a:alpha val="100000"/>
              </a:srgbClr>
            </a:solidFill>
            <a:bevel/>
          </a:ln>
        </p:spPr>
      </p:sp>
      <p:pic>
        <p:nvPicPr>
          <p:cNvPr id="412" name="A2E36713-2C59-4AA5-0DE8-DE6336FF64C2"/>
          <p:cNvPicPr>
            <a:picLocks noChangeAspect="1"/>
          </p:cNvPicPr>
          <p:nvPr/>
        </p:nvPicPr>
        <p:blipFill>
          <a:blip r:embed="rId140" cstate="print">
            <a:extLst>
              <a:ext uri="{0A97AAC6-428E-42C4-CADE-4A095CB3D74D}"/>
            </a:extLst>
          </a:blip>
          <a:srcRect/>
          <a:stretch>
            <a:fillRect/>
          </a:stretch>
        </p:blipFill>
        <p:spPr>
          <a:xfrm>
            <a:off x="3968356" y="6072772"/>
            <a:ext cx="104775" cy="152400"/>
          </a:xfrm>
          <a:prstGeom prst="rect">
            <a:avLst/>
          </a:prstGeom>
        </p:spPr>
      </p:pic>
      <p:grpSp>
        <p:nvGrpSpPr>
          <p:cNvPr id="413" name="Combination 413"/>
          <p:cNvGrpSpPr/>
          <p:nvPr/>
        </p:nvGrpSpPr>
        <p:grpSpPr>
          <a:xfrm>
            <a:off x="3201340" y="6332779"/>
            <a:ext cx="285585" cy="146685"/>
            <a:chOff x="3201340" y="6332779"/>
            <a:chExt cx="285585" cy="146685"/>
          </a:xfrm>
        </p:grpSpPr>
        <p:sp>
          <p:nvSpPr>
            <p:cNvPr id="414" name="VectorPath 414"/>
            <p:cNvSpPr/>
            <p:nvPr/>
          </p:nvSpPr>
          <p:spPr>
            <a:xfrm>
              <a:off x="3201340" y="6421743"/>
              <a:ext cx="74066" cy="10058"/>
            </a:xfrm>
            <a:custGeom>
              <a:rect l="l" t="t" r="r" b="b"/>
              <a:pathLst>
                <a:path w="74066" h="10058">
                  <a:moveTo>
                    <a:pt x="5029" y="5029"/>
                  </a:moveTo>
                  <a:lnTo>
                    <a:pt x="69037" y="5029"/>
                  </a:lnTo>
                </a:path>
              </a:pathLst>
            </a:custGeom>
            <a:ln w="10058" cap="sq" cmpd="sng">
              <a:solidFill>
                <a:srgbClr val="0000FF">
                  <a:alpha val="100000"/>
                </a:srgbClr>
              </a:solidFill>
              <a:bevel/>
            </a:ln>
          </p:spPr>
        </p:sp>
        <p:sp>
          <p:nvSpPr>
            <p:cNvPr id="415" name="VectorPath 415"/>
            <p:cNvSpPr/>
            <p:nvPr/>
          </p:nvSpPr>
          <p:spPr>
            <a:xfrm>
              <a:off x="3298635" y="6332779"/>
              <a:ext cx="188290" cy="146685"/>
            </a:xfrm>
            <a:custGeom>
              <a:rect l="l" t="t" r="r" b="b"/>
              <a:pathLst>
                <a:path w="188290" h="146685">
                  <a:moveTo>
                    <a:pt x="24409" y="69278"/>
                  </a:moveTo>
                  <a:lnTo>
                    <a:pt x="50673" y="127038"/>
                  </a:lnTo>
                  <a:lnTo>
                    <a:pt x="87440" y="0"/>
                  </a:lnTo>
                  <a:lnTo>
                    <a:pt x="188290" y="0"/>
                  </a:lnTo>
                  <a:lnTo>
                    <a:pt x="188290" y="10058"/>
                  </a:lnTo>
                  <a:lnTo>
                    <a:pt x="106413" y="10058"/>
                  </a:lnTo>
                  <a:lnTo>
                    <a:pt x="106413" y="10160"/>
                  </a:lnTo>
                  <a:lnTo>
                    <a:pt x="92939" y="10160"/>
                  </a:lnTo>
                  <a:lnTo>
                    <a:pt x="52908" y="146685"/>
                  </a:lnTo>
                  <a:lnTo>
                    <a:pt x="45694" y="146685"/>
                  </a:lnTo>
                  <a:lnTo>
                    <a:pt x="14884" y="80442"/>
                  </a:lnTo>
                  <a:lnTo>
                    <a:pt x="2311" y="86030"/>
                  </a:lnTo>
                  <a:lnTo>
                    <a:pt x="0" y="80442"/>
                  </a:lnTo>
                  <a:lnTo>
                    <a:pt x="24409" y="69278"/>
                  </a:lnTo>
                </a:path>
              </a:pathLst>
            </a:custGeom>
            <a:solidFill>
              <a:srgbClr val="0000FF">
                <a:alpha val="100000"/>
              </a:srgbClr>
            </a:solidFill>
          </p:spPr>
        </p:sp>
      </p:grpSp>
      <p:pic>
        <p:nvPicPr>
          <p:cNvPr id="416" name="AB52E408-4193-4320-04F9-993FF460228C"/>
          <p:cNvPicPr>
            <a:picLocks noChangeAspect="1"/>
          </p:cNvPicPr>
          <p:nvPr/>
        </p:nvPicPr>
        <p:blipFill>
          <a:blip r:embed="rId141" cstate="print">
            <a:extLst>
              <a:ext uri="{FA919ECA-D557-4DB2-9203-002DDB074AE4}"/>
            </a:extLst>
          </a:blip>
          <a:srcRect/>
          <a:stretch>
            <a:fillRect/>
          </a:stretch>
        </p:blipFill>
        <p:spPr>
          <a:xfrm>
            <a:off x="3395345" y="6359272"/>
            <a:ext cx="104775" cy="152400"/>
          </a:xfrm>
          <a:prstGeom prst="rect">
            <a:avLst/>
          </a:prstGeom>
        </p:spPr>
      </p:pic>
      <p:pic>
        <p:nvPicPr>
          <p:cNvPr id="417" name="84B01E85-7BAC-4FDD-B28F-66D0B300043D"/>
          <p:cNvPicPr>
            <a:picLocks noChangeAspect="1"/>
          </p:cNvPicPr>
          <p:nvPr/>
        </p:nvPicPr>
        <p:blipFill>
          <a:blip r:embed="rId142" cstate="print">
            <a:extLst>
              <a:ext uri="{E82A19BB-657D-49A3-7283-54AF237F6F34}"/>
            </a:extLst>
          </a:blip>
          <a:srcRect/>
          <a:stretch>
            <a:fillRect/>
          </a:stretch>
        </p:blipFill>
        <p:spPr>
          <a:xfrm>
            <a:off x="3300857" y="6648831"/>
            <a:ext cx="104775" cy="152400"/>
          </a:xfrm>
          <a:prstGeom prst="rect">
            <a:avLst/>
          </a:prstGeom>
        </p:spPr>
      </p:pic>
      <p:pic>
        <p:nvPicPr>
          <p:cNvPr id="418" name="D5A3C45C-5D10-4785-6198-ED6CA010CAC8"/>
          <p:cNvPicPr>
            <a:picLocks noChangeAspect="1"/>
          </p:cNvPicPr>
          <p:nvPr/>
        </p:nvPicPr>
        <p:blipFill>
          <a:blip r:embed="rId143" cstate="print">
            <a:extLst>
              <a:ext uri="{63EA2412-5317-4F70-91D7-73180D233BC7}"/>
            </a:extLst>
          </a:blip>
          <a:srcRect/>
          <a:stretch>
            <a:fillRect/>
          </a:stretch>
        </p:blipFill>
        <p:spPr>
          <a:xfrm>
            <a:off x="3713861" y="6180843"/>
            <a:ext cx="142875" cy="228600"/>
          </a:xfrm>
          <a:prstGeom prst="rect">
            <a:avLst/>
          </a:prstGeom>
        </p:spPr>
      </p:pic>
      <p:sp>
        <p:nvSpPr>
          <p:cNvPr id="419" name="VectorPath 419"/>
          <p:cNvSpPr/>
          <p:nvPr/>
        </p:nvSpPr>
        <p:spPr>
          <a:xfrm>
            <a:off x="3708832" y="6421743"/>
            <a:ext cx="138075" cy="10058"/>
          </a:xfrm>
          <a:custGeom>
            <a:rect l="l" t="t" r="r" b="b"/>
            <a:pathLst>
              <a:path w="138075" h="10058">
                <a:moveTo>
                  <a:pt x="5029" y="5029"/>
                </a:moveTo>
                <a:lnTo>
                  <a:pt x="133045" y="5029"/>
                </a:lnTo>
              </a:path>
            </a:pathLst>
          </a:custGeom>
          <a:ln w="10058" cap="sq" cmpd="sng">
            <a:solidFill>
              <a:srgbClr val="0000FF">
                <a:alpha val="100000"/>
              </a:srgbClr>
            </a:solidFill>
            <a:bevel/>
          </a:ln>
        </p:spPr>
      </p:sp>
      <p:pic>
        <p:nvPicPr>
          <p:cNvPr id="420" name="62FF98E5-B18A-48A1-6394-C95B76202392"/>
          <p:cNvPicPr>
            <a:picLocks noChangeAspect="1"/>
          </p:cNvPicPr>
          <p:nvPr/>
        </p:nvPicPr>
        <p:blipFill>
          <a:blip r:embed="rId144" cstate="print">
            <a:extLst>
              <a:ext uri="{C3BE1630-D5E0-49E5-C663-11354D505303}"/>
            </a:extLst>
          </a:blip>
          <a:srcRect/>
          <a:stretch>
            <a:fillRect/>
          </a:stretch>
        </p:blipFill>
        <p:spPr>
          <a:xfrm>
            <a:off x="3713861" y="6468879"/>
            <a:ext cx="142875" cy="114300"/>
          </a:xfrm>
          <a:prstGeom prst="rect">
            <a:avLst/>
          </a:prstGeom>
        </p:spPr>
      </p:pic>
      <p:sp>
        <p:nvSpPr>
          <p:cNvPr id="421" name="VectorPath 421"/>
          <p:cNvSpPr/>
          <p:nvPr/>
        </p:nvSpPr>
        <p:spPr>
          <a:xfrm>
            <a:off x="3870769" y="6332779"/>
            <a:ext cx="188290" cy="146685"/>
          </a:xfrm>
          <a:custGeom>
            <a:rect l="l" t="t" r="r" b="b"/>
            <a:pathLst>
              <a:path w="188290" h="146685">
                <a:moveTo>
                  <a:pt x="24409" y="69278"/>
                </a:moveTo>
                <a:lnTo>
                  <a:pt x="50673" y="127038"/>
                </a:lnTo>
                <a:lnTo>
                  <a:pt x="87440" y="0"/>
                </a:lnTo>
                <a:lnTo>
                  <a:pt x="188290" y="0"/>
                </a:lnTo>
                <a:lnTo>
                  <a:pt x="188290" y="10058"/>
                </a:lnTo>
                <a:lnTo>
                  <a:pt x="106413" y="10058"/>
                </a:lnTo>
                <a:lnTo>
                  <a:pt x="106413" y="10160"/>
                </a:lnTo>
                <a:lnTo>
                  <a:pt x="92939" y="10160"/>
                </a:lnTo>
                <a:lnTo>
                  <a:pt x="52908" y="146685"/>
                </a:lnTo>
                <a:lnTo>
                  <a:pt x="45694" y="146685"/>
                </a:lnTo>
                <a:lnTo>
                  <a:pt x="14884" y="80442"/>
                </a:lnTo>
                <a:lnTo>
                  <a:pt x="2311" y="86030"/>
                </a:lnTo>
                <a:lnTo>
                  <a:pt x="0" y="80442"/>
                </a:lnTo>
                <a:lnTo>
                  <a:pt x="24409" y="69278"/>
                </a:lnTo>
              </a:path>
            </a:pathLst>
          </a:custGeom>
          <a:solidFill>
            <a:srgbClr val="0000FF">
              <a:alpha val="100000"/>
            </a:srgbClr>
          </a:solidFill>
        </p:spPr>
      </p:sp>
      <p:pic>
        <p:nvPicPr>
          <p:cNvPr id="422" name="627DE24F-6C40-40F1-5683-8FF513C31810"/>
          <p:cNvPicPr>
            <a:picLocks noChangeAspect="1"/>
          </p:cNvPicPr>
          <p:nvPr/>
        </p:nvPicPr>
        <p:blipFill>
          <a:blip r:embed="rId145" cstate="print">
            <a:extLst>
              <a:ext uri="{4724A5EE-2752-45B9-B51B-DA5B1D853778}"/>
            </a:extLst>
          </a:blip>
          <a:srcRect/>
          <a:stretch>
            <a:fillRect/>
          </a:stretch>
        </p:blipFill>
        <p:spPr>
          <a:xfrm>
            <a:off x="3968356" y="6359272"/>
            <a:ext cx="104775" cy="152400"/>
          </a:xfrm>
          <a:prstGeom prst="rect">
            <a:avLst/>
          </a:prstGeom>
        </p:spPr>
      </p:pic>
      <p:pic>
        <p:nvPicPr>
          <p:cNvPr id="423" name="8BAB96D7-FCEF-47B3-1B25-59440B11A912"/>
          <p:cNvPicPr>
            <a:picLocks noChangeAspect="1"/>
          </p:cNvPicPr>
          <p:nvPr/>
        </p:nvPicPr>
        <p:blipFill>
          <a:blip r:embed="rId146" cstate="print">
            <a:extLst>
              <a:ext uri="{D951DCEC-5A91-4B42-D00E-B665E22203A6}"/>
            </a:extLst>
          </a:blip>
          <a:srcRect/>
          <a:stretch>
            <a:fillRect/>
          </a:stretch>
        </p:blipFill>
        <p:spPr>
          <a:xfrm>
            <a:off x="3745865" y="6592323"/>
            <a:ext cx="76200" cy="114300"/>
          </a:xfrm>
          <a:prstGeom prst="rect">
            <a:avLst/>
          </a:prstGeom>
        </p:spPr>
      </p:pic>
      <p:sp>
        <p:nvSpPr>
          <p:cNvPr id="424" name="VectorPath 424"/>
          <p:cNvSpPr/>
          <p:nvPr/>
        </p:nvSpPr>
        <p:spPr>
          <a:xfrm>
            <a:off x="3838384" y="6621070"/>
            <a:ext cx="188290" cy="146685"/>
          </a:xfrm>
          <a:custGeom>
            <a:rect l="l" t="t" r="r" b="b"/>
            <a:pathLst>
              <a:path w="188290" h="146685">
                <a:moveTo>
                  <a:pt x="24409" y="69278"/>
                </a:moveTo>
                <a:lnTo>
                  <a:pt x="50673" y="127038"/>
                </a:lnTo>
                <a:lnTo>
                  <a:pt x="87440" y="0"/>
                </a:lnTo>
                <a:lnTo>
                  <a:pt x="188290" y="0"/>
                </a:lnTo>
                <a:lnTo>
                  <a:pt x="188290" y="10058"/>
                </a:lnTo>
                <a:lnTo>
                  <a:pt x="106413" y="10058"/>
                </a:lnTo>
                <a:lnTo>
                  <a:pt x="106413" y="10160"/>
                </a:lnTo>
                <a:lnTo>
                  <a:pt x="92939" y="10160"/>
                </a:lnTo>
                <a:lnTo>
                  <a:pt x="52908" y="146685"/>
                </a:lnTo>
                <a:lnTo>
                  <a:pt x="45694" y="146685"/>
                </a:lnTo>
                <a:lnTo>
                  <a:pt x="14884" y="80442"/>
                </a:lnTo>
                <a:lnTo>
                  <a:pt x="2311" y="86030"/>
                </a:lnTo>
                <a:lnTo>
                  <a:pt x="0" y="80442"/>
                </a:lnTo>
                <a:lnTo>
                  <a:pt x="24409" y="69278"/>
                </a:lnTo>
              </a:path>
            </a:pathLst>
          </a:custGeom>
          <a:solidFill>
            <a:srgbClr val="0000FF">
              <a:alpha val="100000"/>
            </a:srgbClr>
          </a:solidFill>
        </p:spPr>
      </p:sp>
      <p:sp>
        <p:nvSpPr>
          <p:cNvPr id="425" name="VectorPath 425"/>
          <p:cNvSpPr/>
          <p:nvPr/>
        </p:nvSpPr>
        <p:spPr>
          <a:xfrm>
            <a:off x="3740836" y="6709779"/>
            <a:ext cx="74066" cy="10058"/>
          </a:xfrm>
          <a:custGeom>
            <a:rect l="l" t="t" r="r" b="b"/>
            <a:pathLst>
              <a:path w="74066" h="10058">
                <a:moveTo>
                  <a:pt x="5029" y="5029"/>
                </a:moveTo>
                <a:lnTo>
                  <a:pt x="69037" y="5029"/>
                </a:lnTo>
              </a:path>
            </a:pathLst>
          </a:custGeom>
          <a:ln w="10058" cap="sq" cmpd="sng">
            <a:solidFill>
              <a:srgbClr val="0000FF">
                <a:alpha val="100000"/>
              </a:srgbClr>
            </a:solidFill>
            <a:bevel/>
          </a:ln>
        </p:spPr>
      </p:sp>
      <p:pic>
        <p:nvPicPr>
          <p:cNvPr id="426" name="945AD7F0-80E5-42E5-25D8-BA3610086225"/>
          <p:cNvPicPr>
            <a:picLocks noChangeAspect="1"/>
          </p:cNvPicPr>
          <p:nvPr/>
        </p:nvPicPr>
        <p:blipFill>
          <a:blip r:embed="rId147" cstate="print">
            <a:extLst>
              <a:ext uri="{A8DFCB58-1588-4D29-9DB7-B454C5B57359}"/>
            </a:extLst>
          </a:blip>
          <a:srcRect/>
          <a:stretch>
            <a:fillRect/>
          </a:stretch>
        </p:blipFill>
        <p:spPr>
          <a:xfrm>
            <a:off x="3936365" y="6647320"/>
            <a:ext cx="95250" cy="152400"/>
          </a:xfrm>
          <a:prstGeom prst="rect">
            <a:avLst/>
          </a:prstGeom>
        </p:spPr>
      </p:pic>
      <p:pic>
        <p:nvPicPr>
          <p:cNvPr id="427" name="B69F8CD1-9EC6-4686-AA73-4E58AF1B8A98"/>
          <p:cNvPicPr>
            <a:picLocks noChangeAspect="1"/>
          </p:cNvPicPr>
          <p:nvPr/>
        </p:nvPicPr>
        <p:blipFill>
          <a:blip r:embed="rId148" cstate="print">
            <a:extLst>
              <a:ext uri="{1EEF0223-0C64-4522-5137-15485A4D2016}"/>
            </a:extLst>
          </a:blip>
          <a:srcRect/>
          <a:stretch>
            <a:fillRect/>
          </a:stretch>
        </p:blipFill>
        <p:spPr>
          <a:xfrm>
            <a:off x="4285361" y="6180843"/>
            <a:ext cx="76200" cy="104775"/>
          </a:xfrm>
          <a:prstGeom prst="rect">
            <a:avLst/>
          </a:prstGeom>
        </p:spPr>
      </p:pic>
      <p:pic>
        <p:nvPicPr>
          <p:cNvPr id="428" name="BA095071-8C21-427A-E4AA-92F7B113B8CF"/>
          <p:cNvPicPr>
            <a:picLocks noChangeAspect="1"/>
          </p:cNvPicPr>
          <p:nvPr/>
        </p:nvPicPr>
        <p:blipFill>
          <a:blip r:embed="rId149" cstate="print">
            <a:extLst>
              <a:ext uri="{6D8E9615-215C-4A7F-12FF-06ACAE1F8B64}"/>
            </a:extLst>
          </a:blip>
          <a:srcRect/>
          <a:stretch>
            <a:fillRect/>
          </a:stretch>
        </p:blipFill>
        <p:spPr>
          <a:xfrm>
            <a:off x="4425607" y="6020461"/>
            <a:ext cx="104775" cy="8286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29" name="TextBox429"/>
              <p:cNvSpPr txBox="1"/>
              <p:nvPr/>
            </p:nvSpPr>
            <p:spPr>
              <a:xfrm>
                <a:off x="4210685" y="6312332"/>
                <a:ext cx="2225028" cy="545719"/>
              </a:xfrm>
              <a:prstGeom prst="rect">
                <a:avLst/>
              </a:prstGeom>
              <a:noFill/>
            </p:spPr>
            <p:txBody>
              <a:bodyPr wrap="square" lIns="0" rIns="0" bIns="0" tIns="0" rtlCol="0">
                <a:spAutoFit/>
              </a:bodyPr>
              <a:lstStyle/>
              <a:p>
                <a:pPr marL="0" marR="0" indent="69647" eaLnBrk="0">
                  <a:lnSpc>
                    <a:spcPct val="131950"/>
                  </a:lnSpc>
                </a:pPr>
                <a:r>
                  <a:rPr lang="en-US" altLang="zh-CN" sz="1725" kern="0" spc="5" baseline="11329" b="1" noProof="0" dirty="0" smtClean="0">
                    <a:solidFill>
                      <a:srgbClr val="0000FF"/>
                    </a:solidFill>
                    <a:latin typeface="Times New Roman" pitchFamily="18" charset="0"/>
                    <a:ea typeface="Times New Roman" pitchFamily="18" charset="0"/>
                    <a:cs typeface="Times New Roman" pitchFamily="18" charset="0"/>
                  </a:rPr>
                  <a:t>,</a:t>
                </a:r>
                <a:r>
                  <a:rPr lang="en-US" altLang="zh-CN" sz="1725" kern="0" spc="0" baseline="11329" b="1" noProof="0" dirty="0" smtClean="0">
                    <a:solidFill>
                      <a:srgbClr val="0000FF"/>
                    </a:solidFill>
                    <a:latin typeface="SimSun" pitchFamily="2" charset="0"/>
                    <a:ea typeface="SimSun" pitchFamily="2" charset="0"/>
                    <a:cs typeface="SimSun" pitchFamily="2" charset="0"/>
                  </a:rPr>
                  <a:t>则</a:t>
                </a:r>
                <a:r>
                  <a:rPr baseline="11329" lang="en-US" altLang="zh-CN" sz="1725" kern="0" spc="0" b="1" noProof="0" dirty="0" smtClean="0">
                    <a:latin typeface="SimSun" pitchFamily="2" charset="0"/>
                    <a:ea typeface="SimSun" pitchFamily="2" charset="0"/>
                    <a:cs typeface="SimSun" pitchFamily="2" charset="0"/>
                  </a:rPr>
                  <a:t> </a:t>
                </a:r>
                <a:r>
                  <a:rPr lang="en-US" altLang="zh-CN" sz="1725" kern="0" spc="0" baseline="11329" b="1" noProof="0" dirty="0" smtClean="0">
                    <a:solidFill>
                      <a:srgbClr val="0000FF"/>
                    </a:solidFill>
                    <a:latin typeface="Times New Roman" pitchFamily="18" charset="0"/>
                    <a:ea typeface="Times New Roman" pitchFamily="18" charset="0"/>
                    <a:cs typeface="Times New Roman" pitchFamily="18" charset="0"/>
                  </a:rPr>
                  <a:t>P</a:t>
                </a:r>
                <a:r>
                  <a:rPr baseline="11329" lang="en-US" altLang="zh-CN" sz="1725" kern="0" spc="0" b="1" noProof="0" dirty="0" smtClean="0">
                    <a:latin typeface="Times New Roman" pitchFamily="18" charset="0"/>
                    <a:ea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altLang="zh-CN" sz="1725" kern="0" spc="0" baseline="11329" b="1" noProof="0" dirty="0" smtClean="0">
                    <a:solidFill>
                      <a:srgbClr val="0000FF"/>
                    </a:solidFill>
                    <a:latin typeface="SimSun" pitchFamily="2" charset="0"/>
                    <a:ea typeface="SimSun" pitchFamily="2" charset="0"/>
                    <a:cs typeface="SimSun" pitchFamily="2" charset="0"/>
                  </a:rPr>
                  <a:t>为正交矩阵，令</a:t>
                </a:r>
                <a:r>
                  <a:rPr baseline="11329" lang="en-US" altLang="zh-CN" sz="1725" kern="0" spc="0" b="1" noProof="0" dirty="0" smtClean="0">
                    <a:latin typeface="SimSun" pitchFamily="2" charset="0"/>
                    <a:ea typeface="SimSun" pitchFamily="2" charset="0"/>
                    <a:cs typeface="SimSun" pitchFamily="2" charset="0"/>
                  </a:rPr>
                  <a:t> </a:t>
                </a:r>
                <a:r>
                  <a:rPr lang="en-US" altLang="zh-CN" sz="1725" kern="0" spc="0" baseline="11329" b="1" noProof="0" dirty="0" smtClean="0">
                    <a:solidFill>
                      <a:srgbClr val="0000FF"/>
                    </a:solidFill>
                    <a:latin typeface="Times New Roman" pitchFamily="18" charset="0"/>
                    <a:ea typeface="Times New Roman" pitchFamily="18" charset="0"/>
                    <a:cs typeface="Times New Roman" pitchFamily="18" charset="0"/>
                  </a:rPr>
                  <a:t>X=PY,</a:t>
                </a:r>
                <a:r>
                  <a:rPr baseline="11329" lang="en-US" altLang="zh-CN" sz="1725" kern="0" spc="0" b="1" noProof="0" dirty="0" smtClean="0">
                    <a:latin typeface="Times New Roman" pitchFamily="18" charset="0"/>
                    <a:ea typeface="Times New Roman" pitchFamily="18" charset="0"/>
                    <a:cs typeface="Times New Roman" pitchFamily="18" charset="0"/>
                  </a:rPr>
                  <a:t> </a:t>
                </a:r>
                <a:br>
                  <a:rPr lang="en-US" altLang="zh-CN" dirty="0" smtClean="0" sz="1725" kern="0" baseline="11329">
                    <a:latin typeface="Times New Roman" pitchFamily="18" charset="0"/>
                    <a:ea typeface="Times New Roman" pitchFamily="18" charset="0"/>
                    <a:cs typeface="Times New Roman" pitchFamily="18" charset="0"/>
                  </a:rPr>
                </a:br>
                <a:r>
                  <a:rPr lang="en-US" altLang="zh-CN" sz="1725" kern="0" spc="-60" baseline="24251" noProof="0" dirty="0" smtClean="0">
                    <a:solidFill>
                      <a:srgbClr val="0000FF"/>
                    </a:solidFill>
                    <a:latin typeface="Cambria Math" pitchFamily="18" charset="0"/>
                    <a:ea typeface="Cambria Math" pitchFamily="18" charset="0"/>
                    <a:cs typeface="Cambria Math" pitchFamily="18" charset="0"/>
                  </a:rPr>
                  <a:t>−</a:t>
                </a:r>
                <a:r>
                  <a:rPr baseline="24251" lang="en-US" altLang="zh-CN" sz="1725" kern="0" spc="-115" noProof="0" dirty="0" smtClean="0">
                    <a:latin typeface="Cambria Math" pitchFamily="18" charset="0"/>
                    <a:ea typeface="Cambria Math" pitchFamily="18" charset="0"/>
                    <a:cs typeface="Cambria Math" pitchFamily="18" charset="0"/>
                  </a:rPr>
                  <a:t> </a:t>
                </a: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f>
                        <m:num>
                          <m:r>
                            <a:rPr lang="en-US" altLang="zh-CN" sz="1067" kern="0" spc="-50" baseline="0" noProof="0" dirty="0" smtClean="0">
                              <a:solidFill>
                                <a:srgbClr val="0000FF"/>
                              </a:solidFill>
                              <a:latin typeface="Cambria Math" pitchFamily="18" charset="0"/>
                              <a:ea typeface="Cambria Math" pitchFamily="18" charset="0"/>
                              <a:cs typeface="Cambria Math" pitchFamily="18" charset="0"/>
                            </a:rPr>
                            <m:t>�</m:t>
                          </m:r>
                        </m:num>
                        <m:den>
                          <m:r>
                            <a:rPr lang="en-US" altLang="zh-CN" sz="1067" kern="0" spc="-40" baseline="0" noProof="0" dirty="0" smtClean="0">
                              <a:solidFill>
                                <a:srgbClr val="0000FF"/>
                              </a:solidFill>
                              <a:latin typeface="Cambria Math" pitchFamily="18" charset="0"/>
                              <a:ea typeface="Cambria Math" pitchFamily="18" charset="0"/>
                              <a:cs typeface="Cambria Math" pitchFamily="18" charset="0"/>
                            </a:rPr>
                            <m:t>�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p:pic>
        <p:nvPicPr>
          <p:cNvPr id="430" name="12DB72DD-ABA2-4C37-CDA1-A9075A9D7624"/>
          <p:cNvPicPr>
            <a:picLocks noChangeAspect="1"/>
          </p:cNvPicPr>
          <p:nvPr/>
        </p:nvPicPr>
        <p:blipFill>
          <a:blip r:embed="rId150" cstate="print">
            <a:extLst>
              <a:ext uri="{0B8975BA-FC32-423A-61AC-495E4D324DED}"/>
            </a:extLst>
          </a:blip>
          <a:srcRect/>
          <a:stretch>
            <a:fillRect/>
          </a:stretch>
        </p:blipFill>
        <p:spPr>
          <a:xfrm>
            <a:off x="4285361" y="6302763"/>
            <a:ext cx="76200" cy="276225"/>
          </a:xfrm>
          <a:prstGeom prst="rect">
            <a:avLst/>
          </a:prstGeom>
        </p:spPr>
      </p:pic>
      <p:pic>
        <p:nvPicPr>
          <p:cNvPr id="431" name="A91EFDAB-EF17-47CE-51AD-97D6E3916609"/>
          <p:cNvPicPr>
            <a:picLocks noChangeAspect="1"/>
          </p:cNvPicPr>
          <p:nvPr/>
        </p:nvPicPr>
        <p:blipFill>
          <a:blip r:embed="rId151" cstate="print">
            <a:extLst>
              <a:ext uri="{FE10D06E-E255-4BDF-8FAB-2EF88D8B7792}"/>
            </a:extLst>
          </a:blip>
          <a:srcRect/>
          <a:stretch>
            <a:fillRect/>
          </a:stretch>
        </p:blipFill>
        <p:spPr>
          <a:xfrm>
            <a:off x="3035173" y="6020461"/>
            <a:ext cx="104775" cy="828675"/>
          </a:xfrm>
          <a:prstGeom prst="rect">
            <a:avLst/>
          </a:prstGeom>
        </p:spPr>
      </p:pic>
      <p:pic>
        <p:nvPicPr>
          <p:cNvPr id="432" name="4120BD00-4F5C-45A5-41D5-5736ED282F2E"/>
          <p:cNvPicPr>
            <a:picLocks noChangeAspect="1"/>
          </p:cNvPicPr>
          <p:nvPr/>
        </p:nvPicPr>
        <p:blipFill>
          <a:blip r:embed="rId152" cstate="print">
            <a:extLst>
              <a:ext uri="{8882376B-BFC6-4FBC-F69F-A912F810F2FF}"/>
            </a:extLst>
          </a:blip>
          <a:srcRect/>
          <a:stretch>
            <a:fillRect/>
          </a:stretch>
        </p:blipFill>
        <p:spPr>
          <a:xfrm>
            <a:off x="3745865" y="6756902"/>
            <a:ext cx="76200" cy="114300"/>
          </a:xfrm>
          <a:prstGeom prst="rect">
            <a:avLst/>
          </a:prstGeom>
        </p:spPr>
      </p:pic>
      <p:pic>
        <p:nvPicPr>
          <p:cNvPr id="433" name="B070A6DF-8AD8-4DE0-1AED-2F24E1FE8232"/>
          <p:cNvPicPr>
            <a:picLocks noChangeAspect="1"/>
          </p:cNvPicPr>
          <p:nvPr/>
        </p:nvPicPr>
        <p:blipFill>
          <a:blip r:embed="rId153" cstate="print">
            <a:extLst>
              <a:ext uri="{40A42DD2-4E95-4F0B-268B-E93DA2C15229}"/>
            </a:extLst>
          </a:blip>
          <a:srcRect/>
          <a:stretch>
            <a:fillRect/>
          </a:stretch>
        </p:blipFill>
        <p:spPr>
          <a:xfrm>
            <a:off x="1664081" y="7037160"/>
            <a:ext cx="1609725" cy="171450"/>
          </a:xfrm>
          <a:prstGeom prst="rect">
            <a:avLst/>
          </a:prstGeom>
        </p:spPr>
      </p:pic>
      <p:sp>
        <p:nvSpPr>
          <p:cNvPr id="434" name="VectorPath 434"/>
          <p:cNvSpPr/>
          <p:nvPr/>
        </p:nvSpPr>
        <p:spPr>
          <a:xfrm>
            <a:off x="3270377" y="7053466"/>
            <a:ext cx="46850" cy="140970"/>
          </a:xfrm>
          <a:custGeom>
            <a:rect l="l" t="t" r="r" b="b"/>
            <a:pathLst>
              <a:path w="46850" h="140970">
                <a:moveTo>
                  <a:pt x="12700" y="69786"/>
                </a:moveTo>
                <a:cubicBezTo>
                  <a:pt x="12700" y="87122"/>
                  <a:pt x="15494" y="101409"/>
                  <a:pt x="21069" y="112649"/>
                </a:cubicBezTo>
                <a:cubicBezTo>
                  <a:pt x="26644" y="123889"/>
                  <a:pt x="35166" y="131420"/>
                  <a:pt x="46634" y="135242"/>
                </a:cubicBezTo>
                <a:lnTo>
                  <a:pt x="44844" y="140970"/>
                </a:lnTo>
                <a:cubicBezTo>
                  <a:pt x="30302" y="137160"/>
                  <a:pt x="19202" y="128943"/>
                  <a:pt x="11519" y="116344"/>
                </a:cubicBezTo>
                <a:cubicBezTo>
                  <a:pt x="3835" y="103734"/>
                  <a:pt x="0" y="88455"/>
                  <a:pt x="0" y="70523"/>
                </a:cubicBezTo>
                <a:cubicBezTo>
                  <a:pt x="0" y="52641"/>
                  <a:pt x="3848" y="37376"/>
                  <a:pt x="11557" y="24714"/>
                </a:cubicBezTo>
                <a:cubicBezTo>
                  <a:pt x="19266" y="12052"/>
                  <a:pt x="30366" y="3823"/>
                  <a:pt x="44844" y="0"/>
                </a:cubicBezTo>
                <a:lnTo>
                  <a:pt x="46850" y="5740"/>
                </a:lnTo>
                <a:cubicBezTo>
                  <a:pt x="35242" y="9550"/>
                  <a:pt x="26644" y="16992"/>
                  <a:pt x="21069" y="28067"/>
                </a:cubicBezTo>
                <a:cubicBezTo>
                  <a:pt x="15494" y="39141"/>
                  <a:pt x="12700" y="53048"/>
                  <a:pt x="12700" y="69786"/>
                </a:cubicBezTo>
              </a:path>
            </a:pathLst>
          </a:custGeom>
          <a:solidFill>
            <a:srgbClr val="0000FF">
              <a:alpha val="100000"/>
            </a:srgbClr>
          </a:solidFill>
        </p:spPr>
      </p:sp>
      <p:pic>
        <p:nvPicPr>
          <p:cNvPr id="435" name="0DD910C9-6530-4D51-EF81-8B4E132AFE74"/>
          <p:cNvPicPr>
            <a:picLocks noChangeAspect="1"/>
          </p:cNvPicPr>
          <p:nvPr/>
        </p:nvPicPr>
        <p:blipFill>
          <a:blip r:embed="rId154" cstate="print">
            <a:extLst>
              <a:ext uri="{234A37E5-A067-40A3-CABB-019884055CE4}"/>
            </a:extLst>
          </a:blip>
          <a:srcRect/>
          <a:stretch>
            <a:fillRect/>
          </a:stretch>
        </p:blipFill>
        <p:spPr>
          <a:xfrm>
            <a:off x="3319145" y="7057277"/>
            <a:ext cx="104775" cy="152400"/>
          </a:xfrm>
          <a:prstGeom prst="rect">
            <a:avLst/>
          </a:prstGeom>
        </p:spPr>
      </p:pic>
      <p:sp>
        <p:nvSpPr>
          <p:cNvPr id="436" name="VectorPath 436"/>
          <p:cNvSpPr/>
          <p:nvPr/>
        </p:nvSpPr>
        <p:spPr>
          <a:xfrm>
            <a:off x="3416427" y="7053466"/>
            <a:ext cx="46863" cy="140970"/>
          </a:xfrm>
          <a:custGeom>
            <a:rect l="l" t="t" r="r" b="b"/>
            <a:pathLst>
              <a:path w="46863" h="140970">
                <a:moveTo>
                  <a:pt x="34163" y="69786"/>
                </a:moveTo>
                <a:cubicBezTo>
                  <a:pt x="34163" y="53048"/>
                  <a:pt x="31382" y="39141"/>
                  <a:pt x="25819" y="28067"/>
                </a:cubicBezTo>
                <a:cubicBezTo>
                  <a:pt x="20269" y="16992"/>
                  <a:pt x="11659" y="9550"/>
                  <a:pt x="0" y="5740"/>
                </a:cubicBezTo>
                <a:lnTo>
                  <a:pt x="2006" y="0"/>
                </a:lnTo>
                <a:cubicBezTo>
                  <a:pt x="16497" y="3823"/>
                  <a:pt x="27597" y="12052"/>
                  <a:pt x="35293" y="24714"/>
                </a:cubicBezTo>
                <a:cubicBezTo>
                  <a:pt x="43002" y="37376"/>
                  <a:pt x="46863" y="52641"/>
                  <a:pt x="46863" y="70523"/>
                </a:cubicBezTo>
                <a:cubicBezTo>
                  <a:pt x="46863" y="88455"/>
                  <a:pt x="43015" y="103734"/>
                  <a:pt x="35332" y="116344"/>
                </a:cubicBezTo>
                <a:cubicBezTo>
                  <a:pt x="27648" y="128943"/>
                  <a:pt x="16548" y="137160"/>
                  <a:pt x="2006" y="140970"/>
                </a:cubicBezTo>
                <a:lnTo>
                  <a:pt x="229" y="135242"/>
                </a:lnTo>
                <a:cubicBezTo>
                  <a:pt x="11684" y="131420"/>
                  <a:pt x="20206" y="123889"/>
                  <a:pt x="25781" y="112649"/>
                </a:cubicBezTo>
                <a:cubicBezTo>
                  <a:pt x="31369" y="101409"/>
                  <a:pt x="34163" y="87122"/>
                  <a:pt x="34163" y="69786"/>
                </a:cubicBezTo>
              </a:path>
            </a:pathLst>
          </a:custGeom>
          <a:solidFill>
            <a:srgbClr val="0000FF">
              <a:alpha val="100000"/>
            </a:srgbClr>
          </a:solidFill>
        </p:spPr>
      </p:sp>
      <p:pic>
        <p:nvPicPr>
          <p:cNvPr id="437" name="F41D88A1-1497-4DF8-981A-8E2BE2680D37"/>
          <p:cNvPicPr>
            <a:picLocks noChangeAspect="1"/>
          </p:cNvPicPr>
          <p:nvPr/>
        </p:nvPicPr>
        <p:blipFill>
          <a:blip r:embed="rId155" cstate="print">
            <a:extLst>
              <a:ext uri="{94928ABD-2D91-4B47-5DB8-1831BD19AA4B}"/>
            </a:extLst>
          </a:blip>
          <a:srcRect/>
          <a:stretch>
            <a:fillRect/>
          </a:stretch>
        </p:blipFill>
        <p:spPr>
          <a:xfrm>
            <a:off x="3518776" y="7057277"/>
            <a:ext cx="257175" cy="152400"/>
          </a:xfrm>
          <a:prstGeom prst="rect">
            <a:avLst/>
          </a:prstGeom>
        </p:spPr>
      </p:pic>
      <p:pic>
        <p:nvPicPr>
          <p:cNvPr id="438" name="BB0FC13E-5B78-489D-0C1E-5B52FA3F153A"/>
          <p:cNvPicPr>
            <a:picLocks noChangeAspect="1"/>
          </p:cNvPicPr>
          <p:nvPr/>
        </p:nvPicPr>
        <p:blipFill>
          <a:blip r:embed="rId156" cstate="print">
            <a:extLst>
              <a:ext uri="{93DCD015-C148-4FB1-9257-C66853271D67}"/>
            </a:extLst>
          </a:blip>
          <a:srcRect/>
          <a:stretch>
            <a:fillRect/>
          </a:stretch>
        </p:blipFill>
        <p:spPr>
          <a:xfrm>
            <a:off x="4213733" y="7057277"/>
            <a:ext cx="428625" cy="152400"/>
          </a:xfrm>
          <a:prstGeom prst="rect">
            <a:avLst/>
          </a:prstGeom>
        </p:spPr>
      </p:pic>
      <p:sp>
        <p:nvSpPr>
          <p:cNvPr id="439" name="TextBox439"/>
          <p:cNvSpPr txBox="1"/>
          <p:nvPr/>
        </p:nvSpPr>
        <p:spPr>
          <a:xfrm>
            <a:off x="1664081" y="7029711"/>
            <a:ext cx="3034830" cy="195637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28333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pic>
        <p:nvPicPr>
          <p:cNvPr id="440" name="B9BAE4F1-22F6-4217-A4AF-25CBBCBDB9B7"/>
          <p:cNvPicPr>
            <a:picLocks noChangeAspect="1"/>
          </p:cNvPicPr>
          <p:nvPr/>
        </p:nvPicPr>
        <p:blipFill>
          <a:blip r:embed="rId157" cstate="print">
            <a:extLst>
              <a:ext uri="{04C1C8C7-BD51-4834-CB9E-07C5D0C1E459}"/>
            </a:extLst>
          </a:blip>
          <a:srcRect/>
          <a:stretch>
            <a:fillRect/>
          </a:stretch>
        </p:blipFill>
        <p:spPr>
          <a:xfrm>
            <a:off x="3765677" y="7029711"/>
            <a:ext cx="76200" cy="209550"/>
          </a:xfrm>
          <a:prstGeom prst="rect">
            <a:avLst/>
          </a:prstGeom>
        </p:spPr>
      </p:pic>
      <p:pic>
        <p:nvPicPr>
          <p:cNvPr id="441" name="C8A104A3-6A15-4C91-BE2B-51E5AA130A3B"/>
          <p:cNvPicPr>
            <a:picLocks noChangeAspect="1"/>
          </p:cNvPicPr>
          <p:nvPr/>
        </p:nvPicPr>
        <p:blipFill>
          <a:blip r:embed="rId158" cstate="print">
            <a:extLst>
              <a:ext uri="{69A737B0-D5FA-4190-421C-D4AFA710E910}"/>
            </a:extLst>
          </a:blip>
          <a:srcRect/>
          <a:stretch>
            <a:fillRect/>
          </a:stretch>
        </p:blipFill>
        <p:spPr>
          <a:xfrm>
            <a:off x="3870833" y="7029711"/>
            <a:ext cx="314325" cy="209550"/>
          </a:xfrm>
          <a:prstGeom prst="rect">
            <a:avLst/>
          </a:prstGeom>
        </p:spPr>
      </p:pic>
      <p:pic>
        <p:nvPicPr>
          <p:cNvPr id="442" name="E90D2B2C-EDE1-4AE2-09F4-A1CA09781907"/>
          <p:cNvPicPr>
            <a:picLocks noChangeAspect="1"/>
          </p:cNvPicPr>
          <p:nvPr/>
        </p:nvPicPr>
        <p:blipFill>
          <a:blip r:embed="rId159" cstate="print">
            <a:extLst>
              <a:ext uri="{4CBC8AAD-A657-464C-7A32-09F44B51CB8B}"/>
            </a:extLst>
          </a:blip>
          <a:srcRect/>
          <a:stretch>
            <a:fillRect/>
          </a:stretch>
        </p:blipFill>
        <p:spPr>
          <a:xfrm>
            <a:off x="4634357" y="7029711"/>
            <a:ext cx="76200" cy="209550"/>
          </a:xfrm>
          <a:prstGeom prst="rect">
            <a:avLst/>
          </a:prstGeom>
        </p:spPr>
      </p:pic>
      <p:sp>
        <p:nvSpPr>
          <p:cNvPr id="443" name="TextBox443"/>
          <p:cNvSpPr txBox="1"/>
          <p:nvPr/>
        </p:nvSpPr>
        <p:spPr>
          <a:xfrm>
            <a:off x="1201877" y="7317220"/>
            <a:ext cx="3046197" cy="179437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 algn="just">
              <a:lnSpc>
                <a:spcPct val="102536"/>
              </a:lnSpc>
            </a:pPr>
            <a:r>
              <a:rPr lang="en-US" altLang="zh-CN" sz="1150" kern="0" spc="0" baseline="0" b="1" noProof="0" dirty="0" smtClean="0">
                <a:solidFill>
                  <a:srgbClr val="0000FF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(2)</a:t>
            </a:r>
            <a:r>
              <a:rPr baseline="0" lang="en-US" altLang="zh-CN" sz="1150" kern="0" spc="-25" b="1" noProof="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150" kern="0" spc="0" baseline="0" b="1" noProof="0" dirty="0" smtClean="0">
                <a:solidFill>
                  <a:srgbClr val="0000FF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r(f)=3,</a:t>
            </a:r>
            <a:r>
              <a:rPr baseline="0" lang="en-US" altLang="zh-CN" sz="1150" kern="0" spc="-25" b="1" noProof="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150" kern="0" spc="0" baseline="0" b="1" noProof="0" dirty="0" smtClean="0">
                <a:solidFill>
                  <a:srgbClr val="0000FF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正惯性指数为</a:t>
            </a:r>
            <a:r>
              <a:rPr baseline="0" lang="en-US" altLang="zh-CN" sz="1150" kern="0" spc="-25" b="1" noProof="0" dirty="0" smtClean="0">
                <a:latin typeface="SimSun" pitchFamily="2" charset="0"/>
                <a:ea typeface="SimSun" pitchFamily="2" charset="0"/>
                <a:cs typeface="SimSun" pitchFamily="2" charset="0"/>
              </a:rPr>
              <a:t> </a:t>
            </a:r>
            <a:r>
              <a:rPr lang="en-US" altLang="zh-CN" sz="1150" kern="0" spc="0" baseline="0" b="1" noProof="0" dirty="0" smtClean="0">
                <a:solidFill>
                  <a:srgbClr val="0000FF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3</a:t>
            </a:r>
            <a:r>
              <a:rPr lang="en-US" altLang="zh-CN" sz="1150" kern="0" spc="0" baseline="0" b="1" noProof="0" dirty="0" smtClean="0">
                <a:solidFill>
                  <a:srgbClr val="0000FF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，负惯性指数为</a:t>
            </a:r>
            <a:r>
              <a:rPr baseline="0" lang="en-US" altLang="zh-CN" sz="1150" kern="0" spc="-25" b="1" noProof="0" dirty="0" smtClean="0">
                <a:latin typeface="SimSun" pitchFamily="2" charset="0"/>
                <a:ea typeface="SimSun" pitchFamily="2" charset="0"/>
                <a:cs typeface="SimSun" pitchFamily="2" charset="0"/>
              </a:rPr>
              <a:t> </a:t>
            </a:r>
            <a:r>
              <a:rPr lang="en-US" altLang="zh-CN" sz="1150" kern="0" spc="0" baseline="0" b="1" noProof="0" dirty="0" smtClean="0">
                <a:solidFill>
                  <a:srgbClr val="0000FF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0.</a:t>
            </a:r>
          </a:p>
        </p:txBody>
      </p:sp>
      <p:sp>
        <p:nvSpPr>
          <p:cNvPr id="444" name="TextBox444"/>
          <p:cNvSpPr txBox="1"/>
          <p:nvPr/>
        </p:nvSpPr>
        <p:spPr>
          <a:xfrm>
            <a:off x="1131506" y="7960743"/>
            <a:ext cx="2515362" cy="48482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2536"/>
              </a:lnSpc>
            </a:pPr>
            <a:r>
              <a:rPr lang="en-US" altLang="zh-CN" sz="1150" kern="0" spc="0" baseline="0" b="1" noProof="0" dirty="0" smtClean="0">
                <a:solidFill>
                  <a:srgbClr val="000000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七、</a:t>
            </a:r>
            <a:r>
              <a:rPr lang="en-US" altLang="zh-CN" sz="1150" kern="0" spc="0" baseline="0" b="1" noProof="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(6</a:t>
            </a:r>
            <a:r>
              <a:rPr baseline="0" lang="en-US" altLang="zh-CN" sz="1150" kern="0" spc="-15" b="1" noProof="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150" kern="0" spc="0" baseline="0" b="1" noProof="0" dirty="0" smtClean="0">
                <a:solidFill>
                  <a:srgbClr val="000000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分</a:t>
            </a:r>
            <a:r>
              <a:rPr lang="en-US" altLang="zh-CN" sz="1150" kern="0" spc="0" baseline="0" b="1" noProof="0" dirty="0" smtClean="0">
                <a:solidFill>
                  <a:srgbClr val="00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)</a:t>
            </a:r>
          </a:p>
          <a:p>
            <a:pPr marL="0" marR="0" indent="0" eaLnBrk="0">
              <a:lnSpc>
                <a:spcPct val="93333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7083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pic>
        <p:nvPicPr>
          <p:cNvPr id="445" name="708F8689-D23A-413D-0176-C24B59C04EB5"/>
          <p:cNvPicPr>
            <a:picLocks noChangeAspect="1"/>
          </p:cNvPicPr>
          <p:nvPr/>
        </p:nvPicPr>
        <p:blipFill>
          <a:blip r:embed="rId160" cstate="print">
            <a:extLst>
              <a:ext uri="{8AA0DDCC-D6E8-46E4-311D-7807E60844DA}"/>
            </a:extLst>
          </a:blip>
          <a:srcRect/>
          <a:stretch>
            <a:fillRect/>
          </a:stretch>
        </p:blipFill>
        <p:spPr>
          <a:xfrm>
            <a:off x="1131506" y="8282636"/>
            <a:ext cx="2524125" cy="171450"/>
          </a:xfrm>
          <a:prstGeom prst="rect">
            <a:avLst/>
          </a:prstGeom>
        </p:spPr>
      </p:pic>
      <p:sp>
        <p:nvSpPr>
          <p:cNvPr id="446" name="TextBox446"/>
          <p:cNvSpPr txBox="1"/>
          <p:nvPr/>
        </p:nvSpPr>
        <p:spPr>
          <a:xfrm>
            <a:off x="3723831" y="8284173"/>
            <a:ext cx="3002280" cy="162903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7083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pic>
        <p:nvPicPr>
          <p:cNvPr id="447" name="EC74C872-6D27-4E4E-161E-6022FE413EA9"/>
          <p:cNvPicPr>
            <a:picLocks noChangeAspect="1"/>
          </p:cNvPicPr>
          <p:nvPr/>
        </p:nvPicPr>
        <p:blipFill>
          <a:blip r:embed="rId161" cstate="print">
            <a:extLst>
              <a:ext uri="{FD2E9010-B8C9-498A-A35E-891821F74524}"/>
            </a:extLst>
          </a:blip>
          <a:srcRect/>
          <a:stretch>
            <a:fillRect/>
          </a:stretch>
        </p:blipFill>
        <p:spPr>
          <a:xfrm>
            <a:off x="3723831" y="8284173"/>
            <a:ext cx="3019425" cy="171450"/>
          </a:xfrm>
          <a:prstGeom prst="rect">
            <a:avLst/>
          </a:prstGeom>
        </p:spPr>
      </p:pic>
      <p:sp>
        <p:nvSpPr>
          <p:cNvPr id="448" name="VectorPath 448"/>
          <p:cNvSpPr/>
          <p:nvPr/>
        </p:nvSpPr>
        <p:spPr>
          <a:xfrm>
            <a:off x="1559688" y="8629852"/>
            <a:ext cx="56706" cy="251372"/>
          </a:xfrm>
          <a:custGeom>
            <a:rect l="l" t="t" r="r" b="b"/>
            <a:pathLst>
              <a:path w="56706" h="251372">
                <a:moveTo>
                  <a:pt x="54254" y="0"/>
                </a:moveTo>
                <a:lnTo>
                  <a:pt x="56706" y="5958"/>
                </a:lnTo>
                <a:cubicBezTo>
                  <a:pt x="43510" y="14592"/>
                  <a:pt x="33134" y="29312"/>
                  <a:pt x="25565" y="50128"/>
                </a:cubicBezTo>
                <a:cubicBezTo>
                  <a:pt x="18009" y="70944"/>
                  <a:pt x="14224" y="96152"/>
                  <a:pt x="14224" y="125769"/>
                </a:cubicBezTo>
                <a:cubicBezTo>
                  <a:pt x="14224" y="154840"/>
                  <a:pt x="17971" y="179884"/>
                  <a:pt x="25464" y="200927"/>
                </a:cubicBezTo>
                <a:cubicBezTo>
                  <a:pt x="32944" y="221959"/>
                  <a:pt x="43371" y="236792"/>
                  <a:pt x="56706" y="245427"/>
                </a:cubicBezTo>
                <a:lnTo>
                  <a:pt x="54254" y="251372"/>
                </a:lnTo>
                <a:cubicBezTo>
                  <a:pt x="37681" y="243040"/>
                  <a:pt x="24498" y="227509"/>
                  <a:pt x="14707" y="204788"/>
                </a:cubicBezTo>
                <a:cubicBezTo>
                  <a:pt x="4902" y="182069"/>
                  <a:pt x="0" y="155678"/>
                  <a:pt x="0" y="125617"/>
                </a:cubicBezTo>
                <a:cubicBezTo>
                  <a:pt x="0" y="95352"/>
                  <a:pt x="4902" y="68962"/>
                  <a:pt x="14707" y="46444"/>
                </a:cubicBezTo>
                <a:cubicBezTo>
                  <a:pt x="24498" y="23915"/>
                  <a:pt x="37681" y="8434"/>
                  <a:pt x="54254" y="0"/>
                </a:cubicBezTo>
              </a:path>
            </a:pathLst>
          </a:custGeom>
          <a:solidFill>
            <a:srgbClr val="0000FF">
              <a:alpha val="100000"/>
            </a:srgbClr>
          </a:solidFill>
        </p:spPr>
      </p:sp>
      <p:pic>
        <p:nvPicPr>
          <p:cNvPr id="449" name="99056676-0E3C-4A61-F7D5-343E1E861726"/>
          <p:cNvPicPr>
            <a:picLocks noChangeAspect="1"/>
          </p:cNvPicPr>
          <p:nvPr/>
        </p:nvPicPr>
        <p:blipFill>
          <a:blip r:embed="rId162" cstate="print">
            <a:extLst>
              <a:ext uri="{6EF540C3-36B8-4848-A7A7-C31A27E169FB}"/>
            </a:extLst>
          </a:blip>
          <a:srcRect/>
          <a:stretch>
            <a:fillRect/>
          </a:stretch>
        </p:blipFill>
        <p:spPr>
          <a:xfrm>
            <a:off x="1130745" y="8688338"/>
            <a:ext cx="400050" cy="152400"/>
          </a:xfrm>
          <a:prstGeom prst="rect">
            <a:avLst/>
          </a:prstGeom>
        </p:spPr>
      </p:pic>
      <p:pic>
        <p:nvPicPr>
          <p:cNvPr id="450" name="D5E34918-3607-4535-2C98-F5C5B367323D"/>
          <p:cNvPicPr>
            <a:picLocks noChangeAspect="1"/>
          </p:cNvPicPr>
          <p:nvPr/>
        </p:nvPicPr>
        <p:blipFill>
          <a:blip r:embed="rId163" cstate="print">
            <a:extLst>
              <a:ext uri="{44A9DC33-DE5A-454A-0C76-759BCA95D304}"/>
            </a:extLst>
          </a:blip>
          <a:srcRect/>
          <a:stretch>
            <a:fillRect/>
          </a:stretch>
        </p:blipFill>
        <p:spPr>
          <a:xfrm>
            <a:off x="1620711" y="8604518"/>
            <a:ext cx="104775" cy="152400"/>
          </a:xfrm>
          <a:prstGeom prst="rect">
            <a:avLst/>
          </a:prstGeom>
        </p:spPr>
      </p:pic>
      <p:sp>
        <p:nvSpPr>
          <p:cNvPr id="451" name="TextBox451"/>
          <p:cNvSpPr txBox="1"/>
          <p:nvPr/>
        </p:nvSpPr>
        <p:spPr>
          <a:xfrm>
            <a:off x="1654239" y="8604518"/>
            <a:ext cx="354025" cy="325353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269748" marR="0" indent="0" eaLnBrk="0">
              <a:lnSpc>
                <a:spcPct val="78623"/>
              </a:lnSpc>
              <a:spcAft>
                <a:spcPts val="58"/>
              </a:spcAft>
            </a:pPr>
            <a:r>
              <a:rPr lang="en-US" altLang="zh-CN" sz="1725" kern="0" spc="-25" baseline="-1941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0</a:t>
            </a: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1150" kern="0" spc="65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0</a:t>
            </a:r>
            <a:r>
              <a:rPr baseline="0" lang="en-US" altLang="zh-CN" sz="1150" kern="0" spc="1150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150" kern="0" spc="-15" baseline="0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0</a:t>
            </a:r>
          </a:p>
        </p:txBody>
      </p:sp>
      <p:pic>
        <p:nvPicPr>
          <p:cNvPr id="452" name="7344E145-AFC2-4B86-6A97-8E7E8E8DC401"/>
          <p:cNvPicPr>
            <a:picLocks noChangeAspect="1"/>
          </p:cNvPicPr>
          <p:nvPr/>
        </p:nvPicPr>
        <p:blipFill>
          <a:blip r:embed="rId164" cstate="print">
            <a:extLst>
              <a:ext uri="{53FA855E-9A1A-440F-3542-F27C20950537}"/>
            </a:extLst>
          </a:blip>
          <a:srcRect/>
          <a:stretch>
            <a:fillRect/>
          </a:stretch>
        </p:blipFill>
        <p:spPr>
          <a:xfrm>
            <a:off x="1715199" y="8666868"/>
            <a:ext cx="57150" cy="104775"/>
          </a:xfrm>
          <a:prstGeom prst="rect">
            <a:avLst/>
          </a:prstGeom>
        </p:spPr>
      </p:pic>
      <p:pic>
        <p:nvPicPr>
          <p:cNvPr id="453" name="A835D6CC-BB9A-45EA-AC7D-3636DA430119"/>
          <p:cNvPicPr>
            <a:picLocks noChangeAspect="1"/>
          </p:cNvPicPr>
          <p:nvPr/>
        </p:nvPicPr>
        <p:blipFill>
          <a:blip r:embed="rId165" cstate="print">
            <a:extLst>
              <a:ext uri="{9EB1B570-2987-4CF4-343B-E781725F72C6}"/>
            </a:extLst>
          </a:blip>
          <a:srcRect/>
          <a:stretch>
            <a:fillRect/>
          </a:stretch>
        </p:blipFill>
        <p:spPr>
          <a:xfrm>
            <a:off x="2108391" y="8640788"/>
            <a:ext cx="752475" cy="247650"/>
          </a:xfrm>
          <a:prstGeom prst="rect">
            <a:avLst/>
          </a:prstGeom>
        </p:spPr>
      </p:pic>
      <p:pic>
        <p:nvPicPr>
          <p:cNvPr id="454" name="EC4060CF-51D5-4117-1639-B6EF34640CD4"/>
          <p:cNvPicPr>
            <a:picLocks noChangeAspect="1"/>
          </p:cNvPicPr>
          <p:nvPr/>
        </p:nvPicPr>
        <p:blipFill>
          <a:blip r:embed="rId166" cstate="print">
            <a:extLst>
              <a:ext uri="{3CFE2D13-35DE-4696-B6A6-7682003565F4}"/>
            </a:extLst>
          </a:blip>
          <a:srcRect/>
          <a:stretch>
            <a:fillRect/>
          </a:stretch>
        </p:blipFill>
        <p:spPr>
          <a:xfrm>
            <a:off x="3004503" y="8688338"/>
            <a:ext cx="200025" cy="152400"/>
          </a:xfrm>
          <a:prstGeom prst="rect">
            <a:avLst/>
          </a:prstGeom>
        </p:spPr>
      </p:pic>
      <p:pic>
        <p:nvPicPr>
          <p:cNvPr id="455" name="8500BF2C-CE6C-46B0-36C6-795AFE416D48"/>
          <p:cNvPicPr>
            <a:picLocks noChangeAspect="1"/>
          </p:cNvPicPr>
          <p:nvPr/>
        </p:nvPicPr>
        <p:blipFill>
          <a:blip r:embed="rId167" cstate="print">
            <a:extLst>
              <a:ext uri="{FA7DFF3A-3A4B-4352-0225-5D97DFA5068D}"/>
            </a:extLst>
          </a:blip>
          <a:srcRect/>
          <a:stretch>
            <a:fillRect/>
          </a:stretch>
        </p:blipFill>
        <p:spPr>
          <a:xfrm>
            <a:off x="3266631" y="8640788"/>
            <a:ext cx="552450" cy="219075"/>
          </a:xfrm>
          <a:prstGeom prst="rect">
            <a:avLst/>
          </a:prstGeom>
        </p:spPr>
      </p:pic>
      <p:sp>
        <p:nvSpPr>
          <p:cNvPr id="456" name="TextBox456"/>
          <p:cNvSpPr txBox="1"/>
          <p:nvPr/>
        </p:nvSpPr>
        <p:spPr>
          <a:xfrm>
            <a:off x="2838387" y="8776596"/>
            <a:ext cx="140456" cy="101149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82812"/>
              </a:lnSpc>
            </a:pPr>
            <a:r>
              <a:rPr lang="en-US" altLang="zh-CN" sz="1200" kern="0" spc="165" baseline="1111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=</a:t>
            </a:r>
            <a:r>
              <a:rPr lang="en-US" altLang="zh-CN" sz="1200" kern="0" spc="150" baseline="1111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1</a:t>
            </a:r>
          </a:p>
        </p:txBody>
      </p:sp>
      <p:pic>
        <p:nvPicPr>
          <p:cNvPr id="457" name="9F2608B6-FA15-4B4C-33EB-4783D16B97AA"/>
          <p:cNvPicPr>
            <a:picLocks noChangeAspect="1"/>
          </p:cNvPicPr>
          <p:nvPr/>
        </p:nvPicPr>
        <p:blipFill>
          <a:blip r:embed="rId168" cstate="print">
            <a:extLst>
              <a:ext uri="{03C05FF6-3839-4DD4-CF45-9F38DCA21568}"/>
            </a:extLst>
          </a:blip>
          <a:srcRect/>
          <a:stretch>
            <a:fillRect/>
          </a:stretch>
        </p:blipFill>
        <p:spPr>
          <a:xfrm>
            <a:off x="3193479" y="8750688"/>
            <a:ext cx="76200" cy="104775"/>
          </a:xfrm>
          <a:prstGeom prst="rect">
            <a:avLst/>
          </a:prstGeom>
        </p:spPr>
      </p:pic>
      <p:pic>
        <p:nvPicPr>
          <p:cNvPr id="458" name="A5BD6F4E-B284-4567-0B0D-AE6E81027C1C"/>
          <p:cNvPicPr>
            <a:picLocks noChangeAspect="1"/>
          </p:cNvPicPr>
          <p:nvPr/>
        </p:nvPicPr>
        <p:blipFill>
          <a:blip r:embed="rId169" cstate="print">
            <a:extLst>
              <a:ext uri="{610080AF-9C15-40CB-207B-3D33C7A66C4E}"/>
            </a:extLst>
          </a:blip>
          <a:srcRect/>
          <a:stretch>
            <a:fillRect/>
          </a:stretch>
        </p:blipFill>
        <p:spPr>
          <a:xfrm>
            <a:off x="3807651" y="8640788"/>
            <a:ext cx="2924175" cy="219075"/>
          </a:xfrm>
          <a:prstGeom prst="rect">
            <a:avLst/>
          </a:prstGeom>
        </p:spPr>
      </p:pic>
      <p:sp>
        <p:nvSpPr>
          <p:cNvPr id="459" name="VectorPath 459"/>
          <p:cNvSpPr/>
          <p:nvPr/>
        </p:nvSpPr>
        <p:spPr>
          <a:xfrm>
            <a:off x="2013268" y="8629852"/>
            <a:ext cx="56705" cy="251372"/>
          </a:xfrm>
          <a:custGeom>
            <a:rect l="l" t="t" r="r" b="b"/>
            <a:pathLst>
              <a:path w="56705" h="251372">
                <a:moveTo>
                  <a:pt x="2375" y="0"/>
                </a:moveTo>
                <a:cubicBezTo>
                  <a:pt x="18999" y="8434"/>
                  <a:pt x="32207" y="23915"/>
                  <a:pt x="42012" y="46444"/>
                </a:cubicBezTo>
                <a:cubicBezTo>
                  <a:pt x="51803" y="68962"/>
                  <a:pt x="56705" y="95352"/>
                  <a:pt x="56705" y="125617"/>
                </a:cubicBezTo>
                <a:cubicBezTo>
                  <a:pt x="56705" y="155678"/>
                  <a:pt x="51803" y="182069"/>
                  <a:pt x="42012" y="204788"/>
                </a:cubicBezTo>
                <a:cubicBezTo>
                  <a:pt x="32207" y="227509"/>
                  <a:pt x="18999" y="243040"/>
                  <a:pt x="2375" y="251372"/>
                </a:cubicBezTo>
                <a:lnTo>
                  <a:pt x="0" y="245427"/>
                </a:lnTo>
                <a:cubicBezTo>
                  <a:pt x="13297" y="236792"/>
                  <a:pt x="23698" y="221959"/>
                  <a:pt x="31217" y="200927"/>
                </a:cubicBezTo>
                <a:cubicBezTo>
                  <a:pt x="38735" y="179884"/>
                  <a:pt x="42494" y="154840"/>
                  <a:pt x="42494" y="125769"/>
                </a:cubicBezTo>
                <a:cubicBezTo>
                  <a:pt x="42494" y="96152"/>
                  <a:pt x="38709" y="70944"/>
                  <a:pt x="31140" y="50128"/>
                </a:cubicBezTo>
                <a:cubicBezTo>
                  <a:pt x="23571" y="29312"/>
                  <a:pt x="13195" y="14592"/>
                  <a:pt x="0" y="5958"/>
                </a:cubicBezTo>
                <a:lnTo>
                  <a:pt x="2375" y="0"/>
                </a:lnTo>
              </a:path>
            </a:pathLst>
          </a:custGeom>
          <a:solidFill>
            <a:srgbClr val="0000FF">
              <a:alpha val="100000"/>
            </a:srgbClr>
          </a:solidFill>
        </p:spPr>
      </p:sp>
      <p:pic>
        <p:nvPicPr>
          <p:cNvPr id="460" name="63EFF334-165D-4B6C-5288-98DED2B14AE9"/>
          <p:cNvPicPr>
            <a:picLocks noChangeAspect="1"/>
          </p:cNvPicPr>
          <p:nvPr/>
        </p:nvPicPr>
        <p:blipFill>
          <a:blip r:embed="rId170" cstate="print">
            <a:extLst>
              <a:ext uri="{47BF76AD-FE10-4D89-C1CB-F47C10FA614F}"/>
            </a:extLst>
          </a:blip>
          <a:srcRect/>
          <a:stretch>
            <a:fillRect/>
          </a:stretch>
        </p:blipFill>
        <p:spPr>
          <a:xfrm>
            <a:off x="1131506" y="9058364"/>
            <a:ext cx="257175" cy="171450"/>
          </a:xfrm>
          <a:prstGeom prst="rect">
            <a:avLst/>
          </a:prstGeom>
        </p:spPr>
      </p:pic>
      <p:pic>
        <p:nvPicPr>
          <p:cNvPr id="461" name="CE17E07E-B4AA-4EA2-4EA9-195897B28E2F"/>
          <p:cNvPicPr>
            <a:picLocks noChangeAspect="1"/>
          </p:cNvPicPr>
          <p:nvPr/>
        </p:nvPicPr>
        <p:blipFill>
          <a:blip r:embed="rId171" cstate="print">
            <a:extLst>
              <a:ext uri="{43F9189D-E6DD-4D61-778A-8F8BB4A65A43}"/>
            </a:extLst>
          </a:blip>
          <a:srcRect/>
          <a:stretch>
            <a:fillRect/>
          </a:stretch>
        </p:blipFill>
        <p:spPr>
          <a:xfrm>
            <a:off x="1460691" y="9078468"/>
            <a:ext cx="352425" cy="152400"/>
          </a:xfrm>
          <a:prstGeom prst="rect">
            <a:avLst/>
          </a:prstGeom>
        </p:spPr>
      </p:pic>
      <p:pic>
        <p:nvPicPr>
          <p:cNvPr id="462" name="EB4E42B3-4CF0-4CFC-84CA-F7C3E7BC91EF"/>
          <p:cNvPicPr>
            <a:picLocks noChangeAspect="1"/>
          </p:cNvPicPr>
          <p:nvPr/>
        </p:nvPicPr>
        <p:blipFill>
          <a:blip r:embed="rId172" cstate="print">
            <a:extLst>
              <a:ext uri="{0D0C8029-19C0-4515-2D54-9D51DDC39FD4}"/>
            </a:extLst>
          </a:blip>
          <a:srcRect/>
          <a:stretch>
            <a:fillRect/>
          </a:stretch>
        </p:blipFill>
        <p:spPr>
          <a:xfrm>
            <a:off x="1879791" y="9058364"/>
            <a:ext cx="647700" cy="171450"/>
          </a:xfrm>
          <a:prstGeom prst="rect">
            <a:avLst/>
          </a:prstGeom>
        </p:spPr>
      </p:pic>
      <p:pic>
        <p:nvPicPr>
          <p:cNvPr id="463" name="EEFD4DB5-DFB6-424D-7A90-64BE132241C2"/>
          <p:cNvPicPr>
            <a:picLocks noChangeAspect="1"/>
          </p:cNvPicPr>
          <p:nvPr/>
        </p:nvPicPr>
        <p:blipFill>
          <a:blip r:embed="rId173" cstate="print">
            <a:extLst>
              <a:ext uri="{5C9BA4CB-8650-4BA3-7521-364199911A3C}"/>
            </a:extLst>
          </a:blip>
          <a:srcRect/>
          <a:stretch>
            <a:fillRect/>
          </a:stretch>
        </p:blipFill>
        <p:spPr>
          <a:xfrm>
            <a:off x="2557971" y="9078468"/>
            <a:ext cx="600075" cy="152400"/>
          </a:xfrm>
          <a:prstGeom prst="rect">
            <a:avLst/>
          </a:prstGeom>
        </p:spPr>
      </p:pic>
      <p:pic>
        <p:nvPicPr>
          <p:cNvPr id="464" name="A589D4CB-515A-4AFD-4CA9-A012CD74B2C1"/>
          <p:cNvPicPr>
            <a:picLocks noChangeAspect="1"/>
          </p:cNvPicPr>
          <p:nvPr/>
        </p:nvPicPr>
        <p:blipFill>
          <a:blip r:embed="rId174" cstate="print">
            <a:extLst>
              <a:ext uri="{F8B3D732-CF96-4055-50D3-A6DDA84C7259}"/>
            </a:extLst>
          </a:blip>
          <a:srcRect/>
          <a:stretch>
            <a:fillRect/>
          </a:stretch>
        </p:blipFill>
        <p:spPr>
          <a:xfrm>
            <a:off x="3219387" y="9078468"/>
            <a:ext cx="609600" cy="152400"/>
          </a:xfrm>
          <a:prstGeom prst="rect">
            <a:avLst/>
          </a:prstGeom>
        </p:spPr>
      </p:pic>
      <p:pic>
        <p:nvPicPr>
          <p:cNvPr id="465" name="B1CB387E-733B-4B18-888B-1C74A96F06A8"/>
          <p:cNvPicPr>
            <a:picLocks noChangeAspect="1"/>
          </p:cNvPicPr>
          <p:nvPr/>
        </p:nvPicPr>
        <p:blipFill>
          <a:blip r:embed="rId175" cstate="print">
            <a:extLst>
              <a:ext uri="{4E92831F-1F7F-42F6-6479-4A68FF6AB23B}"/>
            </a:extLst>
          </a:blip>
          <a:srcRect/>
          <a:stretch>
            <a:fillRect/>
          </a:stretch>
        </p:blipFill>
        <p:spPr>
          <a:xfrm>
            <a:off x="4943031" y="9165216"/>
            <a:ext cx="47625" cy="114300"/>
          </a:xfrm>
          <a:prstGeom prst="rect">
            <a:avLst/>
          </a:prstGeom>
        </p:spPr>
      </p:pic>
      <p:pic>
        <p:nvPicPr>
          <p:cNvPr id="466" name="AE60E80D-CA16-4D86-3A5B-420A9AB189DD"/>
          <p:cNvPicPr>
            <a:picLocks noChangeAspect="1"/>
          </p:cNvPicPr>
          <p:nvPr/>
        </p:nvPicPr>
        <p:blipFill>
          <a:blip r:embed="rId176" cstate="print">
            <a:extLst>
              <a:ext uri="{A3DE9A0E-E1D9-4A64-A44C-33C2762F277F}"/>
            </a:extLst>
          </a:blip>
          <a:srcRect/>
          <a:stretch>
            <a:fillRect/>
          </a:stretch>
        </p:blipFill>
        <p:spPr>
          <a:xfrm>
            <a:off x="5141900" y="9076958"/>
            <a:ext cx="114300" cy="152400"/>
          </a:xfrm>
          <a:prstGeom prst="rect">
            <a:avLst/>
          </a:prstGeom>
        </p:spPr>
      </p:pic>
      <p:sp>
        <p:nvSpPr>
          <p:cNvPr id="467" name="TextBox467"/>
          <p:cNvSpPr txBox="1"/>
          <p:nvPr/>
        </p:nvSpPr>
        <p:spPr>
          <a:xfrm>
            <a:off x="4976559" y="9058364"/>
            <a:ext cx="454153" cy="20800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96187"/>
              </a:lnSpc>
            </a:pPr>
            <a:r>
              <a:rPr lang="en-US" altLang="zh-CN" sz="1200" kern="0" spc="170" baseline="-29035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=</a:t>
            </a:r>
            <a:r>
              <a:rPr lang="en-US" altLang="zh-CN" sz="1200" kern="0" spc="150" baseline="-29035" noProof="0" dirty="0" smtClean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cs typeface="Cambria Math" pitchFamily="18" charset="0"/>
              </a:rPr>
              <a:t>1</a:t>
            </a:r>
            <a:r>
              <a:rPr baseline="-29035" lang="en-US" altLang="zh-CN" sz="1200" kern="0" spc="1635" noProof="0" dirty="0" smtClean="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</a:t>
            </a:r>
            <a:r>
              <a:rPr lang="en-US" altLang="zh-CN" sz="1725" kern="0" spc="-25" baseline="3269" noProof="0" dirty="0" smtClean="0">
                <a:solidFill>
                  <a:srgbClr val="0000FF"/>
                </a:solidFill>
                <a:latin typeface="SimSun" pitchFamily="2" charset="0"/>
                <a:ea typeface="SimSun" pitchFamily="2" charset="0"/>
                <a:cs typeface="SimSun" pitchFamily="2" charset="0"/>
              </a:rPr>
              <a:t>。</a:t>
            </a:r>
          </a:p>
        </p:txBody>
      </p:sp>
      <p:pic>
        <p:nvPicPr>
          <p:cNvPr id="468" name="79E26254-C9B2-4B70-0825-CEA4E5901035"/>
          <p:cNvPicPr>
            <a:picLocks noChangeAspect="1"/>
          </p:cNvPicPr>
          <p:nvPr/>
        </p:nvPicPr>
        <p:blipFill>
          <a:blip r:embed="rId177" cstate="print">
            <a:extLst>
              <a:ext uri="{952C2699-8B84-45D4-D4EE-52CA66E8160B}"/>
            </a:extLst>
          </a:blip>
          <a:srcRect/>
          <a:stretch>
            <a:fillRect/>
          </a:stretch>
        </p:blipFill>
        <p:spPr>
          <a:xfrm>
            <a:off x="1379919" y="9140832"/>
            <a:ext cx="47625" cy="104775"/>
          </a:xfrm>
          <a:prstGeom prst="rect">
            <a:avLst/>
          </a:prstGeom>
        </p:spPr>
      </p:pic>
      <p:pic>
        <p:nvPicPr>
          <p:cNvPr id="469" name="D67497E8-FEE9-4483-9215-B8A49EEA1BEB"/>
          <p:cNvPicPr>
            <a:picLocks noChangeAspect="1"/>
          </p:cNvPicPr>
          <p:nvPr/>
        </p:nvPicPr>
        <p:blipFill>
          <a:blip r:embed="rId178" cstate="print">
            <a:extLst>
              <a:ext uri="{FDE46F3A-1409-4895-E6C1-9FB74D1843C3}"/>
            </a:extLst>
          </a:blip>
          <a:srcRect/>
          <a:stretch>
            <a:fillRect/>
          </a:stretch>
        </p:blipFill>
        <p:spPr>
          <a:xfrm>
            <a:off x="1806639" y="9140832"/>
            <a:ext cx="76200" cy="104775"/>
          </a:xfrm>
          <a:prstGeom prst="rect">
            <a:avLst/>
          </a:prstGeom>
        </p:spPr>
      </p:pic>
      <p:pic>
        <p:nvPicPr>
          <p:cNvPr id="470" name="FDA1566A-23B2-4C35-00C2-DAC249D184C9"/>
          <p:cNvPicPr>
            <a:picLocks noChangeAspect="1"/>
          </p:cNvPicPr>
          <p:nvPr/>
        </p:nvPicPr>
        <p:blipFill>
          <a:blip r:embed="rId179" cstate="print">
            <a:extLst>
              <a:ext uri="{A3525CB4-5528-4408-5A61-3DE6675AC30B}"/>
            </a:extLst>
          </a:blip>
          <a:srcRect/>
          <a:stretch>
            <a:fillRect/>
          </a:stretch>
        </p:blipFill>
        <p:spPr>
          <a:xfrm>
            <a:off x="2519871" y="9140832"/>
            <a:ext cx="47625" cy="104775"/>
          </a:xfrm>
          <a:prstGeom prst="rect">
            <a:avLst/>
          </a:prstGeom>
        </p:spPr>
      </p:pic>
      <p:pic>
        <p:nvPicPr>
          <p:cNvPr id="471" name="6DE91EC3-DC14-47D0-8027-4F6E09804B29"/>
          <p:cNvPicPr>
            <a:picLocks noChangeAspect="1"/>
          </p:cNvPicPr>
          <p:nvPr/>
        </p:nvPicPr>
        <p:blipFill>
          <a:blip r:embed="rId180" cstate="print">
            <a:extLst>
              <a:ext uri="{9B5BB8EE-D84C-4BB9-5313-4264E96B6D8D}"/>
            </a:extLst>
          </a:blip>
          <a:srcRect/>
          <a:stretch>
            <a:fillRect/>
          </a:stretch>
        </p:blipFill>
        <p:spPr>
          <a:xfrm>
            <a:off x="3144711" y="9140832"/>
            <a:ext cx="76200" cy="104775"/>
          </a:xfrm>
          <a:prstGeom prst="rect">
            <a:avLst/>
          </a:prstGeom>
        </p:spPr>
      </p:pic>
      <p:pic>
        <p:nvPicPr>
          <p:cNvPr id="472" name="A6E210B4-2508-46CC-5662-C8E48D397378"/>
          <p:cNvPicPr>
            <a:picLocks noChangeAspect="1"/>
          </p:cNvPicPr>
          <p:nvPr/>
        </p:nvPicPr>
        <p:blipFill>
          <a:blip r:embed="rId181" cstate="print">
            <a:extLst>
              <a:ext uri="{7DEDB2DC-6606-4D94-A880-DC2A40DF7BDE}"/>
            </a:extLst>
          </a:blip>
          <a:srcRect/>
          <a:stretch>
            <a:fillRect/>
          </a:stretch>
        </p:blipFill>
        <p:spPr>
          <a:xfrm>
            <a:off x="3815271" y="9038724"/>
            <a:ext cx="1190625" cy="209550"/>
          </a:xfrm>
          <a:prstGeom prst="rect">
            <a:avLst/>
          </a:prstGeom>
        </p:spPr>
      </p:pic>
      <p:pic>
        <p:nvPicPr>
          <p:cNvPr id="473" name="A1630F1A-6A72-4406-4386-D0F52DB1726E"/>
          <p:cNvPicPr>
            <a:picLocks noChangeAspect="1"/>
          </p:cNvPicPr>
          <p:nvPr/>
        </p:nvPicPr>
        <p:blipFill>
          <a:blip r:embed="rId182" cstate="print">
            <a:extLst>
              <a:ext uri="{50F62A47-AA66-4350-2D58-6DF1792DF76D}"/>
            </a:extLst>
          </a:blip>
          <a:srcRect/>
          <a:stretch>
            <a:fillRect/>
          </a:stretch>
        </p:blipFill>
        <p:spPr>
          <a:xfrm>
            <a:off x="5238687" y="9139308"/>
            <a:ext cx="47625" cy="114300"/>
          </a:xfrm>
          <a:prstGeom prst="rect">
            <a:avLst/>
          </a:prstGeom>
        </p:spPr>
      </p:pic>
    </p:spTree>
    <p:extLst>
      <p:ext uri="{1A84E343-85E5-493E-B869-A30411B3698D}"/>
    </p:extLst>
  </p:cSld>
  <p:clrMapOvr>
    <a:masterClrMapping/>
  </p:clrMapOvr>
</p:sld>
</file>

<file path=ppt/theme/theme1.xml><?xml version="1.0" encoding="utf-8"?>
<a:theme xmlns:a="http://schemas.openxmlformats.org/drawingml/2006/main" name="4F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Times New Roman" script="Arab"/>
        <a:font typeface="Times New Roman" script="Hebr"/>
        <a:font typeface="Angsana New" script="Thai"/>
        <a:font typeface="Nyala" script="Ethi"/>
        <a:font typeface="Vrinda" script="Beng"/>
        <a:font typeface="Shruti" script="Gujr"/>
        <a:font typeface="MoolBoran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Times New Roman" script="Viet"/>
        <a:font typeface="Microsoft Uighur" script="Uigh"/>
        <a:font typeface="Sylfaen" script="Geor"/>
      </a:majorFont>
      <a:minorFont>
        <a:latin typeface="Calibri" panose="020F0502020204030204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Arial" script="Arab"/>
        <a:font typeface="Arial" script="Hebr"/>
        <a:font typeface="Cordia New" script="Thai"/>
        <a:font typeface="Nyala" script="Ethi"/>
        <a:font typeface="Vrinda" script="Beng"/>
        <a:font typeface="Shruti" script="Gujr"/>
        <a:font typeface="DaunPenh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Arial" script="Viet"/>
        <a:font typeface="Microsoft Uighur" script="Uigh"/>
        <a:font typeface="Sylfaen" script="Geo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151739A4-DC69-4E75-A6A3-A95C58514FCD}"/>
  </a:extLst>
</a:theme>
</file>